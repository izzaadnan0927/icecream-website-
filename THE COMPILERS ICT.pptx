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73" r:id="rId16"/>
    <p:sldId id="277" r:id="rId17"/>
    <p:sldId id="268" r:id="rId18"/>
  </p:sldIdLst>
  <p:sldSz cx="9144000" cy="5143500"/>
  <p:notesSz cx="6858000" cy="9144000"/>
  <p:embeddedFontLst>
    <p:embeddedFont>
      <p:font typeface="Coiny" panose="02000903060500060000"/>
      <p:regular r:id="rId22"/>
    </p:embeddedFont>
    <p:embeddedFont>
      <p:font typeface="Didact Gothic" panose="00000500000000000000"/>
      <p:regular r:id="rId23"/>
    </p:embeddedFont>
    <p:embeddedFont>
      <p:font typeface="PT Sans" panose="020B0503020203020204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99f2f57a71_0_2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99f2f57a71_0_2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99f2f57a71_0_18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99f2f57a71_0_18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99f2f57a71_0_2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99f2f57a71_0_2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bd6c00e730_0_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bd6c00e730_0_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99f2f57a71_0_1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3" name="Google Shape;1633;g99f2f57a71_0_1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g99f2f57a71_0_1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1" name="Google Shape;1691;g99f2f57a71_0_1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gd3eaab4f9a_2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1" name="Google Shape;1761;gd3eaab4f9a_2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gbd6c00e730_0_20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8" name="Google Shape;1818;gbd6c00e730_0_2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gd3eaab4f9a_2_48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2" name="Google Shape;1862;gd3eaab4f9a_2_48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d3eaab4f9a_2_4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4" name="Google Shape;1874;gd3eaab4f9a_2_4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d3eaab4f9a_2_14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7" name="Google Shape;2017;gd3eaab4f9a_2_14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gd3eaab4f9a_2_19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2" name="Google Shape;2422;gd3eaab4f9a_2_19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36" name="Shape 2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7" name="Google Shape;2637;gd3eaab4f9a_2_6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8" name="Google Shape;2638;gd3eaab4f9a_2_6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gd3eaab4f9a_2_5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9" name="Google Shape;1949;gd3eaab4f9a_2_5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 flipH="1">
            <a:off x="-970255" y="2629503"/>
            <a:ext cx="2802994" cy="2988378"/>
            <a:chOff x="-1147186" y="2691345"/>
            <a:chExt cx="3013648" cy="3212964"/>
          </a:xfrm>
        </p:grpSpPr>
        <p:sp>
          <p:nvSpPr>
            <p:cNvPr id="10" name="Google Shape;10;p2"/>
            <p:cNvSpPr/>
            <p:nvPr/>
          </p:nvSpPr>
          <p:spPr>
            <a:xfrm rot="10800000">
              <a:off x="-1147186" y="2691345"/>
              <a:ext cx="3013648" cy="3212964"/>
            </a:xfrm>
            <a:custGeom>
              <a:avLst/>
              <a:gdLst/>
              <a:ahLst/>
              <a:cxnLst/>
              <a:rect l="l" t="t" r="r" b="b"/>
              <a:pathLst>
                <a:path w="22438" h="23922" extrusionOk="0">
                  <a:moveTo>
                    <a:pt x="3165" y="1"/>
                  </a:moveTo>
                  <a:cubicBezTo>
                    <a:pt x="2537" y="1"/>
                    <a:pt x="1924" y="119"/>
                    <a:pt x="1419" y="447"/>
                  </a:cubicBezTo>
                  <a:cubicBezTo>
                    <a:pt x="688" y="920"/>
                    <a:pt x="277" y="1776"/>
                    <a:pt x="144" y="2651"/>
                  </a:cubicBezTo>
                  <a:cubicBezTo>
                    <a:pt x="1" y="3516"/>
                    <a:pt x="99" y="4426"/>
                    <a:pt x="188" y="5327"/>
                  </a:cubicBezTo>
                  <a:cubicBezTo>
                    <a:pt x="313" y="6487"/>
                    <a:pt x="438" y="7655"/>
                    <a:pt x="563" y="8824"/>
                  </a:cubicBezTo>
                  <a:cubicBezTo>
                    <a:pt x="652" y="9618"/>
                    <a:pt x="813" y="10537"/>
                    <a:pt x="1517" y="10947"/>
                  </a:cubicBezTo>
                  <a:cubicBezTo>
                    <a:pt x="1731" y="11074"/>
                    <a:pt x="1965" y="11129"/>
                    <a:pt x="2201" y="11129"/>
                  </a:cubicBezTo>
                  <a:cubicBezTo>
                    <a:pt x="2665" y="11129"/>
                    <a:pt x="3137" y="10916"/>
                    <a:pt x="3480" y="10608"/>
                  </a:cubicBezTo>
                  <a:cubicBezTo>
                    <a:pt x="3730" y="10385"/>
                    <a:pt x="3935" y="10109"/>
                    <a:pt x="4229" y="9948"/>
                  </a:cubicBezTo>
                  <a:cubicBezTo>
                    <a:pt x="4365" y="9876"/>
                    <a:pt x="4526" y="9835"/>
                    <a:pt x="4683" y="9835"/>
                  </a:cubicBezTo>
                  <a:cubicBezTo>
                    <a:pt x="4876" y="9835"/>
                    <a:pt x="5065" y="9898"/>
                    <a:pt x="5193" y="10046"/>
                  </a:cubicBezTo>
                  <a:cubicBezTo>
                    <a:pt x="5318" y="10189"/>
                    <a:pt x="5362" y="10358"/>
                    <a:pt x="5398" y="10537"/>
                  </a:cubicBezTo>
                  <a:cubicBezTo>
                    <a:pt x="5880" y="12705"/>
                    <a:pt x="5086" y="14953"/>
                    <a:pt x="5684" y="17103"/>
                  </a:cubicBezTo>
                  <a:cubicBezTo>
                    <a:pt x="5728" y="17263"/>
                    <a:pt x="5800" y="17442"/>
                    <a:pt x="5951" y="17495"/>
                  </a:cubicBezTo>
                  <a:cubicBezTo>
                    <a:pt x="5988" y="17509"/>
                    <a:pt x="6027" y="17513"/>
                    <a:pt x="6066" y="17513"/>
                  </a:cubicBezTo>
                  <a:cubicBezTo>
                    <a:pt x="6130" y="17513"/>
                    <a:pt x="6197" y="17501"/>
                    <a:pt x="6263" y="17495"/>
                  </a:cubicBezTo>
                  <a:cubicBezTo>
                    <a:pt x="6274" y="17495"/>
                    <a:pt x="6284" y="17494"/>
                    <a:pt x="6294" y="17494"/>
                  </a:cubicBezTo>
                  <a:cubicBezTo>
                    <a:pt x="6648" y="17494"/>
                    <a:pt x="6973" y="17790"/>
                    <a:pt x="7120" y="18120"/>
                  </a:cubicBezTo>
                  <a:cubicBezTo>
                    <a:pt x="7280" y="18459"/>
                    <a:pt x="7289" y="18842"/>
                    <a:pt x="7298" y="19208"/>
                  </a:cubicBezTo>
                  <a:cubicBezTo>
                    <a:pt x="7325" y="19966"/>
                    <a:pt x="7343" y="20725"/>
                    <a:pt x="7361" y="21492"/>
                  </a:cubicBezTo>
                  <a:cubicBezTo>
                    <a:pt x="7379" y="21973"/>
                    <a:pt x="7388" y="22464"/>
                    <a:pt x="7566" y="22919"/>
                  </a:cubicBezTo>
                  <a:cubicBezTo>
                    <a:pt x="7744" y="23383"/>
                    <a:pt x="8128" y="23811"/>
                    <a:pt x="8610" y="23900"/>
                  </a:cubicBezTo>
                  <a:cubicBezTo>
                    <a:pt x="8679" y="23915"/>
                    <a:pt x="8748" y="23921"/>
                    <a:pt x="8817" y="23921"/>
                  </a:cubicBezTo>
                  <a:cubicBezTo>
                    <a:pt x="9309" y="23921"/>
                    <a:pt x="9754" y="23572"/>
                    <a:pt x="9966" y="23133"/>
                  </a:cubicBezTo>
                  <a:cubicBezTo>
                    <a:pt x="10216" y="22625"/>
                    <a:pt x="10233" y="22036"/>
                    <a:pt x="10242" y="21465"/>
                  </a:cubicBezTo>
                  <a:cubicBezTo>
                    <a:pt x="10287" y="19529"/>
                    <a:pt x="10331" y="17602"/>
                    <a:pt x="10376" y="15675"/>
                  </a:cubicBezTo>
                  <a:cubicBezTo>
                    <a:pt x="10403" y="14382"/>
                    <a:pt x="10546" y="12883"/>
                    <a:pt x="11634" y="12241"/>
                  </a:cubicBezTo>
                  <a:cubicBezTo>
                    <a:pt x="11831" y="12122"/>
                    <a:pt x="12075" y="12052"/>
                    <a:pt x="12314" y="12052"/>
                  </a:cubicBezTo>
                  <a:cubicBezTo>
                    <a:pt x="12593" y="12052"/>
                    <a:pt x="12865" y="12148"/>
                    <a:pt x="13043" y="12374"/>
                  </a:cubicBezTo>
                  <a:cubicBezTo>
                    <a:pt x="13382" y="12803"/>
                    <a:pt x="13275" y="13543"/>
                    <a:pt x="13757" y="13784"/>
                  </a:cubicBezTo>
                  <a:cubicBezTo>
                    <a:pt x="13845" y="13830"/>
                    <a:pt x="13940" y="13848"/>
                    <a:pt x="14034" y="13848"/>
                  </a:cubicBezTo>
                  <a:cubicBezTo>
                    <a:pt x="14122" y="13848"/>
                    <a:pt x="14211" y="13832"/>
                    <a:pt x="14292" y="13811"/>
                  </a:cubicBezTo>
                  <a:cubicBezTo>
                    <a:pt x="14837" y="13668"/>
                    <a:pt x="15211" y="13213"/>
                    <a:pt x="15506" y="12749"/>
                  </a:cubicBezTo>
                  <a:cubicBezTo>
                    <a:pt x="15800" y="12294"/>
                    <a:pt x="16059" y="11786"/>
                    <a:pt x="16487" y="11447"/>
                  </a:cubicBezTo>
                  <a:cubicBezTo>
                    <a:pt x="16738" y="11248"/>
                    <a:pt x="17072" y="11120"/>
                    <a:pt x="17401" y="11120"/>
                  </a:cubicBezTo>
                  <a:cubicBezTo>
                    <a:pt x="17633" y="11120"/>
                    <a:pt x="17862" y="11183"/>
                    <a:pt x="18057" y="11331"/>
                  </a:cubicBezTo>
                  <a:cubicBezTo>
                    <a:pt x="18307" y="11518"/>
                    <a:pt x="18459" y="11812"/>
                    <a:pt x="18708" y="12009"/>
                  </a:cubicBezTo>
                  <a:cubicBezTo>
                    <a:pt x="18919" y="12177"/>
                    <a:pt x="19178" y="12252"/>
                    <a:pt x="19439" y="12252"/>
                  </a:cubicBezTo>
                  <a:cubicBezTo>
                    <a:pt x="19676" y="12252"/>
                    <a:pt x="19914" y="12190"/>
                    <a:pt x="20118" y="12080"/>
                  </a:cubicBezTo>
                  <a:cubicBezTo>
                    <a:pt x="20546" y="11848"/>
                    <a:pt x="20840" y="11447"/>
                    <a:pt x="21072" y="11027"/>
                  </a:cubicBezTo>
                  <a:cubicBezTo>
                    <a:pt x="21742" y="9823"/>
                    <a:pt x="22036" y="8422"/>
                    <a:pt x="22223" y="7031"/>
                  </a:cubicBezTo>
                  <a:cubicBezTo>
                    <a:pt x="22357" y="6014"/>
                    <a:pt x="22437" y="4952"/>
                    <a:pt x="22179" y="3926"/>
                  </a:cubicBezTo>
                  <a:cubicBezTo>
                    <a:pt x="21920" y="2900"/>
                    <a:pt x="21269" y="1892"/>
                    <a:pt x="20287" y="1446"/>
                  </a:cubicBezTo>
                  <a:cubicBezTo>
                    <a:pt x="19592" y="1125"/>
                    <a:pt x="18815" y="1116"/>
                    <a:pt x="18066" y="1116"/>
                  </a:cubicBezTo>
                  <a:lnTo>
                    <a:pt x="16240" y="1116"/>
                  </a:lnTo>
                  <a:cubicBezTo>
                    <a:pt x="15137" y="528"/>
                    <a:pt x="13904" y="351"/>
                    <a:pt x="12677" y="351"/>
                  </a:cubicBezTo>
                  <a:cubicBezTo>
                    <a:pt x="12265" y="351"/>
                    <a:pt x="11853" y="371"/>
                    <a:pt x="11447" y="403"/>
                  </a:cubicBezTo>
                  <a:cubicBezTo>
                    <a:pt x="10277" y="486"/>
                    <a:pt x="9107" y="653"/>
                    <a:pt x="7930" y="653"/>
                  </a:cubicBezTo>
                  <a:cubicBezTo>
                    <a:pt x="7474" y="653"/>
                    <a:pt x="7017" y="628"/>
                    <a:pt x="6558" y="563"/>
                  </a:cubicBezTo>
                  <a:cubicBezTo>
                    <a:pt x="5684" y="438"/>
                    <a:pt x="4818" y="171"/>
                    <a:pt x="3944" y="55"/>
                  </a:cubicBezTo>
                  <a:cubicBezTo>
                    <a:pt x="3686" y="21"/>
                    <a:pt x="3424" y="1"/>
                    <a:pt x="31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11;p2"/>
            <p:cNvSpPr/>
            <p:nvPr/>
          </p:nvSpPr>
          <p:spPr>
            <a:xfrm rot="10800000">
              <a:off x="-1102863" y="4422332"/>
              <a:ext cx="2918959" cy="657179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979432" y="5046202"/>
              <a:ext cx="1893234" cy="398229"/>
            </a:xfrm>
            <a:custGeom>
              <a:avLst/>
              <a:gdLst/>
              <a:ahLst/>
              <a:cxnLst/>
              <a:rect l="l" t="t" r="r" b="b"/>
              <a:pathLst>
                <a:path w="14096" h="2965" extrusionOk="0">
                  <a:moveTo>
                    <a:pt x="7233" y="0"/>
                  </a:moveTo>
                  <a:cubicBezTo>
                    <a:pt x="7160" y="0"/>
                    <a:pt x="7087" y="4"/>
                    <a:pt x="7012" y="12"/>
                  </a:cubicBezTo>
                  <a:cubicBezTo>
                    <a:pt x="5977" y="119"/>
                    <a:pt x="5272" y="931"/>
                    <a:pt x="4487" y="1510"/>
                  </a:cubicBezTo>
                  <a:cubicBezTo>
                    <a:pt x="3718" y="2084"/>
                    <a:pt x="2849" y="2352"/>
                    <a:pt x="1954" y="2352"/>
                  </a:cubicBezTo>
                  <a:cubicBezTo>
                    <a:pt x="1428" y="2352"/>
                    <a:pt x="894" y="2260"/>
                    <a:pt x="366" y="2081"/>
                  </a:cubicBezTo>
                  <a:cubicBezTo>
                    <a:pt x="338" y="2072"/>
                    <a:pt x="312" y="2067"/>
                    <a:pt x="288" y="2067"/>
                  </a:cubicBezTo>
                  <a:cubicBezTo>
                    <a:pt x="70" y="2067"/>
                    <a:pt x="1" y="2430"/>
                    <a:pt x="250" y="2518"/>
                  </a:cubicBezTo>
                  <a:cubicBezTo>
                    <a:pt x="830" y="2716"/>
                    <a:pt x="1422" y="2827"/>
                    <a:pt x="2014" y="2827"/>
                  </a:cubicBezTo>
                  <a:cubicBezTo>
                    <a:pt x="2569" y="2827"/>
                    <a:pt x="3123" y="2730"/>
                    <a:pt x="3667" y="2518"/>
                  </a:cubicBezTo>
                  <a:cubicBezTo>
                    <a:pt x="4737" y="2099"/>
                    <a:pt x="5415" y="1162"/>
                    <a:pt x="6423" y="690"/>
                  </a:cubicBezTo>
                  <a:cubicBezTo>
                    <a:pt x="6688" y="567"/>
                    <a:pt x="6945" y="515"/>
                    <a:pt x="7196" y="515"/>
                  </a:cubicBezTo>
                  <a:cubicBezTo>
                    <a:pt x="8317" y="515"/>
                    <a:pt x="9317" y="1559"/>
                    <a:pt x="10286" y="2055"/>
                  </a:cubicBezTo>
                  <a:cubicBezTo>
                    <a:pt x="11366" y="2608"/>
                    <a:pt x="12552" y="2893"/>
                    <a:pt x="13774" y="2965"/>
                  </a:cubicBezTo>
                  <a:cubicBezTo>
                    <a:pt x="13780" y="2965"/>
                    <a:pt x="13785" y="2965"/>
                    <a:pt x="13791" y="2965"/>
                  </a:cubicBezTo>
                  <a:cubicBezTo>
                    <a:pt x="14095" y="2965"/>
                    <a:pt x="14090" y="2482"/>
                    <a:pt x="13774" y="2456"/>
                  </a:cubicBezTo>
                  <a:cubicBezTo>
                    <a:pt x="12293" y="2367"/>
                    <a:pt x="10928" y="1930"/>
                    <a:pt x="9697" y="1109"/>
                  </a:cubicBezTo>
                  <a:cubicBezTo>
                    <a:pt x="8944" y="612"/>
                    <a:pt x="8168" y="0"/>
                    <a:pt x="7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6753752" y="-525256"/>
            <a:ext cx="3013652" cy="3107450"/>
            <a:chOff x="1120850" y="1643725"/>
            <a:chExt cx="578325" cy="596325"/>
          </a:xfrm>
        </p:grpSpPr>
        <p:sp>
          <p:nvSpPr>
            <p:cNvPr id="14" name="Google Shape;14;p2"/>
            <p:cNvSpPr/>
            <p:nvPr/>
          </p:nvSpPr>
          <p:spPr>
            <a:xfrm>
              <a:off x="1120850" y="1643725"/>
              <a:ext cx="578325" cy="596325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415025" y="1715025"/>
              <a:ext cx="28800" cy="22325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456725" y="1728625"/>
              <a:ext cx="20100" cy="15650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435325" y="1758750"/>
              <a:ext cx="19650" cy="15175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386475" y="1763425"/>
              <a:ext cx="16300" cy="1275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488400" y="1799100"/>
              <a:ext cx="18975" cy="14525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524750" y="1733325"/>
              <a:ext cx="12075" cy="9375"/>
            </a:xfrm>
            <a:custGeom>
              <a:avLst/>
              <a:gdLst/>
              <a:ahLst/>
              <a:cxnLst/>
              <a:rect l="l" t="t" r="r" b="b"/>
              <a:pathLst>
                <a:path w="483" h="375" extrusionOk="0">
                  <a:moveTo>
                    <a:pt x="241" y="0"/>
                  </a:moveTo>
                  <a:cubicBezTo>
                    <a:pt x="1" y="0"/>
                    <a:pt x="1" y="375"/>
                    <a:pt x="241" y="375"/>
                  </a:cubicBezTo>
                  <a:cubicBezTo>
                    <a:pt x="482" y="375"/>
                    <a:pt x="482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123075" y="1744550"/>
              <a:ext cx="541325" cy="159375"/>
            </a:xfrm>
            <a:custGeom>
              <a:avLst/>
              <a:gdLst/>
              <a:ahLst/>
              <a:cxnLst/>
              <a:rect l="l" t="t" r="r" b="b"/>
              <a:pathLst>
                <a:path w="21653" h="6375" extrusionOk="0">
                  <a:moveTo>
                    <a:pt x="3331" y="0"/>
                  </a:moveTo>
                  <a:cubicBezTo>
                    <a:pt x="2868" y="0"/>
                    <a:pt x="2391" y="178"/>
                    <a:pt x="2035" y="470"/>
                  </a:cubicBezTo>
                  <a:cubicBezTo>
                    <a:pt x="1499" y="907"/>
                    <a:pt x="1241" y="1514"/>
                    <a:pt x="920" y="2112"/>
                  </a:cubicBezTo>
                  <a:cubicBezTo>
                    <a:pt x="857" y="2236"/>
                    <a:pt x="786" y="2451"/>
                    <a:pt x="670" y="2522"/>
                  </a:cubicBezTo>
                  <a:lnTo>
                    <a:pt x="152" y="2504"/>
                  </a:lnTo>
                  <a:cubicBezTo>
                    <a:pt x="117" y="2451"/>
                    <a:pt x="81" y="2406"/>
                    <a:pt x="45" y="2352"/>
                  </a:cubicBezTo>
                  <a:cubicBezTo>
                    <a:pt x="27" y="2504"/>
                    <a:pt x="10" y="2665"/>
                    <a:pt x="1" y="2825"/>
                  </a:cubicBezTo>
                  <a:cubicBezTo>
                    <a:pt x="81" y="2879"/>
                    <a:pt x="170" y="2914"/>
                    <a:pt x="286" y="2941"/>
                  </a:cubicBezTo>
                  <a:cubicBezTo>
                    <a:pt x="341" y="2955"/>
                    <a:pt x="394" y="2961"/>
                    <a:pt x="444" y="2961"/>
                  </a:cubicBezTo>
                  <a:cubicBezTo>
                    <a:pt x="760" y="2961"/>
                    <a:pt x="982" y="2712"/>
                    <a:pt x="1152" y="2451"/>
                  </a:cubicBezTo>
                  <a:cubicBezTo>
                    <a:pt x="1606" y="1719"/>
                    <a:pt x="1865" y="827"/>
                    <a:pt x="2739" y="488"/>
                  </a:cubicBezTo>
                  <a:cubicBezTo>
                    <a:pt x="2926" y="417"/>
                    <a:pt x="3116" y="378"/>
                    <a:pt x="3301" y="378"/>
                  </a:cubicBezTo>
                  <a:cubicBezTo>
                    <a:pt x="3602" y="378"/>
                    <a:pt x="3890" y="482"/>
                    <a:pt x="4122" y="720"/>
                  </a:cubicBezTo>
                  <a:cubicBezTo>
                    <a:pt x="4408" y="1023"/>
                    <a:pt x="4452" y="1416"/>
                    <a:pt x="4559" y="1799"/>
                  </a:cubicBezTo>
                  <a:cubicBezTo>
                    <a:pt x="4684" y="2290"/>
                    <a:pt x="4836" y="2798"/>
                    <a:pt x="5327" y="3030"/>
                  </a:cubicBezTo>
                  <a:cubicBezTo>
                    <a:pt x="5500" y="3117"/>
                    <a:pt x="5689" y="3156"/>
                    <a:pt x="5879" y="3156"/>
                  </a:cubicBezTo>
                  <a:cubicBezTo>
                    <a:pt x="6156" y="3156"/>
                    <a:pt x="6435" y="3074"/>
                    <a:pt x="6674" y="2941"/>
                  </a:cubicBezTo>
                  <a:cubicBezTo>
                    <a:pt x="6959" y="2790"/>
                    <a:pt x="7200" y="2558"/>
                    <a:pt x="7423" y="2326"/>
                  </a:cubicBezTo>
                  <a:cubicBezTo>
                    <a:pt x="7708" y="2022"/>
                    <a:pt x="7655" y="1978"/>
                    <a:pt x="8128" y="1942"/>
                  </a:cubicBezTo>
                  <a:cubicBezTo>
                    <a:pt x="8175" y="1937"/>
                    <a:pt x="8219" y="1935"/>
                    <a:pt x="8260" y="1935"/>
                  </a:cubicBezTo>
                  <a:cubicBezTo>
                    <a:pt x="8676" y="1935"/>
                    <a:pt x="8790" y="2178"/>
                    <a:pt x="8993" y="2584"/>
                  </a:cubicBezTo>
                  <a:cubicBezTo>
                    <a:pt x="9484" y="3601"/>
                    <a:pt x="9314" y="5725"/>
                    <a:pt x="10519" y="6269"/>
                  </a:cubicBezTo>
                  <a:cubicBezTo>
                    <a:pt x="10682" y="6342"/>
                    <a:pt x="10829" y="6374"/>
                    <a:pt x="10963" y="6374"/>
                  </a:cubicBezTo>
                  <a:cubicBezTo>
                    <a:pt x="11962" y="6374"/>
                    <a:pt x="12243" y="4566"/>
                    <a:pt x="12856" y="4047"/>
                  </a:cubicBezTo>
                  <a:cubicBezTo>
                    <a:pt x="13079" y="3861"/>
                    <a:pt x="13289" y="3784"/>
                    <a:pt x="13489" y="3784"/>
                  </a:cubicBezTo>
                  <a:cubicBezTo>
                    <a:pt x="14450" y="3784"/>
                    <a:pt x="15201" y="5552"/>
                    <a:pt x="16197" y="5552"/>
                  </a:cubicBezTo>
                  <a:cubicBezTo>
                    <a:pt x="16398" y="5552"/>
                    <a:pt x="16610" y="5479"/>
                    <a:pt x="16835" y="5305"/>
                  </a:cubicBezTo>
                  <a:cubicBezTo>
                    <a:pt x="17227" y="5002"/>
                    <a:pt x="17218" y="4502"/>
                    <a:pt x="17325" y="4065"/>
                  </a:cubicBezTo>
                  <a:cubicBezTo>
                    <a:pt x="17450" y="3557"/>
                    <a:pt x="17718" y="3173"/>
                    <a:pt x="18244" y="3030"/>
                  </a:cubicBezTo>
                  <a:cubicBezTo>
                    <a:pt x="18349" y="3002"/>
                    <a:pt x="18448" y="2989"/>
                    <a:pt x="18544" y="2989"/>
                  </a:cubicBezTo>
                  <a:cubicBezTo>
                    <a:pt x="18954" y="2989"/>
                    <a:pt x="19294" y="3224"/>
                    <a:pt x="19663" y="3441"/>
                  </a:cubicBezTo>
                  <a:cubicBezTo>
                    <a:pt x="19945" y="3607"/>
                    <a:pt x="20306" y="3773"/>
                    <a:pt x="20650" y="3773"/>
                  </a:cubicBezTo>
                  <a:cubicBezTo>
                    <a:pt x="20861" y="3773"/>
                    <a:pt x="21066" y="3710"/>
                    <a:pt x="21242" y="3548"/>
                  </a:cubicBezTo>
                  <a:cubicBezTo>
                    <a:pt x="21652" y="3182"/>
                    <a:pt x="21500" y="2486"/>
                    <a:pt x="21429" y="2013"/>
                  </a:cubicBezTo>
                  <a:cubicBezTo>
                    <a:pt x="21376" y="1666"/>
                    <a:pt x="21304" y="1327"/>
                    <a:pt x="21206" y="996"/>
                  </a:cubicBezTo>
                  <a:cubicBezTo>
                    <a:pt x="21028" y="827"/>
                    <a:pt x="20840" y="684"/>
                    <a:pt x="20635" y="541"/>
                  </a:cubicBezTo>
                  <a:lnTo>
                    <a:pt x="20635" y="541"/>
                  </a:lnTo>
                  <a:cubicBezTo>
                    <a:pt x="20778" y="898"/>
                    <a:pt x="20894" y="1273"/>
                    <a:pt x="20974" y="1657"/>
                  </a:cubicBezTo>
                  <a:cubicBezTo>
                    <a:pt x="21045" y="1969"/>
                    <a:pt x="21188" y="2433"/>
                    <a:pt x="21117" y="2754"/>
                  </a:cubicBezTo>
                  <a:cubicBezTo>
                    <a:pt x="21027" y="3192"/>
                    <a:pt x="20815" y="3353"/>
                    <a:pt x="20549" y="3353"/>
                  </a:cubicBezTo>
                  <a:cubicBezTo>
                    <a:pt x="20338" y="3353"/>
                    <a:pt x="20094" y="3252"/>
                    <a:pt x="19850" y="3111"/>
                  </a:cubicBezTo>
                  <a:cubicBezTo>
                    <a:pt x="19436" y="2871"/>
                    <a:pt x="19061" y="2615"/>
                    <a:pt x="18581" y="2615"/>
                  </a:cubicBezTo>
                  <a:cubicBezTo>
                    <a:pt x="18544" y="2615"/>
                    <a:pt x="18506" y="2617"/>
                    <a:pt x="18467" y="2620"/>
                  </a:cubicBezTo>
                  <a:cubicBezTo>
                    <a:pt x="18084" y="2647"/>
                    <a:pt x="17709" y="2816"/>
                    <a:pt x="17432" y="3075"/>
                  </a:cubicBezTo>
                  <a:cubicBezTo>
                    <a:pt x="17004" y="3485"/>
                    <a:pt x="17058" y="3931"/>
                    <a:pt x="16888" y="4449"/>
                  </a:cubicBezTo>
                  <a:cubicBezTo>
                    <a:pt x="16720" y="4958"/>
                    <a:pt x="16482" y="5142"/>
                    <a:pt x="16221" y="5142"/>
                  </a:cubicBezTo>
                  <a:cubicBezTo>
                    <a:pt x="15697" y="5142"/>
                    <a:pt x="15078" y="4396"/>
                    <a:pt x="14738" y="4056"/>
                  </a:cubicBezTo>
                  <a:cubicBezTo>
                    <a:pt x="14399" y="3726"/>
                    <a:pt x="13989" y="3405"/>
                    <a:pt x="13489" y="3405"/>
                  </a:cubicBezTo>
                  <a:cubicBezTo>
                    <a:pt x="13034" y="3405"/>
                    <a:pt x="12651" y="3691"/>
                    <a:pt x="12374" y="4030"/>
                  </a:cubicBezTo>
                  <a:cubicBezTo>
                    <a:pt x="12029" y="4455"/>
                    <a:pt x="11648" y="5954"/>
                    <a:pt x="10894" y="5954"/>
                  </a:cubicBezTo>
                  <a:cubicBezTo>
                    <a:pt x="10810" y="5954"/>
                    <a:pt x="10720" y="5935"/>
                    <a:pt x="10626" y="5894"/>
                  </a:cubicBezTo>
                  <a:cubicBezTo>
                    <a:pt x="10019" y="5626"/>
                    <a:pt x="9921" y="4485"/>
                    <a:pt x="9796" y="3923"/>
                  </a:cubicBezTo>
                  <a:cubicBezTo>
                    <a:pt x="9671" y="3334"/>
                    <a:pt x="9528" y="2727"/>
                    <a:pt x="9225" y="2192"/>
                  </a:cubicBezTo>
                  <a:cubicBezTo>
                    <a:pt x="9002" y="1826"/>
                    <a:pt x="8654" y="1327"/>
                    <a:pt x="8181" y="1309"/>
                  </a:cubicBezTo>
                  <a:cubicBezTo>
                    <a:pt x="8172" y="1308"/>
                    <a:pt x="8164" y="1308"/>
                    <a:pt x="8155" y="1308"/>
                  </a:cubicBezTo>
                  <a:cubicBezTo>
                    <a:pt x="7698" y="1308"/>
                    <a:pt x="7427" y="1760"/>
                    <a:pt x="7155" y="2049"/>
                  </a:cubicBezTo>
                  <a:cubicBezTo>
                    <a:pt x="6797" y="2427"/>
                    <a:pt x="6302" y="2720"/>
                    <a:pt x="5864" y="2720"/>
                  </a:cubicBezTo>
                  <a:cubicBezTo>
                    <a:pt x="5493" y="2720"/>
                    <a:pt x="5163" y="2512"/>
                    <a:pt x="4988" y="1969"/>
                  </a:cubicBezTo>
                  <a:cubicBezTo>
                    <a:pt x="4836" y="1487"/>
                    <a:pt x="4818" y="961"/>
                    <a:pt x="4497" y="541"/>
                  </a:cubicBezTo>
                  <a:cubicBezTo>
                    <a:pt x="4201" y="162"/>
                    <a:pt x="3772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286182" y="260634"/>
            <a:ext cx="8572281" cy="4688996"/>
            <a:chOff x="286182" y="260634"/>
            <a:chExt cx="8572281" cy="4688996"/>
          </a:xfrm>
        </p:grpSpPr>
        <p:sp>
          <p:nvSpPr>
            <p:cNvPr id="23" name="Google Shape;23;p2"/>
            <p:cNvSpPr/>
            <p:nvPr/>
          </p:nvSpPr>
          <p:spPr>
            <a:xfrm rot="-3266906">
              <a:off x="4748035" y="476944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4;p2"/>
            <p:cNvSpPr/>
            <p:nvPr/>
          </p:nvSpPr>
          <p:spPr>
            <a:xfrm rot="1929602">
              <a:off x="5767157" y="414770"/>
              <a:ext cx="56745" cy="123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25;p2"/>
            <p:cNvSpPr/>
            <p:nvPr/>
          </p:nvSpPr>
          <p:spPr>
            <a:xfrm rot="-3266906">
              <a:off x="7309991" y="996947"/>
              <a:ext cx="128530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26;p2"/>
            <p:cNvSpPr/>
            <p:nvPr/>
          </p:nvSpPr>
          <p:spPr>
            <a:xfrm rot="3504313">
              <a:off x="1908306" y="321870"/>
              <a:ext cx="56745" cy="123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27;p2"/>
            <p:cNvSpPr/>
            <p:nvPr/>
          </p:nvSpPr>
          <p:spPr>
            <a:xfrm rot="1625383">
              <a:off x="2199229" y="4479785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28;p2"/>
            <p:cNvSpPr/>
            <p:nvPr/>
          </p:nvSpPr>
          <p:spPr>
            <a:xfrm rot="3522601">
              <a:off x="3163435" y="2497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29;p2"/>
            <p:cNvSpPr/>
            <p:nvPr/>
          </p:nvSpPr>
          <p:spPr>
            <a:xfrm rot="-2695393">
              <a:off x="1650061" y="152502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30;p2"/>
            <p:cNvSpPr/>
            <p:nvPr/>
          </p:nvSpPr>
          <p:spPr>
            <a:xfrm rot="-2695393">
              <a:off x="1160082" y="3767961"/>
              <a:ext cx="151480" cy="74315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31;p2"/>
            <p:cNvSpPr/>
            <p:nvPr/>
          </p:nvSpPr>
          <p:spPr>
            <a:xfrm rot="3522601">
              <a:off x="8752035" y="29499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32;p2"/>
            <p:cNvSpPr/>
            <p:nvPr/>
          </p:nvSpPr>
          <p:spPr>
            <a:xfrm rot="-3266906">
              <a:off x="7654210" y="2050707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3;p2"/>
            <p:cNvSpPr/>
            <p:nvPr/>
          </p:nvSpPr>
          <p:spPr>
            <a:xfrm rot="3522601">
              <a:off x="7360285" y="40500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34;p2"/>
            <p:cNvSpPr/>
            <p:nvPr/>
          </p:nvSpPr>
          <p:spPr>
            <a:xfrm rot="-2695393">
              <a:off x="754611" y="319612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35;p2"/>
            <p:cNvSpPr/>
            <p:nvPr/>
          </p:nvSpPr>
          <p:spPr>
            <a:xfrm rot="3522601">
              <a:off x="335310" y="16617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36;p2"/>
            <p:cNvSpPr/>
            <p:nvPr/>
          </p:nvSpPr>
          <p:spPr>
            <a:xfrm rot="2092046">
              <a:off x="3653745" y="4821245"/>
              <a:ext cx="56744" cy="123226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37;p2"/>
            <p:cNvSpPr/>
            <p:nvPr/>
          </p:nvSpPr>
          <p:spPr>
            <a:xfrm rot="-275899">
              <a:off x="5580609" y="4687641"/>
              <a:ext cx="57301" cy="147209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38;p2"/>
            <p:cNvSpPr/>
            <p:nvPr/>
          </p:nvSpPr>
          <p:spPr>
            <a:xfrm rot="-2695393">
              <a:off x="6645361" y="443142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9" name="Google Shape;39;p2"/>
          <p:cNvSpPr txBox="1"/>
          <p:nvPr>
            <p:ph type="ctrTitle"/>
          </p:nvPr>
        </p:nvSpPr>
        <p:spPr>
          <a:xfrm>
            <a:off x="2002525" y="1032975"/>
            <a:ext cx="5139000" cy="2553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Coiny" panose="02000903060500060000"/>
                <a:ea typeface="Coiny" panose="02000903060500060000"/>
                <a:cs typeface="Coiny" panose="02000903060500060000"/>
                <a:sym typeface="Coiny" panose="0200090306050006000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40" name="Google Shape;40;p2"/>
          <p:cNvSpPr txBox="1"/>
          <p:nvPr>
            <p:ph type="subTitle" idx="1"/>
          </p:nvPr>
        </p:nvSpPr>
        <p:spPr>
          <a:xfrm>
            <a:off x="2257750" y="3586275"/>
            <a:ext cx="4628400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3"/>
          <p:cNvGrpSpPr/>
          <p:nvPr/>
        </p:nvGrpSpPr>
        <p:grpSpPr>
          <a:xfrm>
            <a:off x="4292371" y="-825937"/>
            <a:ext cx="5475032" cy="3179531"/>
            <a:chOff x="4292371" y="-597337"/>
            <a:chExt cx="5475032" cy="3179531"/>
          </a:xfrm>
        </p:grpSpPr>
        <p:sp>
          <p:nvSpPr>
            <p:cNvPr id="43" name="Google Shape;43;p3"/>
            <p:cNvSpPr/>
            <p:nvPr/>
          </p:nvSpPr>
          <p:spPr>
            <a:xfrm>
              <a:off x="6753752" y="-525256"/>
              <a:ext cx="3013652" cy="3107450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8286698" y="-153712"/>
              <a:ext cx="150077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8503997" y="-82842"/>
              <a:ext cx="104741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8392481" y="74139"/>
              <a:ext cx="102396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8137924" y="98501"/>
              <a:ext cx="84939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8669055" y="284403"/>
              <a:ext cx="98879" cy="75690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8858475" y="-58350"/>
              <a:ext cx="62923" cy="48853"/>
            </a:xfrm>
            <a:custGeom>
              <a:avLst/>
              <a:gdLst/>
              <a:ahLst/>
              <a:cxnLst/>
              <a:rect l="l" t="t" r="r" b="b"/>
              <a:pathLst>
                <a:path w="483" h="375" extrusionOk="0">
                  <a:moveTo>
                    <a:pt x="241" y="0"/>
                  </a:moveTo>
                  <a:cubicBezTo>
                    <a:pt x="1" y="0"/>
                    <a:pt x="1" y="375"/>
                    <a:pt x="241" y="375"/>
                  </a:cubicBezTo>
                  <a:cubicBezTo>
                    <a:pt x="482" y="375"/>
                    <a:pt x="482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765346" y="-76057"/>
              <a:ext cx="2820845" cy="830503"/>
            </a:xfrm>
            <a:custGeom>
              <a:avLst/>
              <a:gdLst/>
              <a:ahLst/>
              <a:cxnLst/>
              <a:rect l="l" t="t" r="r" b="b"/>
              <a:pathLst>
                <a:path w="21653" h="6375" extrusionOk="0">
                  <a:moveTo>
                    <a:pt x="3331" y="0"/>
                  </a:moveTo>
                  <a:cubicBezTo>
                    <a:pt x="2868" y="0"/>
                    <a:pt x="2391" y="178"/>
                    <a:pt x="2035" y="470"/>
                  </a:cubicBezTo>
                  <a:cubicBezTo>
                    <a:pt x="1499" y="907"/>
                    <a:pt x="1241" y="1514"/>
                    <a:pt x="920" y="2112"/>
                  </a:cubicBezTo>
                  <a:cubicBezTo>
                    <a:pt x="857" y="2236"/>
                    <a:pt x="786" y="2451"/>
                    <a:pt x="670" y="2522"/>
                  </a:cubicBezTo>
                  <a:lnTo>
                    <a:pt x="152" y="2504"/>
                  </a:lnTo>
                  <a:cubicBezTo>
                    <a:pt x="117" y="2451"/>
                    <a:pt x="81" y="2406"/>
                    <a:pt x="45" y="2352"/>
                  </a:cubicBezTo>
                  <a:cubicBezTo>
                    <a:pt x="27" y="2504"/>
                    <a:pt x="10" y="2665"/>
                    <a:pt x="1" y="2825"/>
                  </a:cubicBezTo>
                  <a:cubicBezTo>
                    <a:pt x="81" y="2879"/>
                    <a:pt x="170" y="2914"/>
                    <a:pt x="286" y="2941"/>
                  </a:cubicBezTo>
                  <a:cubicBezTo>
                    <a:pt x="341" y="2955"/>
                    <a:pt x="394" y="2961"/>
                    <a:pt x="444" y="2961"/>
                  </a:cubicBezTo>
                  <a:cubicBezTo>
                    <a:pt x="760" y="2961"/>
                    <a:pt x="982" y="2712"/>
                    <a:pt x="1152" y="2451"/>
                  </a:cubicBezTo>
                  <a:cubicBezTo>
                    <a:pt x="1606" y="1719"/>
                    <a:pt x="1865" y="827"/>
                    <a:pt x="2739" y="488"/>
                  </a:cubicBezTo>
                  <a:cubicBezTo>
                    <a:pt x="2926" y="417"/>
                    <a:pt x="3116" y="378"/>
                    <a:pt x="3301" y="378"/>
                  </a:cubicBezTo>
                  <a:cubicBezTo>
                    <a:pt x="3602" y="378"/>
                    <a:pt x="3890" y="482"/>
                    <a:pt x="4122" y="720"/>
                  </a:cubicBezTo>
                  <a:cubicBezTo>
                    <a:pt x="4408" y="1023"/>
                    <a:pt x="4452" y="1416"/>
                    <a:pt x="4559" y="1799"/>
                  </a:cubicBezTo>
                  <a:cubicBezTo>
                    <a:pt x="4684" y="2290"/>
                    <a:pt x="4836" y="2798"/>
                    <a:pt x="5327" y="3030"/>
                  </a:cubicBezTo>
                  <a:cubicBezTo>
                    <a:pt x="5500" y="3117"/>
                    <a:pt x="5689" y="3156"/>
                    <a:pt x="5879" y="3156"/>
                  </a:cubicBezTo>
                  <a:cubicBezTo>
                    <a:pt x="6156" y="3156"/>
                    <a:pt x="6435" y="3074"/>
                    <a:pt x="6674" y="2941"/>
                  </a:cubicBezTo>
                  <a:cubicBezTo>
                    <a:pt x="6959" y="2790"/>
                    <a:pt x="7200" y="2558"/>
                    <a:pt x="7423" y="2326"/>
                  </a:cubicBezTo>
                  <a:cubicBezTo>
                    <a:pt x="7708" y="2022"/>
                    <a:pt x="7655" y="1978"/>
                    <a:pt x="8128" y="1942"/>
                  </a:cubicBezTo>
                  <a:cubicBezTo>
                    <a:pt x="8175" y="1937"/>
                    <a:pt x="8219" y="1935"/>
                    <a:pt x="8260" y="1935"/>
                  </a:cubicBezTo>
                  <a:cubicBezTo>
                    <a:pt x="8676" y="1935"/>
                    <a:pt x="8790" y="2178"/>
                    <a:pt x="8993" y="2584"/>
                  </a:cubicBezTo>
                  <a:cubicBezTo>
                    <a:pt x="9484" y="3601"/>
                    <a:pt x="9314" y="5725"/>
                    <a:pt x="10519" y="6269"/>
                  </a:cubicBezTo>
                  <a:cubicBezTo>
                    <a:pt x="10682" y="6342"/>
                    <a:pt x="10829" y="6374"/>
                    <a:pt x="10963" y="6374"/>
                  </a:cubicBezTo>
                  <a:cubicBezTo>
                    <a:pt x="11962" y="6374"/>
                    <a:pt x="12243" y="4566"/>
                    <a:pt x="12856" y="4047"/>
                  </a:cubicBezTo>
                  <a:cubicBezTo>
                    <a:pt x="13079" y="3861"/>
                    <a:pt x="13289" y="3784"/>
                    <a:pt x="13489" y="3784"/>
                  </a:cubicBezTo>
                  <a:cubicBezTo>
                    <a:pt x="14450" y="3784"/>
                    <a:pt x="15201" y="5552"/>
                    <a:pt x="16197" y="5552"/>
                  </a:cubicBezTo>
                  <a:cubicBezTo>
                    <a:pt x="16398" y="5552"/>
                    <a:pt x="16610" y="5479"/>
                    <a:pt x="16835" y="5305"/>
                  </a:cubicBezTo>
                  <a:cubicBezTo>
                    <a:pt x="17227" y="5002"/>
                    <a:pt x="17218" y="4502"/>
                    <a:pt x="17325" y="4065"/>
                  </a:cubicBezTo>
                  <a:cubicBezTo>
                    <a:pt x="17450" y="3557"/>
                    <a:pt x="17718" y="3173"/>
                    <a:pt x="18244" y="3030"/>
                  </a:cubicBezTo>
                  <a:cubicBezTo>
                    <a:pt x="18349" y="3002"/>
                    <a:pt x="18448" y="2989"/>
                    <a:pt x="18544" y="2989"/>
                  </a:cubicBezTo>
                  <a:cubicBezTo>
                    <a:pt x="18954" y="2989"/>
                    <a:pt x="19294" y="3224"/>
                    <a:pt x="19663" y="3441"/>
                  </a:cubicBezTo>
                  <a:cubicBezTo>
                    <a:pt x="19945" y="3607"/>
                    <a:pt x="20306" y="3773"/>
                    <a:pt x="20650" y="3773"/>
                  </a:cubicBezTo>
                  <a:cubicBezTo>
                    <a:pt x="20861" y="3773"/>
                    <a:pt x="21066" y="3710"/>
                    <a:pt x="21242" y="3548"/>
                  </a:cubicBezTo>
                  <a:cubicBezTo>
                    <a:pt x="21652" y="3182"/>
                    <a:pt x="21500" y="2486"/>
                    <a:pt x="21429" y="2013"/>
                  </a:cubicBezTo>
                  <a:cubicBezTo>
                    <a:pt x="21376" y="1666"/>
                    <a:pt x="21304" y="1327"/>
                    <a:pt x="21206" y="996"/>
                  </a:cubicBezTo>
                  <a:cubicBezTo>
                    <a:pt x="21028" y="827"/>
                    <a:pt x="20840" y="684"/>
                    <a:pt x="20635" y="541"/>
                  </a:cubicBezTo>
                  <a:lnTo>
                    <a:pt x="20635" y="541"/>
                  </a:lnTo>
                  <a:cubicBezTo>
                    <a:pt x="20778" y="898"/>
                    <a:pt x="20894" y="1273"/>
                    <a:pt x="20974" y="1657"/>
                  </a:cubicBezTo>
                  <a:cubicBezTo>
                    <a:pt x="21045" y="1969"/>
                    <a:pt x="21188" y="2433"/>
                    <a:pt x="21117" y="2754"/>
                  </a:cubicBezTo>
                  <a:cubicBezTo>
                    <a:pt x="21027" y="3192"/>
                    <a:pt x="20815" y="3353"/>
                    <a:pt x="20549" y="3353"/>
                  </a:cubicBezTo>
                  <a:cubicBezTo>
                    <a:pt x="20338" y="3353"/>
                    <a:pt x="20094" y="3252"/>
                    <a:pt x="19850" y="3111"/>
                  </a:cubicBezTo>
                  <a:cubicBezTo>
                    <a:pt x="19436" y="2871"/>
                    <a:pt x="19061" y="2615"/>
                    <a:pt x="18581" y="2615"/>
                  </a:cubicBezTo>
                  <a:cubicBezTo>
                    <a:pt x="18544" y="2615"/>
                    <a:pt x="18506" y="2617"/>
                    <a:pt x="18467" y="2620"/>
                  </a:cubicBezTo>
                  <a:cubicBezTo>
                    <a:pt x="18084" y="2647"/>
                    <a:pt x="17709" y="2816"/>
                    <a:pt x="17432" y="3075"/>
                  </a:cubicBezTo>
                  <a:cubicBezTo>
                    <a:pt x="17004" y="3485"/>
                    <a:pt x="17058" y="3931"/>
                    <a:pt x="16888" y="4449"/>
                  </a:cubicBezTo>
                  <a:cubicBezTo>
                    <a:pt x="16720" y="4958"/>
                    <a:pt x="16482" y="5142"/>
                    <a:pt x="16221" y="5142"/>
                  </a:cubicBezTo>
                  <a:cubicBezTo>
                    <a:pt x="15697" y="5142"/>
                    <a:pt x="15078" y="4396"/>
                    <a:pt x="14738" y="4056"/>
                  </a:cubicBezTo>
                  <a:cubicBezTo>
                    <a:pt x="14399" y="3726"/>
                    <a:pt x="13989" y="3405"/>
                    <a:pt x="13489" y="3405"/>
                  </a:cubicBezTo>
                  <a:cubicBezTo>
                    <a:pt x="13034" y="3405"/>
                    <a:pt x="12651" y="3691"/>
                    <a:pt x="12374" y="4030"/>
                  </a:cubicBezTo>
                  <a:cubicBezTo>
                    <a:pt x="12029" y="4455"/>
                    <a:pt x="11648" y="5954"/>
                    <a:pt x="10894" y="5954"/>
                  </a:cubicBezTo>
                  <a:cubicBezTo>
                    <a:pt x="10810" y="5954"/>
                    <a:pt x="10720" y="5935"/>
                    <a:pt x="10626" y="5894"/>
                  </a:cubicBezTo>
                  <a:cubicBezTo>
                    <a:pt x="10019" y="5626"/>
                    <a:pt x="9921" y="4485"/>
                    <a:pt x="9796" y="3923"/>
                  </a:cubicBezTo>
                  <a:cubicBezTo>
                    <a:pt x="9671" y="3334"/>
                    <a:pt x="9528" y="2727"/>
                    <a:pt x="9225" y="2192"/>
                  </a:cubicBezTo>
                  <a:cubicBezTo>
                    <a:pt x="9002" y="1826"/>
                    <a:pt x="8654" y="1327"/>
                    <a:pt x="8181" y="1309"/>
                  </a:cubicBezTo>
                  <a:cubicBezTo>
                    <a:pt x="8172" y="1308"/>
                    <a:pt x="8164" y="1308"/>
                    <a:pt x="8155" y="1308"/>
                  </a:cubicBezTo>
                  <a:cubicBezTo>
                    <a:pt x="7698" y="1308"/>
                    <a:pt x="7427" y="1760"/>
                    <a:pt x="7155" y="2049"/>
                  </a:cubicBezTo>
                  <a:cubicBezTo>
                    <a:pt x="6797" y="2427"/>
                    <a:pt x="6302" y="2720"/>
                    <a:pt x="5864" y="2720"/>
                  </a:cubicBezTo>
                  <a:cubicBezTo>
                    <a:pt x="5493" y="2720"/>
                    <a:pt x="5163" y="2512"/>
                    <a:pt x="4988" y="1969"/>
                  </a:cubicBezTo>
                  <a:cubicBezTo>
                    <a:pt x="4836" y="1487"/>
                    <a:pt x="4818" y="961"/>
                    <a:pt x="4497" y="541"/>
                  </a:cubicBezTo>
                  <a:cubicBezTo>
                    <a:pt x="4201" y="162"/>
                    <a:pt x="3772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1" name="Google Shape;51;p3"/>
            <p:cNvGrpSpPr/>
            <p:nvPr/>
          </p:nvGrpSpPr>
          <p:grpSpPr>
            <a:xfrm flipH="1">
              <a:off x="4292371" y="-597337"/>
              <a:ext cx="2879377" cy="1799829"/>
              <a:chOff x="4129076" y="-686277"/>
              <a:chExt cx="2879377" cy="1635316"/>
            </a:xfrm>
          </p:grpSpPr>
          <p:sp>
            <p:nvSpPr>
              <p:cNvPr id="52" name="Google Shape;52;p3"/>
              <p:cNvSpPr/>
              <p:nvPr/>
            </p:nvSpPr>
            <p:spPr>
              <a:xfrm>
                <a:off x="4129076" y="-686277"/>
                <a:ext cx="2879377" cy="1635316"/>
              </a:xfrm>
              <a:custGeom>
                <a:avLst/>
                <a:gdLst/>
                <a:ahLst/>
                <a:cxnLst/>
                <a:rect l="l" t="t" r="r" b="b"/>
                <a:pathLst>
                  <a:path w="21055" h="11958" extrusionOk="0">
                    <a:moveTo>
                      <a:pt x="16827" y="1"/>
                    </a:moveTo>
                    <a:cubicBezTo>
                      <a:pt x="16033" y="1"/>
                      <a:pt x="15235" y="124"/>
                      <a:pt x="14444" y="243"/>
                    </a:cubicBezTo>
                    <a:cubicBezTo>
                      <a:pt x="14444" y="252"/>
                      <a:pt x="14435" y="252"/>
                      <a:pt x="14426" y="252"/>
                    </a:cubicBezTo>
                    <a:lnTo>
                      <a:pt x="446" y="3392"/>
                    </a:lnTo>
                    <a:cubicBezTo>
                      <a:pt x="304" y="3419"/>
                      <a:pt x="197" y="3535"/>
                      <a:pt x="161" y="3677"/>
                    </a:cubicBezTo>
                    <a:cubicBezTo>
                      <a:pt x="0" y="4355"/>
                      <a:pt x="18" y="5087"/>
                      <a:pt x="206" y="5765"/>
                    </a:cubicBezTo>
                    <a:cubicBezTo>
                      <a:pt x="249" y="5934"/>
                      <a:pt x="403" y="6030"/>
                      <a:pt x="560" y="6030"/>
                    </a:cubicBezTo>
                    <a:cubicBezTo>
                      <a:pt x="661" y="6030"/>
                      <a:pt x="763" y="5991"/>
                      <a:pt x="839" y="5908"/>
                    </a:cubicBezTo>
                    <a:cubicBezTo>
                      <a:pt x="839" y="5908"/>
                      <a:pt x="839" y="5908"/>
                      <a:pt x="839" y="5899"/>
                    </a:cubicBezTo>
                    <a:cubicBezTo>
                      <a:pt x="917" y="5821"/>
                      <a:pt x="1014" y="5785"/>
                      <a:pt x="1110" y="5785"/>
                    </a:cubicBezTo>
                    <a:cubicBezTo>
                      <a:pt x="1288" y="5785"/>
                      <a:pt x="1461" y="5909"/>
                      <a:pt x="1490" y="6113"/>
                    </a:cubicBezTo>
                    <a:cubicBezTo>
                      <a:pt x="1535" y="6425"/>
                      <a:pt x="1481" y="6782"/>
                      <a:pt x="1472" y="7112"/>
                    </a:cubicBezTo>
                    <a:cubicBezTo>
                      <a:pt x="1448" y="7622"/>
                      <a:pt x="1734" y="8277"/>
                      <a:pt x="2213" y="8277"/>
                    </a:cubicBezTo>
                    <a:cubicBezTo>
                      <a:pt x="2253" y="8277"/>
                      <a:pt x="2295" y="8272"/>
                      <a:pt x="2338" y="8263"/>
                    </a:cubicBezTo>
                    <a:cubicBezTo>
                      <a:pt x="2721" y="8173"/>
                      <a:pt x="2882" y="7718"/>
                      <a:pt x="3203" y="7478"/>
                    </a:cubicBezTo>
                    <a:cubicBezTo>
                      <a:pt x="3357" y="7360"/>
                      <a:pt x="3532" y="7309"/>
                      <a:pt x="3712" y="7309"/>
                    </a:cubicBezTo>
                    <a:cubicBezTo>
                      <a:pt x="4232" y="7309"/>
                      <a:pt x="4793" y="7737"/>
                      <a:pt x="5005" y="8254"/>
                    </a:cubicBezTo>
                    <a:cubicBezTo>
                      <a:pt x="5299" y="8950"/>
                      <a:pt x="5210" y="9735"/>
                      <a:pt x="5362" y="10475"/>
                    </a:cubicBezTo>
                    <a:cubicBezTo>
                      <a:pt x="5501" y="11195"/>
                      <a:pt x="6028" y="11958"/>
                      <a:pt x="6754" y="11958"/>
                    </a:cubicBezTo>
                    <a:cubicBezTo>
                      <a:pt x="6775" y="11958"/>
                      <a:pt x="6795" y="11957"/>
                      <a:pt x="6816" y="11956"/>
                    </a:cubicBezTo>
                    <a:cubicBezTo>
                      <a:pt x="7646" y="11902"/>
                      <a:pt x="8074" y="10903"/>
                      <a:pt x="8083" y="10074"/>
                    </a:cubicBezTo>
                    <a:cubicBezTo>
                      <a:pt x="8101" y="9244"/>
                      <a:pt x="7922" y="8352"/>
                      <a:pt x="8342" y="7638"/>
                    </a:cubicBezTo>
                    <a:cubicBezTo>
                      <a:pt x="8501" y="7373"/>
                      <a:pt x="8783" y="7133"/>
                      <a:pt x="9077" y="7133"/>
                    </a:cubicBezTo>
                    <a:cubicBezTo>
                      <a:pt x="9129" y="7133"/>
                      <a:pt x="9182" y="7140"/>
                      <a:pt x="9234" y="7156"/>
                    </a:cubicBezTo>
                    <a:cubicBezTo>
                      <a:pt x="9698" y="7290"/>
                      <a:pt x="9814" y="7950"/>
                      <a:pt x="10268" y="8111"/>
                    </a:cubicBezTo>
                    <a:cubicBezTo>
                      <a:pt x="10333" y="8133"/>
                      <a:pt x="10396" y="8143"/>
                      <a:pt x="10457" y="8143"/>
                    </a:cubicBezTo>
                    <a:cubicBezTo>
                      <a:pt x="10897" y="8143"/>
                      <a:pt x="11257" y="7623"/>
                      <a:pt x="11500" y="7192"/>
                    </a:cubicBezTo>
                    <a:cubicBezTo>
                      <a:pt x="11702" y="6827"/>
                      <a:pt x="12110" y="6447"/>
                      <a:pt x="12474" y="6447"/>
                    </a:cubicBezTo>
                    <a:cubicBezTo>
                      <a:pt x="12591" y="6447"/>
                      <a:pt x="12703" y="6486"/>
                      <a:pt x="12802" y="6577"/>
                    </a:cubicBezTo>
                    <a:cubicBezTo>
                      <a:pt x="13061" y="6817"/>
                      <a:pt x="13034" y="7290"/>
                      <a:pt x="13346" y="7460"/>
                    </a:cubicBezTo>
                    <a:cubicBezTo>
                      <a:pt x="13413" y="7496"/>
                      <a:pt x="13481" y="7511"/>
                      <a:pt x="13551" y="7511"/>
                    </a:cubicBezTo>
                    <a:cubicBezTo>
                      <a:pt x="13950" y="7511"/>
                      <a:pt x="14389" y="7006"/>
                      <a:pt x="14772" y="7006"/>
                    </a:cubicBezTo>
                    <a:cubicBezTo>
                      <a:pt x="14849" y="7006"/>
                      <a:pt x="14925" y="7026"/>
                      <a:pt x="14997" y="7076"/>
                    </a:cubicBezTo>
                    <a:cubicBezTo>
                      <a:pt x="15104" y="7156"/>
                      <a:pt x="15166" y="7281"/>
                      <a:pt x="15211" y="7415"/>
                    </a:cubicBezTo>
                    <a:cubicBezTo>
                      <a:pt x="15648" y="8602"/>
                      <a:pt x="15273" y="10065"/>
                      <a:pt x="16040" y="11073"/>
                    </a:cubicBezTo>
                    <a:cubicBezTo>
                      <a:pt x="16156" y="11216"/>
                      <a:pt x="16290" y="11349"/>
                      <a:pt x="16460" y="11421"/>
                    </a:cubicBezTo>
                    <a:cubicBezTo>
                      <a:pt x="16543" y="11452"/>
                      <a:pt x="16631" y="11466"/>
                      <a:pt x="16720" y="11466"/>
                    </a:cubicBezTo>
                    <a:cubicBezTo>
                      <a:pt x="16908" y="11466"/>
                      <a:pt x="17102" y="11404"/>
                      <a:pt x="17272" y="11314"/>
                    </a:cubicBezTo>
                    <a:cubicBezTo>
                      <a:pt x="18262" y="10761"/>
                      <a:pt x="18360" y="9387"/>
                      <a:pt x="18244" y="8263"/>
                    </a:cubicBezTo>
                    <a:cubicBezTo>
                      <a:pt x="18217" y="7959"/>
                      <a:pt x="18208" y="7594"/>
                      <a:pt x="18476" y="7442"/>
                    </a:cubicBezTo>
                    <a:cubicBezTo>
                      <a:pt x="18538" y="7406"/>
                      <a:pt x="18606" y="7390"/>
                      <a:pt x="18675" y="7390"/>
                    </a:cubicBezTo>
                    <a:cubicBezTo>
                      <a:pt x="18866" y="7390"/>
                      <a:pt x="19067" y="7513"/>
                      <a:pt x="19172" y="7683"/>
                    </a:cubicBezTo>
                    <a:cubicBezTo>
                      <a:pt x="19243" y="7808"/>
                      <a:pt x="19288" y="7950"/>
                      <a:pt x="19306" y="8102"/>
                    </a:cubicBezTo>
                    <a:cubicBezTo>
                      <a:pt x="19335" y="8293"/>
                      <a:pt x="19492" y="8424"/>
                      <a:pt x="19671" y="8424"/>
                    </a:cubicBezTo>
                    <a:cubicBezTo>
                      <a:pt x="19709" y="8424"/>
                      <a:pt x="19748" y="8418"/>
                      <a:pt x="19787" y="8405"/>
                    </a:cubicBezTo>
                    <a:cubicBezTo>
                      <a:pt x="20251" y="8272"/>
                      <a:pt x="20635" y="7861"/>
                      <a:pt x="20813" y="7406"/>
                    </a:cubicBezTo>
                    <a:cubicBezTo>
                      <a:pt x="21054" y="6809"/>
                      <a:pt x="21018" y="6139"/>
                      <a:pt x="20983" y="5497"/>
                    </a:cubicBezTo>
                    <a:cubicBezTo>
                      <a:pt x="20947" y="4819"/>
                      <a:pt x="20911" y="4141"/>
                      <a:pt x="20867" y="3463"/>
                    </a:cubicBezTo>
                    <a:cubicBezTo>
                      <a:pt x="20849" y="3044"/>
                      <a:pt x="20822" y="2616"/>
                      <a:pt x="20697" y="2214"/>
                    </a:cubicBezTo>
                    <a:cubicBezTo>
                      <a:pt x="20331" y="1081"/>
                      <a:pt x="19181" y="341"/>
                      <a:pt x="18012" y="109"/>
                    </a:cubicBezTo>
                    <a:cubicBezTo>
                      <a:pt x="17619" y="32"/>
                      <a:pt x="17224" y="1"/>
                      <a:pt x="1682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5076447" y="119145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4964931" y="276127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5426575" y="107300"/>
                <a:ext cx="62923" cy="48853"/>
              </a:xfrm>
              <a:custGeom>
                <a:avLst/>
                <a:gdLst/>
                <a:ahLst/>
                <a:cxnLst/>
                <a:rect l="l" t="t" r="r" b="b"/>
                <a:pathLst>
                  <a:path w="483" h="375" extrusionOk="0">
                    <a:moveTo>
                      <a:pt x="241" y="0"/>
                    </a:moveTo>
                    <a:cubicBezTo>
                      <a:pt x="1" y="0"/>
                      <a:pt x="1" y="375"/>
                      <a:pt x="241" y="375"/>
                    </a:cubicBezTo>
                    <a:cubicBezTo>
                      <a:pt x="482" y="375"/>
                      <a:pt x="482" y="0"/>
                      <a:pt x="2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56" name="Google Shape;56;p3"/>
            <p:cNvSpPr/>
            <p:nvPr/>
          </p:nvSpPr>
          <p:spPr>
            <a:xfrm>
              <a:off x="4306647" y="-278289"/>
              <a:ext cx="2882611" cy="611270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" name="Google Shape;57;p3"/>
          <p:cNvGrpSpPr/>
          <p:nvPr/>
        </p:nvGrpSpPr>
        <p:grpSpPr>
          <a:xfrm flipH="1">
            <a:off x="282149" y="259450"/>
            <a:ext cx="8700658" cy="4194517"/>
            <a:chOff x="157805" y="259450"/>
            <a:chExt cx="8700658" cy="4194517"/>
          </a:xfrm>
        </p:grpSpPr>
        <p:sp>
          <p:nvSpPr>
            <p:cNvPr id="58" name="Google Shape;58;p3"/>
            <p:cNvSpPr/>
            <p:nvPr/>
          </p:nvSpPr>
          <p:spPr>
            <a:xfrm rot="-3266906">
              <a:off x="6285510" y="1830694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59;p3"/>
            <p:cNvSpPr/>
            <p:nvPr/>
          </p:nvSpPr>
          <p:spPr>
            <a:xfrm rot="-3266906">
              <a:off x="7173107" y="2567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60;p3"/>
            <p:cNvSpPr/>
            <p:nvPr/>
          </p:nvSpPr>
          <p:spPr>
            <a:xfrm rot="-3266906">
              <a:off x="5590441" y="825147"/>
              <a:ext cx="128530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61;p3"/>
            <p:cNvSpPr/>
            <p:nvPr/>
          </p:nvSpPr>
          <p:spPr>
            <a:xfrm rot="-3266906">
              <a:off x="480007" y="417959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62;p3"/>
            <p:cNvSpPr/>
            <p:nvPr/>
          </p:nvSpPr>
          <p:spPr>
            <a:xfrm rot="1625383">
              <a:off x="1507041" y="3860122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63;p3"/>
            <p:cNvSpPr/>
            <p:nvPr/>
          </p:nvSpPr>
          <p:spPr>
            <a:xfrm rot="3522601">
              <a:off x="2972285" y="84021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64;p3"/>
            <p:cNvSpPr/>
            <p:nvPr/>
          </p:nvSpPr>
          <p:spPr>
            <a:xfrm rot="-2695393">
              <a:off x="1537861" y="90917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65;p3"/>
            <p:cNvSpPr/>
            <p:nvPr/>
          </p:nvSpPr>
          <p:spPr>
            <a:xfrm rot="-2695393">
              <a:off x="161932" y="3038886"/>
              <a:ext cx="151480" cy="74315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66;p3"/>
            <p:cNvSpPr/>
            <p:nvPr/>
          </p:nvSpPr>
          <p:spPr>
            <a:xfrm rot="3522601">
              <a:off x="8752035" y="29499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67;p3"/>
            <p:cNvSpPr/>
            <p:nvPr/>
          </p:nvSpPr>
          <p:spPr>
            <a:xfrm rot="-3266906">
              <a:off x="8006135" y="3109907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68;p3"/>
            <p:cNvSpPr/>
            <p:nvPr/>
          </p:nvSpPr>
          <p:spPr>
            <a:xfrm rot="3522601">
              <a:off x="7511535" y="3698003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69;p3"/>
            <p:cNvSpPr/>
            <p:nvPr/>
          </p:nvSpPr>
          <p:spPr>
            <a:xfrm rot="-2695393">
              <a:off x="2901911" y="170120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" name="Google Shape;70;p3"/>
            <p:cNvSpPr/>
            <p:nvPr/>
          </p:nvSpPr>
          <p:spPr>
            <a:xfrm rot="-2342076">
              <a:off x="1423510" y="2612040"/>
              <a:ext cx="57301" cy="147211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71;p3"/>
            <p:cNvSpPr/>
            <p:nvPr/>
          </p:nvSpPr>
          <p:spPr>
            <a:xfrm rot="-3266906">
              <a:off x="4057157" y="417959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72;p3"/>
            <p:cNvSpPr/>
            <p:nvPr/>
          </p:nvSpPr>
          <p:spPr>
            <a:xfrm rot="3522601">
              <a:off x="5276535" y="416761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73;p3"/>
            <p:cNvSpPr/>
            <p:nvPr/>
          </p:nvSpPr>
          <p:spPr>
            <a:xfrm rot="-2695393">
              <a:off x="6704686" y="430632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4" name="Google Shape;74;p3"/>
          <p:cNvSpPr/>
          <p:nvPr/>
        </p:nvSpPr>
        <p:spPr>
          <a:xfrm rot="858113">
            <a:off x="7852557" y="5736820"/>
            <a:ext cx="56148" cy="82239"/>
          </a:xfrm>
          <a:custGeom>
            <a:avLst/>
            <a:gdLst/>
            <a:ahLst/>
            <a:cxnLst/>
            <a:rect l="l" t="t" r="r" b="b"/>
            <a:pathLst>
              <a:path w="269" h="394" extrusionOk="0">
                <a:moveTo>
                  <a:pt x="162" y="1"/>
                </a:moveTo>
                <a:cubicBezTo>
                  <a:pt x="108" y="99"/>
                  <a:pt x="54" y="197"/>
                  <a:pt x="1" y="295"/>
                </a:cubicBezTo>
                <a:cubicBezTo>
                  <a:pt x="28" y="331"/>
                  <a:pt x="46" y="358"/>
                  <a:pt x="72" y="393"/>
                </a:cubicBezTo>
                <a:cubicBezTo>
                  <a:pt x="135" y="277"/>
                  <a:pt x="197" y="153"/>
                  <a:pt x="269" y="37"/>
                </a:cubicBezTo>
                <a:cubicBezTo>
                  <a:pt x="233" y="28"/>
                  <a:pt x="197" y="10"/>
                  <a:pt x="16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" name="Google Shape;75;p3"/>
          <p:cNvSpPr/>
          <p:nvPr/>
        </p:nvSpPr>
        <p:spPr>
          <a:xfrm rot="858113">
            <a:off x="8070926" y="5749938"/>
            <a:ext cx="52391" cy="91423"/>
          </a:xfrm>
          <a:custGeom>
            <a:avLst/>
            <a:gdLst/>
            <a:ahLst/>
            <a:cxnLst/>
            <a:rect l="l" t="t" r="r" b="b"/>
            <a:pathLst>
              <a:path w="251" h="438" extrusionOk="0">
                <a:moveTo>
                  <a:pt x="251" y="1"/>
                </a:moveTo>
                <a:cubicBezTo>
                  <a:pt x="197" y="72"/>
                  <a:pt x="152" y="152"/>
                  <a:pt x="99" y="224"/>
                </a:cubicBezTo>
                <a:cubicBezTo>
                  <a:pt x="72" y="286"/>
                  <a:pt x="36" y="340"/>
                  <a:pt x="1" y="402"/>
                </a:cubicBezTo>
                <a:cubicBezTo>
                  <a:pt x="45" y="411"/>
                  <a:pt x="81" y="429"/>
                  <a:pt x="117" y="438"/>
                </a:cubicBezTo>
                <a:cubicBezTo>
                  <a:pt x="126" y="420"/>
                  <a:pt x="135" y="402"/>
                  <a:pt x="152" y="384"/>
                </a:cubicBezTo>
                <a:cubicBezTo>
                  <a:pt x="179" y="268"/>
                  <a:pt x="215" y="135"/>
                  <a:pt x="25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" name="Google Shape;76;p3"/>
          <p:cNvSpPr/>
          <p:nvPr/>
        </p:nvSpPr>
        <p:spPr>
          <a:xfrm rot="858113">
            <a:off x="7935437" y="5832172"/>
            <a:ext cx="111879" cy="184516"/>
          </a:xfrm>
          <a:custGeom>
            <a:avLst/>
            <a:gdLst/>
            <a:ahLst/>
            <a:cxnLst/>
            <a:rect l="l" t="t" r="r" b="b"/>
            <a:pathLst>
              <a:path w="536" h="884" extrusionOk="0">
                <a:moveTo>
                  <a:pt x="428" y="0"/>
                </a:moveTo>
                <a:cubicBezTo>
                  <a:pt x="366" y="116"/>
                  <a:pt x="303" y="241"/>
                  <a:pt x="241" y="357"/>
                </a:cubicBezTo>
                <a:cubicBezTo>
                  <a:pt x="223" y="393"/>
                  <a:pt x="187" y="411"/>
                  <a:pt x="178" y="437"/>
                </a:cubicBezTo>
                <a:cubicBezTo>
                  <a:pt x="116" y="553"/>
                  <a:pt x="54" y="669"/>
                  <a:pt x="0" y="794"/>
                </a:cubicBezTo>
                <a:cubicBezTo>
                  <a:pt x="27" y="830"/>
                  <a:pt x="62" y="857"/>
                  <a:pt x="89" y="883"/>
                </a:cubicBezTo>
                <a:cubicBezTo>
                  <a:pt x="134" y="785"/>
                  <a:pt x="187" y="687"/>
                  <a:pt x="241" y="589"/>
                </a:cubicBezTo>
                <a:cubicBezTo>
                  <a:pt x="339" y="411"/>
                  <a:pt x="419" y="232"/>
                  <a:pt x="526" y="63"/>
                </a:cubicBezTo>
                <a:cubicBezTo>
                  <a:pt x="526" y="54"/>
                  <a:pt x="535" y="45"/>
                  <a:pt x="535" y="36"/>
                </a:cubicBezTo>
                <a:cubicBezTo>
                  <a:pt x="500" y="27"/>
                  <a:pt x="464" y="9"/>
                  <a:pt x="42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77" name="Google Shape;77;p3"/>
          <p:cNvGrpSpPr/>
          <p:nvPr/>
        </p:nvGrpSpPr>
        <p:grpSpPr>
          <a:xfrm>
            <a:off x="-832300" y="3127179"/>
            <a:ext cx="7852753" cy="2988396"/>
            <a:chOff x="-832300" y="2822379"/>
            <a:chExt cx="7852753" cy="2988396"/>
          </a:xfrm>
        </p:grpSpPr>
        <p:sp>
          <p:nvSpPr>
            <p:cNvPr id="78" name="Google Shape;78;p3"/>
            <p:cNvSpPr/>
            <p:nvPr/>
          </p:nvSpPr>
          <p:spPr>
            <a:xfrm rot="10800000" flipH="1">
              <a:off x="2913196" y="4119346"/>
              <a:ext cx="4107257" cy="1208351"/>
            </a:xfrm>
            <a:custGeom>
              <a:avLst/>
              <a:gdLst/>
              <a:ahLst/>
              <a:cxnLst/>
              <a:rect l="l" t="t" r="r" b="b"/>
              <a:pathLst>
                <a:path w="19663" h="6405" extrusionOk="0">
                  <a:moveTo>
                    <a:pt x="15799" y="0"/>
                  </a:moveTo>
                  <a:cubicBezTo>
                    <a:pt x="14930" y="0"/>
                    <a:pt x="14048" y="589"/>
                    <a:pt x="13212" y="812"/>
                  </a:cubicBezTo>
                  <a:cubicBezTo>
                    <a:pt x="12864" y="905"/>
                    <a:pt x="12513" y="943"/>
                    <a:pt x="12160" y="943"/>
                  </a:cubicBezTo>
                  <a:cubicBezTo>
                    <a:pt x="10715" y="943"/>
                    <a:pt x="9235" y="318"/>
                    <a:pt x="7772" y="318"/>
                  </a:cubicBezTo>
                  <a:cubicBezTo>
                    <a:pt x="7530" y="318"/>
                    <a:pt x="7289" y="336"/>
                    <a:pt x="7048" y="375"/>
                  </a:cubicBezTo>
                  <a:cubicBezTo>
                    <a:pt x="6660" y="444"/>
                    <a:pt x="6281" y="563"/>
                    <a:pt x="5886" y="563"/>
                  </a:cubicBezTo>
                  <a:cubicBezTo>
                    <a:pt x="5872" y="563"/>
                    <a:pt x="5858" y="563"/>
                    <a:pt x="5844" y="563"/>
                  </a:cubicBezTo>
                  <a:cubicBezTo>
                    <a:pt x="5288" y="550"/>
                    <a:pt x="4709" y="284"/>
                    <a:pt x="4175" y="284"/>
                  </a:cubicBezTo>
                  <a:cubicBezTo>
                    <a:pt x="3971" y="284"/>
                    <a:pt x="3774" y="323"/>
                    <a:pt x="3587" y="429"/>
                  </a:cubicBezTo>
                  <a:cubicBezTo>
                    <a:pt x="3444" y="509"/>
                    <a:pt x="3319" y="616"/>
                    <a:pt x="3167" y="661"/>
                  </a:cubicBezTo>
                  <a:cubicBezTo>
                    <a:pt x="3094" y="682"/>
                    <a:pt x="3019" y="690"/>
                    <a:pt x="2941" y="690"/>
                  </a:cubicBezTo>
                  <a:cubicBezTo>
                    <a:pt x="2593" y="690"/>
                    <a:pt x="2206" y="519"/>
                    <a:pt x="1846" y="519"/>
                  </a:cubicBezTo>
                  <a:cubicBezTo>
                    <a:pt x="1668" y="519"/>
                    <a:pt x="1496" y="561"/>
                    <a:pt x="1338" y="688"/>
                  </a:cubicBezTo>
                  <a:cubicBezTo>
                    <a:pt x="1187" y="812"/>
                    <a:pt x="1071" y="991"/>
                    <a:pt x="883" y="1044"/>
                  </a:cubicBezTo>
                  <a:cubicBezTo>
                    <a:pt x="842" y="1055"/>
                    <a:pt x="799" y="1057"/>
                    <a:pt x="756" y="1057"/>
                  </a:cubicBezTo>
                  <a:cubicBezTo>
                    <a:pt x="721" y="1057"/>
                    <a:pt x="686" y="1056"/>
                    <a:pt x="651" y="1056"/>
                  </a:cubicBezTo>
                  <a:cubicBezTo>
                    <a:pt x="618" y="1056"/>
                    <a:pt x="585" y="1057"/>
                    <a:pt x="553" y="1062"/>
                  </a:cubicBezTo>
                  <a:cubicBezTo>
                    <a:pt x="268" y="1098"/>
                    <a:pt x="63" y="1392"/>
                    <a:pt x="27" y="1687"/>
                  </a:cubicBezTo>
                  <a:cubicBezTo>
                    <a:pt x="0" y="1981"/>
                    <a:pt x="107" y="2275"/>
                    <a:pt x="250" y="2534"/>
                  </a:cubicBezTo>
                  <a:cubicBezTo>
                    <a:pt x="535" y="3080"/>
                    <a:pt x="1051" y="3574"/>
                    <a:pt x="1628" y="3574"/>
                  </a:cubicBezTo>
                  <a:cubicBezTo>
                    <a:pt x="1682" y="3574"/>
                    <a:pt x="1738" y="3569"/>
                    <a:pt x="1793" y="3560"/>
                  </a:cubicBezTo>
                  <a:cubicBezTo>
                    <a:pt x="2025" y="3524"/>
                    <a:pt x="2239" y="3408"/>
                    <a:pt x="2462" y="3337"/>
                  </a:cubicBezTo>
                  <a:cubicBezTo>
                    <a:pt x="2635" y="3288"/>
                    <a:pt x="2809" y="3268"/>
                    <a:pt x="2985" y="3268"/>
                  </a:cubicBezTo>
                  <a:cubicBezTo>
                    <a:pt x="3537" y="3268"/>
                    <a:pt x="4102" y="3459"/>
                    <a:pt x="4657" y="3507"/>
                  </a:cubicBezTo>
                  <a:cubicBezTo>
                    <a:pt x="4746" y="3514"/>
                    <a:pt x="4836" y="3517"/>
                    <a:pt x="4925" y="3517"/>
                  </a:cubicBezTo>
                  <a:cubicBezTo>
                    <a:pt x="6130" y="3517"/>
                    <a:pt x="7329" y="2921"/>
                    <a:pt x="8502" y="2921"/>
                  </a:cubicBezTo>
                  <a:cubicBezTo>
                    <a:pt x="8786" y="2921"/>
                    <a:pt x="9069" y="2956"/>
                    <a:pt x="9350" y="3043"/>
                  </a:cubicBezTo>
                  <a:cubicBezTo>
                    <a:pt x="9813" y="3185"/>
                    <a:pt x="10393" y="3373"/>
                    <a:pt x="10822" y="3551"/>
                  </a:cubicBezTo>
                  <a:cubicBezTo>
                    <a:pt x="11294" y="3756"/>
                    <a:pt x="11384" y="4086"/>
                    <a:pt x="11223" y="4595"/>
                  </a:cubicBezTo>
                  <a:cubicBezTo>
                    <a:pt x="11143" y="4871"/>
                    <a:pt x="11036" y="5157"/>
                    <a:pt x="11125" y="5434"/>
                  </a:cubicBezTo>
                  <a:cubicBezTo>
                    <a:pt x="11204" y="5665"/>
                    <a:pt x="11444" y="5804"/>
                    <a:pt x="11680" y="5804"/>
                  </a:cubicBezTo>
                  <a:cubicBezTo>
                    <a:pt x="11817" y="5804"/>
                    <a:pt x="11951" y="5758"/>
                    <a:pt x="12053" y="5657"/>
                  </a:cubicBezTo>
                  <a:cubicBezTo>
                    <a:pt x="12293" y="5416"/>
                    <a:pt x="12276" y="5023"/>
                    <a:pt x="12204" y="4684"/>
                  </a:cubicBezTo>
                  <a:cubicBezTo>
                    <a:pt x="12124" y="4309"/>
                    <a:pt x="11928" y="3872"/>
                    <a:pt x="12035" y="3498"/>
                  </a:cubicBezTo>
                  <a:cubicBezTo>
                    <a:pt x="12169" y="3061"/>
                    <a:pt x="12731" y="2686"/>
                    <a:pt x="13114" y="2543"/>
                  </a:cubicBezTo>
                  <a:cubicBezTo>
                    <a:pt x="13328" y="2465"/>
                    <a:pt x="13554" y="2426"/>
                    <a:pt x="13779" y="2426"/>
                  </a:cubicBezTo>
                  <a:cubicBezTo>
                    <a:pt x="14120" y="2426"/>
                    <a:pt x="14461" y="2514"/>
                    <a:pt x="14756" y="2686"/>
                  </a:cubicBezTo>
                  <a:cubicBezTo>
                    <a:pt x="15014" y="2837"/>
                    <a:pt x="15246" y="3061"/>
                    <a:pt x="15344" y="3355"/>
                  </a:cubicBezTo>
                  <a:cubicBezTo>
                    <a:pt x="15478" y="3810"/>
                    <a:pt x="15246" y="4283"/>
                    <a:pt x="15095" y="4738"/>
                  </a:cubicBezTo>
                  <a:cubicBezTo>
                    <a:pt x="14970" y="5086"/>
                    <a:pt x="14889" y="5478"/>
                    <a:pt x="15005" y="5835"/>
                  </a:cubicBezTo>
                  <a:cubicBezTo>
                    <a:pt x="15107" y="6147"/>
                    <a:pt x="15393" y="6405"/>
                    <a:pt x="15701" y="6405"/>
                  </a:cubicBezTo>
                  <a:cubicBezTo>
                    <a:pt x="15746" y="6405"/>
                    <a:pt x="15790" y="6399"/>
                    <a:pt x="15835" y="6388"/>
                  </a:cubicBezTo>
                  <a:cubicBezTo>
                    <a:pt x="16210" y="6290"/>
                    <a:pt x="16397" y="5817"/>
                    <a:pt x="16388" y="5407"/>
                  </a:cubicBezTo>
                  <a:cubicBezTo>
                    <a:pt x="16388" y="4996"/>
                    <a:pt x="16272" y="4586"/>
                    <a:pt x="16317" y="4185"/>
                  </a:cubicBezTo>
                  <a:cubicBezTo>
                    <a:pt x="16379" y="3583"/>
                    <a:pt x="16671" y="3442"/>
                    <a:pt x="17037" y="3442"/>
                  </a:cubicBezTo>
                  <a:cubicBezTo>
                    <a:pt x="17360" y="3442"/>
                    <a:pt x="17739" y="3551"/>
                    <a:pt x="18068" y="3551"/>
                  </a:cubicBezTo>
                  <a:cubicBezTo>
                    <a:pt x="18119" y="3551"/>
                    <a:pt x="18169" y="3548"/>
                    <a:pt x="18217" y="3542"/>
                  </a:cubicBezTo>
                  <a:cubicBezTo>
                    <a:pt x="18654" y="3489"/>
                    <a:pt x="19020" y="3069"/>
                    <a:pt x="19038" y="2614"/>
                  </a:cubicBezTo>
                  <a:cubicBezTo>
                    <a:pt x="19038" y="2445"/>
                    <a:pt x="19011" y="2267"/>
                    <a:pt x="19091" y="2124"/>
                  </a:cubicBezTo>
                  <a:cubicBezTo>
                    <a:pt x="19145" y="2026"/>
                    <a:pt x="19243" y="1963"/>
                    <a:pt x="19323" y="1892"/>
                  </a:cubicBezTo>
                  <a:cubicBezTo>
                    <a:pt x="19662" y="1553"/>
                    <a:pt x="19537" y="902"/>
                    <a:pt x="19154" y="616"/>
                  </a:cubicBezTo>
                  <a:cubicBezTo>
                    <a:pt x="18952" y="462"/>
                    <a:pt x="18703" y="397"/>
                    <a:pt x="18449" y="397"/>
                  </a:cubicBezTo>
                  <a:cubicBezTo>
                    <a:pt x="18231" y="397"/>
                    <a:pt x="18008" y="445"/>
                    <a:pt x="17807" y="527"/>
                  </a:cubicBezTo>
                  <a:cubicBezTo>
                    <a:pt x="17672" y="577"/>
                    <a:pt x="17538" y="644"/>
                    <a:pt x="17403" y="644"/>
                  </a:cubicBezTo>
                  <a:cubicBezTo>
                    <a:pt x="17395" y="644"/>
                    <a:pt x="17387" y="643"/>
                    <a:pt x="17378" y="643"/>
                  </a:cubicBezTo>
                  <a:cubicBezTo>
                    <a:pt x="17164" y="634"/>
                    <a:pt x="16995" y="465"/>
                    <a:pt x="16825" y="340"/>
                  </a:cubicBezTo>
                  <a:cubicBezTo>
                    <a:pt x="16488" y="93"/>
                    <a:pt x="16144" y="0"/>
                    <a:pt x="157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79;p3"/>
            <p:cNvSpPr/>
            <p:nvPr/>
          </p:nvSpPr>
          <p:spPr>
            <a:xfrm rot="10800000">
              <a:off x="-340466" y="4249667"/>
              <a:ext cx="3984225" cy="1378898"/>
            </a:xfrm>
            <a:custGeom>
              <a:avLst/>
              <a:gdLst/>
              <a:ahLst/>
              <a:cxnLst/>
              <a:rect l="l" t="t" r="r" b="b"/>
              <a:pathLst>
                <a:path w="19074" h="7309" extrusionOk="0">
                  <a:moveTo>
                    <a:pt x="14216" y="14"/>
                  </a:moveTo>
                  <a:cubicBezTo>
                    <a:pt x="13596" y="14"/>
                    <a:pt x="12976" y="28"/>
                    <a:pt x="12356" y="46"/>
                  </a:cubicBezTo>
                  <a:cubicBezTo>
                    <a:pt x="10259" y="90"/>
                    <a:pt x="8163" y="161"/>
                    <a:pt x="6066" y="269"/>
                  </a:cubicBezTo>
                  <a:cubicBezTo>
                    <a:pt x="5023" y="322"/>
                    <a:pt x="3970" y="376"/>
                    <a:pt x="2926" y="447"/>
                  </a:cubicBezTo>
                  <a:cubicBezTo>
                    <a:pt x="1624" y="527"/>
                    <a:pt x="0" y="545"/>
                    <a:pt x="295" y="2329"/>
                  </a:cubicBezTo>
                  <a:cubicBezTo>
                    <a:pt x="348" y="2659"/>
                    <a:pt x="571" y="2981"/>
                    <a:pt x="901" y="3052"/>
                  </a:cubicBezTo>
                  <a:cubicBezTo>
                    <a:pt x="973" y="3070"/>
                    <a:pt x="1044" y="3070"/>
                    <a:pt x="1106" y="3114"/>
                  </a:cubicBezTo>
                  <a:cubicBezTo>
                    <a:pt x="1222" y="3195"/>
                    <a:pt x="1213" y="3364"/>
                    <a:pt x="1204" y="3507"/>
                  </a:cubicBezTo>
                  <a:cubicBezTo>
                    <a:pt x="1142" y="4096"/>
                    <a:pt x="1204" y="4738"/>
                    <a:pt x="1570" y="5202"/>
                  </a:cubicBezTo>
                  <a:cubicBezTo>
                    <a:pt x="1804" y="5504"/>
                    <a:pt x="2193" y="5693"/>
                    <a:pt x="2565" y="5693"/>
                  </a:cubicBezTo>
                  <a:cubicBezTo>
                    <a:pt x="2776" y="5693"/>
                    <a:pt x="2981" y="5632"/>
                    <a:pt x="3149" y="5496"/>
                  </a:cubicBezTo>
                  <a:cubicBezTo>
                    <a:pt x="3363" y="5318"/>
                    <a:pt x="3479" y="5059"/>
                    <a:pt x="3640" y="4836"/>
                  </a:cubicBezTo>
                  <a:cubicBezTo>
                    <a:pt x="3797" y="4618"/>
                    <a:pt x="4023" y="4408"/>
                    <a:pt x="4292" y="4408"/>
                  </a:cubicBezTo>
                  <a:cubicBezTo>
                    <a:pt x="4298" y="4408"/>
                    <a:pt x="4303" y="4408"/>
                    <a:pt x="4309" y="4408"/>
                  </a:cubicBezTo>
                  <a:cubicBezTo>
                    <a:pt x="4621" y="4426"/>
                    <a:pt x="4853" y="4720"/>
                    <a:pt x="4933" y="5023"/>
                  </a:cubicBezTo>
                  <a:cubicBezTo>
                    <a:pt x="5014" y="5327"/>
                    <a:pt x="4996" y="5648"/>
                    <a:pt x="5058" y="5951"/>
                  </a:cubicBezTo>
                  <a:cubicBezTo>
                    <a:pt x="5201" y="6611"/>
                    <a:pt x="5763" y="7156"/>
                    <a:pt x="6423" y="7280"/>
                  </a:cubicBezTo>
                  <a:cubicBezTo>
                    <a:pt x="6522" y="7299"/>
                    <a:pt x="6623" y="7308"/>
                    <a:pt x="6723" y="7308"/>
                  </a:cubicBezTo>
                  <a:cubicBezTo>
                    <a:pt x="7290" y="7308"/>
                    <a:pt x="7853" y="7018"/>
                    <a:pt x="8172" y="6540"/>
                  </a:cubicBezTo>
                  <a:cubicBezTo>
                    <a:pt x="8261" y="6397"/>
                    <a:pt x="8341" y="6237"/>
                    <a:pt x="8475" y="6139"/>
                  </a:cubicBezTo>
                  <a:cubicBezTo>
                    <a:pt x="8546" y="6082"/>
                    <a:pt x="8641" y="6048"/>
                    <a:pt x="8731" y="6048"/>
                  </a:cubicBezTo>
                  <a:cubicBezTo>
                    <a:pt x="8812" y="6048"/>
                    <a:pt x="8888" y="6075"/>
                    <a:pt x="8939" y="6139"/>
                  </a:cubicBezTo>
                  <a:cubicBezTo>
                    <a:pt x="8993" y="6219"/>
                    <a:pt x="9001" y="6317"/>
                    <a:pt x="9037" y="6406"/>
                  </a:cubicBezTo>
                  <a:cubicBezTo>
                    <a:pt x="9114" y="6603"/>
                    <a:pt x="9322" y="6703"/>
                    <a:pt x="9535" y="6703"/>
                  </a:cubicBezTo>
                  <a:cubicBezTo>
                    <a:pt x="9669" y="6703"/>
                    <a:pt x="9805" y="6664"/>
                    <a:pt x="9911" y="6585"/>
                  </a:cubicBezTo>
                  <a:cubicBezTo>
                    <a:pt x="10188" y="6379"/>
                    <a:pt x="10286" y="6014"/>
                    <a:pt x="10295" y="5666"/>
                  </a:cubicBezTo>
                  <a:cubicBezTo>
                    <a:pt x="10295" y="5327"/>
                    <a:pt x="10224" y="4988"/>
                    <a:pt x="10215" y="4640"/>
                  </a:cubicBezTo>
                  <a:cubicBezTo>
                    <a:pt x="10215" y="4256"/>
                    <a:pt x="10366" y="3855"/>
                    <a:pt x="10670" y="3614"/>
                  </a:cubicBezTo>
                  <a:cubicBezTo>
                    <a:pt x="10799" y="3515"/>
                    <a:pt x="10944" y="3462"/>
                    <a:pt x="11075" y="3462"/>
                  </a:cubicBezTo>
                  <a:cubicBezTo>
                    <a:pt x="11287" y="3462"/>
                    <a:pt x="11466" y="3600"/>
                    <a:pt x="11499" y="3908"/>
                  </a:cubicBezTo>
                  <a:cubicBezTo>
                    <a:pt x="11526" y="4140"/>
                    <a:pt x="11455" y="4390"/>
                    <a:pt x="11508" y="4631"/>
                  </a:cubicBezTo>
                  <a:cubicBezTo>
                    <a:pt x="11562" y="4899"/>
                    <a:pt x="11776" y="5139"/>
                    <a:pt x="12044" y="5211"/>
                  </a:cubicBezTo>
                  <a:cubicBezTo>
                    <a:pt x="12109" y="5231"/>
                    <a:pt x="12178" y="5240"/>
                    <a:pt x="12247" y="5240"/>
                  </a:cubicBezTo>
                  <a:cubicBezTo>
                    <a:pt x="12457" y="5240"/>
                    <a:pt x="12670" y="5151"/>
                    <a:pt x="12811" y="4997"/>
                  </a:cubicBezTo>
                  <a:lnTo>
                    <a:pt x="12811" y="4997"/>
                  </a:lnTo>
                  <a:cubicBezTo>
                    <a:pt x="12748" y="5443"/>
                    <a:pt x="13034" y="5907"/>
                    <a:pt x="13453" y="6058"/>
                  </a:cubicBezTo>
                  <a:cubicBezTo>
                    <a:pt x="13552" y="6091"/>
                    <a:pt x="13656" y="6107"/>
                    <a:pt x="13760" y="6107"/>
                  </a:cubicBezTo>
                  <a:cubicBezTo>
                    <a:pt x="14102" y="6107"/>
                    <a:pt x="14444" y="5934"/>
                    <a:pt x="14622" y="5639"/>
                  </a:cubicBezTo>
                  <a:cubicBezTo>
                    <a:pt x="14943" y="5104"/>
                    <a:pt x="14729" y="4328"/>
                    <a:pt x="15148" y="3864"/>
                  </a:cubicBezTo>
                  <a:cubicBezTo>
                    <a:pt x="15225" y="3779"/>
                    <a:pt x="15336" y="3707"/>
                    <a:pt x="15452" y="3707"/>
                  </a:cubicBezTo>
                  <a:cubicBezTo>
                    <a:pt x="15469" y="3707"/>
                    <a:pt x="15487" y="3708"/>
                    <a:pt x="15505" y="3712"/>
                  </a:cubicBezTo>
                  <a:cubicBezTo>
                    <a:pt x="15737" y="3757"/>
                    <a:pt x="15790" y="4060"/>
                    <a:pt x="15781" y="4301"/>
                  </a:cubicBezTo>
                  <a:cubicBezTo>
                    <a:pt x="15746" y="4818"/>
                    <a:pt x="15639" y="5327"/>
                    <a:pt x="15683" y="5844"/>
                  </a:cubicBezTo>
                  <a:cubicBezTo>
                    <a:pt x="15728" y="6353"/>
                    <a:pt x="15978" y="6897"/>
                    <a:pt x="16451" y="7093"/>
                  </a:cubicBezTo>
                  <a:cubicBezTo>
                    <a:pt x="16566" y="7142"/>
                    <a:pt x="16687" y="7164"/>
                    <a:pt x="16808" y="7164"/>
                  </a:cubicBezTo>
                  <a:cubicBezTo>
                    <a:pt x="17329" y="7164"/>
                    <a:pt x="17850" y="6746"/>
                    <a:pt x="17958" y="6210"/>
                  </a:cubicBezTo>
                  <a:cubicBezTo>
                    <a:pt x="18038" y="5773"/>
                    <a:pt x="17896" y="5327"/>
                    <a:pt x="17807" y="4890"/>
                  </a:cubicBezTo>
                  <a:cubicBezTo>
                    <a:pt x="17717" y="4452"/>
                    <a:pt x="17691" y="3953"/>
                    <a:pt x="17967" y="3605"/>
                  </a:cubicBezTo>
                  <a:cubicBezTo>
                    <a:pt x="18190" y="3748"/>
                    <a:pt x="18146" y="4185"/>
                    <a:pt x="18413" y="4221"/>
                  </a:cubicBezTo>
                  <a:cubicBezTo>
                    <a:pt x="18421" y="4221"/>
                    <a:pt x="18428" y="4222"/>
                    <a:pt x="18436" y="4222"/>
                  </a:cubicBezTo>
                  <a:cubicBezTo>
                    <a:pt x="18501" y="4222"/>
                    <a:pt x="18571" y="4189"/>
                    <a:pt x="18627" y="4149"/>
                  </a:cubicBezTo>
                  <a:cubicBezTo>
                    <a:pt x="18877" y="3962"/>
                    <a:pt x="18939" y="3614"/>
                    <a:pt x="18913" y="3302"/>
                  </a:cubicBezTo>
                  <a:cubicBezTo>
                    <a:pt x="18886" y="2998"/>
                    <a:pt x="18797" y="2695"/>
                    <a:pt x="18806" y="2383"/>
                  </a:cubicBezTo>
                  <a:cubicBezTo>
                    <a:pt x="18806" y="2088"/>
                    <a:pt x="18904" y="1803"/>
                    <a:pt x="18931" y="1517"/>
                  </a:cubicBezTo>
                  <a:cubicBezTo>
                    <a:pt x="19073" y="1"/>
                    <a:pt x="17066" y="126"/>
                    <a:pt x="16076" y="63"/>
                  </a:cubicBezTo>
                  <a:cubicBezTo>
                    <a:pt x="15456" y="28"/>
                    <a:pt x="14836" y="14"/>
                    <a:pt x="14216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80;p3"/>
            <p:cNvSpPr/>
            <p:nvPr/>
          </p:nvSpPr>
          <p:spPr>
            <a:xfrm rot="10800000" flipH="1">
              <a:off x="-832300" y="2822379"/>
              <a:ext cx="3103456" cy="2988396"/>
            </a:xfrm>
            <a:custGeom>
              <a:avLst/>
              <a:gdLst/>
              <a:ahLst/>
              <a:cxnLst/>
              <a:rect l="l" t="t" r="r" b="b"/>
              <a:pathLst>
                <a:path w="22438" h="23922" extrusionOk="0">
                  <a:moveTo>
                    <a:pt x="3165" y="1"/>
                  </a:moveTo>
                  <a:cubicBezTo>
                    <a:pt x="2537" y="1"/>
                    <a:pt x="1924" y="119"/>
                    <a:pt x="1419" y="447"/>
                  </a:cubicBezTo>
                  <a:cubicBezTo>
                    <a:pt x="688" y="920"/>
                    <a:pt x="277" y="1776"/>
                    <a:pt x="144" y="2651"/>
                  </a:cubicBezTo>
                  <a:cubicBezTo>
                    <a:pt x="1" y="3516"/>
                    <a:pt x="99" y="4426"/>
                    <a:pt x="188" y="5327"/>
                  </a:cubicBezTo>
                  <a:cubicBezTo>
                    <a:pt x="313" y="6487"/>
                    <a:pt x="438" y="7655"/>
                    <a:pt x="563" y="8824"/>
                  </a:cubicBezTo>
                  <a:cubicBezTo>
                    <a:pt x="652" y="9618"/>
                    <a:pt x="813" y="10537"/>
                    <a:pt x="1517" y="10947"/>
                  </a:cubicBezTo>
                  <a:cubicBezTo>
                    <a:pt x="1731" y="11074"/>
                    <a:pt x="1965" y="11129"/>
                    <a:pt x="2201" y="11129"/>
                  </a:cubicBezTo>
                  <a:cubicBezTo>
                    <a:pt x="2665" y="11129"/>
                    <a:pt x="3137" y="10916"/>
                    <a:pt x="3480" y="10608"/>
                  </a:cubicBezTo>
                  <a:cubicBezTo>
                    <a:pt x="3730" y="10385"/>
                    <a:pt x="3935" y="10109"/>
                    <a:pt x="4229" y="9948"/>
                  </a:cubicBezTo>
                  <a:cubicBezTo>
                    <a:pt x="4365" y="9876"/>
                    <a:pt x="4526" y="9835"/>
                    <a:pt x="4683" y="9835"/>
                  </a:cubicBezTo>
                  <a:cubicBezTo>
                    <a:pt x="4876" y="9835"/>
                    <a:pt x="5065" y="9898"/>
                    <a:pt x="5193" y="10046"/>
                  </a:cubicBezTo>
                  <a:cubicBezTo>
                    <a:pt x="5318" y="10189"/>
                    <a:pt x="5362" y="10358"/>
                    <a:pt x="5398" y="10537"/>
                  </a:cubicBezTo>
                  <a:cubicBezTo>
                    <a:pt x="5880" y="12705"/>
                    <a:pt x="5086" y="14953"/>
                    <a:pt x="5684" y="17103"/>
                  </a:cubicBezTo>
                  <a:cubicBezTo>
                    <a:pt x="5728" y="17263"/>
                    <a:pt x="5800" y="17442"/>
                    <a:pt x="5951" y="17495"/>
                  </a:cubicBezTo>
                  <a:cubicBezTo>
                    <a:pt x="5988" y="17509"/>
                    <a:pt x="6027" y="17513"/>
                    <a:pt x="6066" y="17513"/>
                  </a:cubicBezTo>
                  <a:cubicBezTo>
                    <a:pt x="6130" y="17513"/>
                    <a:pt x="6197" y="17501"/>
                    <a:pt x="6263" y="17495"/>
                  </a:cubicBezTo>
                  <a:cubicBezTo>
                    <a:pt x="6274" y="17495"/>
                    <a:pt x="6284" y="17494"/>
                    <a:pt x="6294" y="17494"/>
                  </a:cubicBezTo>
                  <a:cubicBezTo>
                    <a:pt x="6648" y="17494"/>
                    <a:pt x="6973" y="17790"/>
                    <a:pt x="7120" y="18120"/>
                  </a:cubicBezTo>
                  <a:cubicBezTo>
                    <a:pt x="7280" y="18459"/>
                    <a:pt x="7289" y="18842"/>
                    <a:pt x="7298" y="19208"/>
                  </a:cubicBezTo>
                  <a:cubicBezTo>
                    <a:pt x="7325" y="19966"/>
                    <a:pt x="7343" y="20725"/>
                    <a:pt x="7361" y="21492"/>
                  </a:cubicBezTo>
                  <a:cubicBezTo>
                    <a:pt x="7379" y="21973"/>
                    <a:pt x="7388" y="22464"/>
                    <a:pt x="7566" y="22919"/>
                  </a:cubicBezTo>
                  <a:cubicBezTo>
                    <a:pt x="7744" y="23383"/>
                    <a:pt x="8128" y="23811"/>
                    <a:pt x="8610" y="23900"/>
                  </a:cubicBezTo>
                  <a:cubicBezTo>
                    <a:pt x="8679" y="23915"/>
                    <a:pt x="8748" y="23921"/>
                    <a:pt x="8817" y="23921"/>
                  </a:cubicBezTo>
                  <a:cubicBezTo>
                    <a:pt x="9309" y="23921"/>
                    <a:pt x="9754" y="23572"/>
                    <a:pt x="9966" y="23133"/>
                  </a:cubicBezTo>
                  <a:cubicBezTo>
                    <a:pt x="10216" y="22625"/>
                    <a:pt x="10233" y="22036"/>
                    <a:pt x="10242" y="21465"/>
                  </a:cubicBezTo>
                  <a:cubicBezTo>
                    <a:pt x="10287" y="19529"/>
                    <a:pt x="10331" y="17602"/>
                    <a:pt x="10376" y="15675"/>
                  </a:cubicBezTo>
                  <a:cubicBezTo>
                    <a:pt x="10403" y="14382"/>
                    <a:pt x="10546" y="12883"/>
                    <a:pt x="11634" y="12241"/>
                  </a:cubicBezTo>
                  <a:cubicBezTo>
                    <a:pt x="11831" y="12122"/>
                    <a:pt x="12075" y="12052"/>
                    <a:pt x="12314" y="12052"/>
                  </a:cubicBezTo>
                  <a:cubicBezTo>
                    <a:pt x="12593" y="12052"/>
                    <a:pt x="12865" y="12148"/>
                    <a:pt x="13043" y="12374"/>
                  </a:cubicBezTo>
                  <a:cubicBezTo>
                    <a:pt x="13382" y="12803"/>
                    <a:pt x="13275" y="13543"/>
                    <a:pt x="13757" y="13784"/>
                  </a:cubicBezTo>
                  <a:cubicBezTo>
                    <a:pt x="13845" y="13830"/>
                    <a:pt x="13940" y="13848"/>
                    <a:pt x="14034" y="13848"/>
                  </a:cubicBezTo>
                  <a:cubicBezTo>
                    <a:pt x="14122" y="13848"/>
                    <a:pt x="14211" y="13832"/>
                    <a:pt x="14292" y="13811"/>
                  </a:cubicBezTo>
                  <a:cubicBezTo>
                    <a:pt x="14837" y="13668"/>
                    <a:pt x="15211" y="13213"/>
                    <a:pt x="15506" y="12749"/>
                  </a:cubicBezTo>
                  <a:cubicBezTo>
                    <a:pt x="15800" y="12294"/>
                    <a:pt x="16059" y="11786"/>
                    <a:pt x="16487" y="11447"/>
                  </a:cubicBezTo>
                  <a:cubicBezTo>
                    <a:pt x="16738" y="11248"/>
                    <a:pt x="17072" y="11120"/>
                    <a:pt x="17401" y="11120"/>
                  </a:cubicBezTo>
                  <a:cubicBezTo>
                    <a:pt x="17633" y="11120"/>
                    <a:pt x="17862" y="11183"/>
                    <a:pt x="18057" y="11331"/>
                  </a:cubicBezTo>
                  <a:cubicBezTo>
                    <a:pt x="18307" y="11518"/>
                    <a:pt x="18459" y="11812"/>
                    <a:pt x="18708" y="12009"/>
                  </a:cubicBezTo>
                  <a:cubicBezTo>
                    <a:pt x="18919" y="12177"/>
                    <a:pt x="19178" y="12252"/>
                    <a:pt x="19439" y="12252"/>
                  </a:cubicBezTo>
                  <a:cubicBezTo>
                    <a:pt x="19676" y="12252"/>
                    <a:pt x="19914" y="12190"/>
                    <a:pt x="20118" y="12080"/>
                  </a:cubicBezTo>
                  <a:cubicBezTo>
                    <a:pt x="20546" y="11848"/>
                    <a:pt x="20840" y="11447"/>
                    <a:pt x="21072" y="11027"/>
                  </a:cubicBezTo>
                  <a:cubicBezTo>
                    <a:pt x="21742" y="9823"/>
                    <a:pt x="22036" y="8422"/>
                    <a:pt x="22223" y="7031"/>
                  </a:cubicBezTo>
                  <a:cubicBezTo>
                    <a:pt x="22357" y="6014"/>
                    <a:pt x="22437" y="4952"/>
                    <a:pt x="22179" y="3926"/>
                  </a:cubicBezTo>
                  <a:cubicBezTo>
                    <a:pt x="21920" y="2900"/>
                    <a:pt x="21269" y="1892"/>
                    <a:pt x="20287" y="1446"/>
                  </a:cubicBezTo>
                  <a:cubicBezTo>
                    <a:pt x="19592" y="1125"/>
                    <a:pt x="18815" y="1116"/>
                    <a:pt x="18066" y="1116"/>
                  </a:cubicBezTo>
                  <a:lnTo>
                    <a:pt x="16240" y="1116"/>
                  </a:lnTo>
                  <a:cubicBezTo>
                    <a:pt x="15137" y="528"/>
                    <a:pt x="13904" y="351"/>
                    <a:pt x="12677" y="351"/>
                  </a:cubicBezTo>
                  <a:cubicBezTo>
                    <a:pt x="12265" y="351"/>
                    <a:pt x="11853" y="371"/>
                    <a:pt x="11447" y="403"/>
                  </a:cubicBezTo>
                  <a:cubicBezTo>
                    <a:pt x="10277" y="486"/>
                    <a:pt x="9107" y="653"/>
                    <a:pt x="7930" y="653"/>
                  </a:cubicBezTo>
                  <a:cubicBezTo>
                    <a:pt x="7474" y="653"/>
                    <a:pt x="7017" y="628"/>
                    <a:pt x="6558" y="563"/>
                  </a:cubicBezTo>
                  <a:cubicBezTo>
                    <a:pt x="5684" y="438"/>
                    <a:pt x="4818" y="171"/>
                    <a:pt x="3944" y="55"/>
                  </a:cubicBezTo>
                  <a:cubicBezTo>
                    <a:pt x="3686" y="21"/>
                    <a:pt x="3424" y="1"/>
                    <a:pt x="31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81;p3"/>
            <p:cNvSpPr/>
            <p:nvPr/>
          </p:nvSpPr>
          <p:spPr>
            <a:xfrm rot="10800000" flipH="1">
              <a:off x="-780432" y="4432385"/>
              <a:ext cx="3005946" cy="611246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82;p3"/>
            <p:cNvSpPr/>
            <p:nvPr/>
          </p:nvSpPr>
          <p:spPr>
            <a:xfrm rot="545520" flipH="1">
              <a:off x="1446668" y="4935474"/>
              <a:ext cx="1944197" cy="371661"/>
            </a:xfrm>
            <a:custGeom>
              <a:avLst/>
              <a:gdLst/>
              <a:ahLst/>
              <a:cxnLst/>
              <a:rect l="l" t="t" r="r" b="b"/>
              <a:pathLst>
                <a:path w="14096" h="2965" extrusionOk="0">
                  <a:moveTo>
                    <a:pt x="7233" y="0"/>
                  </a:moveTo>
                  <a:cubicBezTo>
                    <a:pt x="7160" y="0"/>
                    <a:pt x="7087" y="4"/>
                    <a:pt x="7012" y="12"/>
                  </a:cubicBezTo>
                  <a:cubicBezTo>
                    <a:pt x="5977" y="119"/>
                    <a:pt x="5272" y="931"/>
                    <a:pt x="4487" y="1510"/>
                  </a:cubicBezTo>
                  <a:cubicBezTo>
                    <a:pt x="3718" y="2084"/>
                    <a:pt x="2849" y="2352"/>
                    <a:pt x="1954" y="2352"/>
                  </a:cubicBezTo>
                  <a:cubicBezTo>
                    <a:pt x="1428" y="2352"/>
                    <a:pt x="894" y="2260"/>
                    <a:pt x="366" y="2081"/>
                  </a:cubicBezTo>
                  <a:cubicBezTo>
                    <a:pt x="338" y="2072"/>
                    <a:pt x="312" y="2067"/>
                    <a:pt x="288" y="2067"/>
                  </a:cubicBezTo>
                  <a:cubicBezTo>
                    <a:pt x="70" y="2067"/>
                    <a:pt x="1" y="2430"/>
                    <a:pt x="250" y="2518"/>
                  </a:cubicBezTo>
                  <a:cubicBezTo>
                    <a:pt x="830" y="2716"/>
                    <a:pt x="1422" y="2827"/>
                    <a:pt x="2014" y="2827"/>
                  </a:cubicBezTo>
                  <a:cubicBezTo>
                    <a:pt x="2569" y="2827"/>
                    <a:pt x="3123" y="2730"/>
                    <a:pt x="3667" y="2518"/>
                  </a:cubicBezTo>
                  <a:cubicBezTo>
                    <a:pt x="4737" y="2099"/>
                    <a:pt x="5415" y="1162"/>
                    <a:pt x="6423" y="690"/>
                  </a:cubicBezTo>
                  <a:cubicBezTo>
                    <a:pt x="6688" y="567"/>
                    <a:pt x="6945" y="515"/>
                    <a:pt x="7196" y="515"/>
                  </a:cubicBezTo>
                  <a:cubicBezTo>
                    <a:pt x="8317" y="515"/>
                    <a:pt x="9317" y="1559"/>
                    <a:pt x="10286" y="2055"/>
                  </a:cubicBezTo>
                  <a:cubicBezTo>
                    <a:pt x="11366" y="2608"/>
                    <a:pt x="12552" y="2893"/>
                    <a:pt x="13774" y="2965"/>
                  </a:cubicBezTo>
                  <a:cubicBezTo>
                    <a:pt x="13780" y="2965"/>
                    <a:pt x="13785" y="2965"/>
                    <a:pt x="13791" y="2965"/>
                  </a:cubicBezTo>
                  <a:cubicBezTo>
                    <a:pt x="14095" y="2965"/>
                    <a:pt x="14090" y="2482"/>
                    <a:pt x="13774" y="2456"/>
                  </a:cubicBezTo>
                  <a:cubicBezTo>
                    <a:pt x="12293" y="2367"/>
                    <a:pt x="10928" y="1930"/>
                    <a:pt x="9697" y="1109"/>
                  </a:cubicBezTo>
                  <a:cubicBezTo>
                    <a:pt x="8944" y="612"/>
                    <a:pt x="8168" y="0"/>
                    <a:pt x="7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83" name="Google Shape;83;p3"/>
            <p:cNvGrpSpPr/>
            <p:nvPr/>
          </p:nvGrpSpPr>
          <p:grpSpPr>
            <a:xfrm>
              <a:off x="3170024" y="4891658"/>
              <a:ext cx="2541057" cy="307401"/>
              <a:chOff x="402925" y="1712075"/>
              <a:chExt cx="554925" cy="74325"/>
            </a:xfrm>
          </p:grpSpPr>
          <p:sp>
            <p:nvSpPr>
              <p:cNvPr id="84" name="Google Shape;84;p3"/>
              <p:cNvSpPr/>
              <p:nvPr/>
            </p:nvSpPr>
            <p:spPr>
              <a:xfrm>
                <a:off x="402925" y="1712075"/>
                <a:ext cx="554925" cy="74325"/>
              </a:xfrm>
              <a:custGeom>
                <a:avLst/>
                <a:gdLst/>
                <a:ahLst/>
                <a:cxnLst/>
                <a:rect l="l" t="t" r="r" b="b"/>
                <a:pathLst>
                  <a:path w="22197" h="2973" extrusionOk="0">
                    <a:moveTo>
                      <a:pt x="14200" y="0"/>
                    </a:moveTo>
                    <a:cubicBezTo>
                      <a:pt x="12609" y="0"/>
                      <a:pt x="11533" y="1781"/>
                      <a:pt x="10046" y="2206"/>
                    </a:cubicBezTo>
                    <a:cubicBezTo>
                      <a:pt x="9688" y="2309"/>
                      <a:pt x="9344" y="2353"/>
                      <a:pt x="9009" y="2353"/>
                    </a:cubicBezTo>
                    <a:cubicBezTo>
                      <a:pt x="7218" y="2353"/>
                      <a:pt x="5692" y="1101"/>
                      <a:pt x="3881" y="868"/>
                    </a:cubicBezTo>
                    <a:cubicBezTo>
                      <a:pt x="3597" y="831"/>
                      <a:pt x="3311" y="813"/>
                      <a:pt x="3024" y="813"/>
                    </a:cubicBezTo>
                    <a:cubicBezTo>
                      <a:pt x="1994" y="813"/>
                      <a:pt x="956" y="1043"/>
                      <a:pt x="1" y="1448"/>
                    </a:cubicBezTo>
                    <a:cubicBezTo>
                      <a:pt x="18" y="1591"/>
                      <a:pt x="36" y="1742"/>
                      <a:pt x="45" y="1885"/>
                    </a:cubicBezTo>
                    <a:cubicBezTo>
                      <a:pt x="1022" y="1510"/>
                      <a:pt x="2029" y="1241"/>
                      <a:pt x="3062" y="1241"/>
                    </a:cubicBezTo>
                    <a:cubicBezTo>
                      <a:pt x="3529" y="1241"/>
                      <a:pt x="4001" y="1296"/>
                      <a:pt x="4479" y="1421"/>
                    </a:cubicBezTo>
                    <a:cubicBezTo>
                      <a:pt x="6106" y="1839"/>
                      <a:pt x="7421" y="2821"/>
                      <a:pt x="9055" y="2821"/>
                    </a:cubicBezTo>
                    <a:cubicBezTo>
                      <a:pt x="9339" y="2821"/>
                      <a:pt x="9632" y="2791"/>
                      <a:pt x="9939" y="2724"/>
                    </a:cubicBezTo>
                    <a:cubicBezTo>
                      <a:pt x="10786" y="2536"/>
                      <a:pt x="11491" y="2099"/>
                      <a:pt x="12151" y="1564"/>
                    </a:cubicBezTo>
                    <a:cubicBezTo>
                      <a:pt x="12846" y="1005"/>
                      <a:pt x="13485" y="551"/>
                      <a:pt x="14236" y="551"/>
                    </a:cubicBezTo>
                    <a:cubicBezTo>
                      <a:pt x="14565" y="551"/>
                      <a:pt x="14915" y="638"/>
                      <a:pt x="15300" y="841"/>
                    </a:cubicBezTo>
                    <a:cubicBezTo>
                      <a:pt x="16148" y="1296"/>
                      <a:pt x="16870" y="1921"/>
                      <a:pt x="17762" y="2304"/>
                    </a:cubicBezTo>
                    <a:cubicBezTo>
                      <a:pt x="18530" y="2626"/>
                      <a:pt x="19333" y="2831"/>
                      <a:pt x="20153" y="2920"/>
                    </a:cubicBezTo>
                    <a:cubicBezTo>
                      <a:pt x="20474" y="2955"/>
                      <a:pt x="20798" y="2972"/>
                      <a:pt x="21124" y="2972"/>
                    </a:cubicBezTo>
                    <a:cubicBezTo>
                      <a:pt x="21469" y="2972"/>
                      <a:pt x="21816" y="2952"/>
                      <a:pt x="22161" y="2911"/>
                    </a:cubicBezTo>
                    <a:cubicBezTo>
                      <a:pt x="22169" y="2733"/>
                      <a:pt x="22187" y="2554"/>
                      <a:pt x="22196" y="2385"/>
                    </a:cubicBezTo>
                    <a:lnTo>
                      <a:pt x="22196" y="2385"/>
                    </a:lnTo>
                    <a:cubicBezTo>
                      <a:pt x="21821" y="2435"/>
                      <a:pt x="21444" y="2462"/>
                      <a:pt x="21065" y="2462"/>
                    </a:cubicBezTo>
                    <a:cubicBezTo>
                      <a:pt x="20640" y="2462"/>
                      <a:pt x="20212" y="2429"/>
                      <a:pt x="19779" y="2358"/>
                    </a:cubicBezTo>
                    <a:cubicBezTo>
                      <a:pt x="18815" y="2206"/>
                      <a:pt x="17870" y="1867"/>
                      <a:pt x="17031" y="1359"/>
                    </a:cubicBezTo>
                    <a:cubicBezTo>
                      <a:pt x="16264" y="895"/>
                      <a:pt x="15559" y="244"/>
                      <a:pt x="14649" y="47"/>
                    </a:cubicBezTo>
                    <a:cubicBezTo>
                      <a:pt x="14494" y="15"/>
                      <a:pt x="14345" y="0"/>
                      <a:pt x="14200" y="0"/>
                    </a:cubicBezTo>
                    <a:close/>
                  </a:path>
                </a:pathLst>
              </a:custGeom>
              <a:solidFill>
                <a:srgbClr val="6946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576675" y="1712075"/>
                <a:ext cx="352400" cy="74125"/>
              </a:xfrm>
              <a:custGeom>
                <a:avLst/>
                <a:gdLst/>
                <a:ahLst/>
                <a:cxnLst/>
                <a:rect l="l" t="t" r="r" b="b"/>
                <a:pathLst>
                  <a:path w="14096" h="2965" extrusionOk="0">
                    <a:moveTo>
                      <a:pt x="7233" y="0"/>
                    </a:moveTo>
                    <a:cubicBezTo>
                      <a:pt x="7160" y="0"/>
                      <a:pt x="7087" y="4"/>
                      <a:pt x="7012" y="12"/>
                    </a:cubicBezTo>
                    <a:cubicBezTo>
                      <a:pt x="5977" y="119"/>
                      <a:pt x="5272" y="931"/>
                      <a:pt x="4487" y="1510"/>
                    </a:cubicBezTo>
                    <a:cubicBezTo>
                      <a:pt x="3718" y="2084"/>
                      <a:pt x="2849" y="2352"/>
                      <a:pt x="1954" y="2352"/>
                    </a:cubicBezTo>
                    <a:cubicBezTo>
                      <a:pt x="1428" y="2352"/>
                      <a:pt x="894" y="2260"/>
                      <a:pt x="366" y="2081"/>
                    </a:cubicBezTo>
                    <a:cubicBezTo>
                      <a:pt x="338" y="2072"/>
                      <a:pt x="312" y="2067"/>
                      <a:pt x="288" y="2067"/>
                    </a:cubicBezTo>
                    <a:cubicBezTo>
                      <a:pt x="70" y="2067"/>
                      <a:pt x="1" y="2430"/>
                      <a:pt x="250" y="2518"/>
                    </a:cubicBezTo>
                    <a:cubicBezTo>
                      <a:pt x="830" y="2716"/>
                      <a:pt x="1422" y="2827"/>
                      <a:pt x="2014" y="2827"/>
                    </a:cubicBezTo>
                    <a:cubicBezTo>
                      <a:pt x="2569" y="2827"/>
                      <a:pt x="3123" y="2730"/>
                      <a:pt x="3667" y="2518"/>
                    </a:cubicBezTo>
                    <a:cubicBezTo>
                      <a:pt x="4737" y="2099"/>
                      <a:pt x="5415" y="1162"/>
                      <a:pt x="6423" y="690"/>
                    </a:cubicBezTo>
                    <a:cubicBezTo>
                      <a:pt x="6688" y="567"/>
                      <a:pt x="6945" y="515"/>
                      <a:pt x="7196" y="515"/>
                    </a:cubicBezTo>
                    <a:cubicBezTo>
                      <a:pt x="8317" y="515"/>
                      <a:pt x="9317" y="1559"/>
                      <a:pt x="10286" y="2055"/>
                    </a:cubicBezTo>
                    <a:cubicBezTo>
                      <a:pt x="11366" y="2608"/>
                      <a:pt x="12552" y="2893"/>
                      <a:pt x="13774" y="2965"/>
                    </a:cubicBezTo>
                    <a:cubicBezTo>
                      <a:pt x="13780" y="2965"/>
                      <a:pt x="13785" y="2965"/>
                      <a:pt x="13791" y="2965"/>
                    </a:cubicBezTo>
                    <a:cubicBezTo>
                      <a:pt x="14095" y="2965"/>
                      <a:pt x="14090" y="2482"/>
                      <a:pt x="13774" y="2456"/>
                    </a:cubicBezTo>
                    <a:cubicBezTo>
                      <a:pt x="12293" y="2367"/>
                      <a:pt x="10928" y="1930"/>
                      <a:pt x="9697" y="1109"/>
                    </a:cubicBezTo>
                    <a:cubicBezTo>
                      <a:pt x="8944" y="612"/>
                      <a:pt x="8168" y="0"/>
                      <a:pt x="7233" y="0"/>
                    </a:cubicBezTo>
                    <a:close/>
                  </a:path>
                </a:pathLst>
              </a:custGeom>
              <a:solidFill>
                <a:srgbClr val="6946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6" name="Google Shape;86;p3"/>
            <p:cNvGrpSpPr/>
            <p:nvPr/>
          </p:nvGrpSpPr>
          <p:grpSpPr>
            <a:xfrm>
              <a:off x="43449" y="3940163"/>
              <a:ext cx="1088274" cy="513805"/>
              <a:chOff x="8137924" y="-153712"/>
              <a:chExt cx="1088274" cy="513805"/>
            </a:xfrm>
          </p:grpSpPr>
          <p:sp>
            <p:nvSpPr>
              <p:cNvPr id="87" name="Google Shape;87;p3"/>
              <p:cNvSpPr/>
              <p:nvPr/>
            </p:nvSpPr>
            <p:spPr>
              <a:xfrm>
                <a:off x="8286698" y="-153712"/>
                <a:ext cx="150077" cy="11633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893" extrusionOk="0">
                    <a:moveTo>
                      <a:pt x="571" y="1"/>
                    </a:moveTo>
                    <a:cubicBezTo>
                      <a:pt x="0" y="1"/>
                      <a:pt x="0" y="893"/>
                      <a:pt x="571" y="893"/>
                    </a:cubicBezTo>
                    <a:cubicBezTo>
                      <a:pt x="1151" y="893"/>
                      <a:pt x="1151" y="1"/>
                      <a:pt x="5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8503997" y="-82842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8392481" y="74139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8137924" y="98501"/>
                <a:ext cx="84939" cy="6644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510" extrusionOk="0">
                    <a:moveTo>
                      <a:pt x="331" y="1"/>
                    </a:moveTo>
                    <a:cubicBezTo>
                      <a:pt x="0" y="1"/>
                      <a:pt x="0" y="509"/>
                      <a:pt x="331" y="509"/>
                    </a:cubicBezTo>
                    <a:cubicBezTo>
                      <a:pt x="652" y="509"/>
                      <a:pt x="652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8669055" y="284403"/>
                <a:ext cx="98879" cy="75690"/>
              </a:xfrm>
              <a:custGeom>
                <a:avLst/>
                <a:gdLst/>
                <a:ahLst/>
                <a:cxnLst/>
                <a:rect l="l" t="t" r="r" b="b"/>
                <a:pathLst>
                  <a:path w="759" h="581" extrusionOk="0">
                    <a:moveTo>
                      <a:pt x="375" y="1"/>
                    </a:moveTo>
                    <a:cubicBezTo>
                      <a:pt x="0" y="1"/>
                      <a:pt x="0" y="581"/>
                      <a:pt x="375" y="581"/>
                    </a:cubicBezTo>
                    <a:cubicBezTo>
                      <a:pt x="759" y="581"/>
                      <a:pt x="759" y="1"/>
                      <a:pt x="3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9163275" y="246450"/>
                <a:ext cx="62923" cy="48853"/>
              </a:xfrm>
              <a:custGeom>
                <a:avLst/>
                <a:gdLst/>
                <a:ahLst/>
                <a:cxnLst/>
                <a:rect l="l" t="t" r="r" b="b"/>
                <a:pathLst>
                  <a:path w="483" h="375" extrusionOk="0">
                    <a:moveTo>
                      <a:pt x="241" y="0"/>
                    </a:moveTo>
                    <a:cubicBezTo>
                      <a:pt x="1" y="0"/>
                      <a:pt x="1" y="375"/>
                      <a:pt x="241" y="375"/>
                    </a:cubicBezTo>
                    <a:cubicBezTo>
                      <a:pt x="482" y="375"/>
                      <a:pt x="482" y="0"/>
                      <a:pt x="2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3" name="Google Shape;93;p3"/>
            <p:cNvGrpSpPr/>
            <p:nvPr/>
          </p:nvGrpSpPr>
          <p:grpSpPr>
            <a:xfrm flipH="1">
              <a:off x="2817626" y="4802698"/>
              <a:ext cx="524567" cy="272843"/>
              <a:chOff x="4964931" y="107300"/>
              <a:chExt cx="524567" cy="247904"/>
            </a:xfrm>
          </p:grpSpPr>
          <p:sp>
            <p:nvSpPr>
              <p:cNvPr id="94" name="Google Shape;94;p3"/>
              <p:cNvSpPr/>
              <p:nvPr/>
            </p:nvSpPr>
            <p:spPr>
              <a:xfrm>
                <a:off x="5076447" y="119145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" name="Google Shape;95;p3"/>
              <p:cNvSpPr/>
              <p:nvPr/>
            </p:nvSpPr>
            <p:spPr>
              <a:xfrm>
                <a:off x="4964931" y="276127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5426575" y="107300"/>
                <a:ext cx="62923" cy="48853"/>
              </a:xfrm>
              <a:custGeom>
                <a:avLst/>
                <a:gdLst/>
                <a:ahLst/>
                <a:cxnLst/>
                <a:rect l="l" t="t" r="r" b="b"/>
                <a:pathLst>
                  <a:path w="483" h="375" extrusionOk="0">
                    <a:moveTo>
                      <a:pt x="241" y="0"/>
                    </a:moveTo>
                    <a:cubicBezTo>
                      <a:pt x="1" y="0"/>
                      <a:pt x="1" y="375"/>
                      <a:pt x="241" y="375"/>
                    </a:cubicBezTo>
                    <a:cubicBezTo>
                      <a:pt x="482" y="375"/>
                      <a:pt x="482" y="0"/>
                      <a:pt x="2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97" name="Google Shape;97;p3"/>
          <p:cNvSpPr txBox="1"/>
          <p:nvPr>
            <p:ph type="title"/>
          </p:nvPr>
        </p:nvSpPr>
        <p:spPr>
          <a:xfrm>
            <a:off x="2461050" y="2314050"/>
            <a:ext cx="42219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8" name="Google Shape;98;p3"/>
          <p:cNvSpPr txBox="1"/>
          <p:nvPr>
            <p:ph type="title" idx="2" hasCustomPrompt="1"/>
          </p:nvPr>
        </p:nvSpPr>
        <p:spPr>
          <a:xfrm>
            <a:off x="3997950" y="1472250"/>
            <a:ext cx="1148100" cy="841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9" name="Google Shape;99;p3"/>
          <p:cNvSpPr txBox="1"/>
          <p:nvPr>
            <p:ph type="subTitle" idx="1"/>
          </p:nvPr>
        </p:nvSpPr>
        <p:spPr>
          <a:xfrm>
            <a:off x="2461050" y="3155850"/>
            <a:ext cx="4221900" cy="5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4"/>
          <p:cNvGrpSpPr/>
          <p:nvPr/>
        </p:nvGrpSpPr>
        <p:grpSpPr>
          <a:xfrm>
            <a:off x="284093" y="121584"/>
            <a:ext cx="8726696" cy="4828046"/>
            <a:chOff x="284093" y="121584"/>
            <a:chExt cx="8726696" cy="4828046"/>
          </a:xfrm>
        </p:grpSpPr>
        <p:sp>
          <p:nvSpPr>
            <p:cNvPr id="102" name="Google Shape;102;p4"/>
            <p:cNvSpPr/>
            <p:nvPr/>
          </p:nvSpPr>
          <p:spPr>
            <a:xfrm rot="-3266906">
              <a:off x="5434410" y="197319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103;p4"/>
            <p:cNvSpPr/>
            <p:nvPr/>
          </p:nvSpPr>
          <p:spPr>
            <a:xfrm rot="1929602">
              <a:off x="7800082" y="198145"/>
              <a:ext cx="56745" cy="123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104;p4"/>
            <p:cNvSpPr/>
            <p:nvPr/>
          </p:nvSpPr>
          <p:spPr>
            <a:xfrm rot="-3266906">
              <a:off x="8575616" y="753672"/>
              <a:ext cx="128530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" name="Google Shape;105;p4"/>
            <p:cNvSpPr/>
            <p:nvPr/>
          </p:nvSpPr>
          <p:spPr>
            <a:xfrm rot="3504313">
              <a:off x="1082906" y="128945"/>
              <a:ext cx="56745" cy="123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106;p4"/>
            <p:cNvSpPr/>
            <p:nvPr/>
          </p:nvSpPr>
          <p:spPr>
            <a:xfrm rot="1625383">
              <a:off x="2164479" y="4729710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107;p4"/>
            <p:cNvSpPr/>
            <p:nvPr/>
          </p:nvSpPr>
          <p:spPr>
            <a:xfrm rot="3522601">
              <a:off x="3189510" y="1106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108;p4"/>
            <p:cNvSpPr/>
            <p:nvPr/>
          </p:nvSpPr>
          <p:spPr>
            <a:xfrm rot="-2695393">
              <a:off x="8397461" y="428137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109;p4"/>
            <p:cNvSpPr/>
            <p:nvPr/>
          </p:nvSpPr>
          <p:spPr>
            <a:xfrm rot="-2695393">
              <a:off x="288220" y="4611286"/>
              <a:ext cx="151480" cy="74315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110;p4"/>
            <p:cNvSpPr/>
            <p:nvPr/>
          </p:nvSpPr>
          <p:spPr>
            <a:xfrm rot="3522601">
              <a:off x="8611235" y="37089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111;p4"/>
            <p:cNvSpPr/>
            <p:nvPr/>
          </p:nvSpPr>
          <p:spPr>
            <a:xfrm rot="-3266906">
              <a:off x="8921535" y="1715857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112;p4"/>
            <p:cNvSpPr/>
            <p:nvPr/>
          </p:nvSpPr>
          <p:spPr>
            <a:xfrm rot="3522601">
              <a:off x="7820785" y="4574853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113;p4"/>
            <p:cNvSpPr/>
            <p:nvPr/>
          </p:nvSpPr>
          <p:spPr>
            <a:xfrm rot="2330256">
              <a:off x="679660" y="3569727"/>
              <a:ext cx="66877" cy="145230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4"/>
            <p:cNvSpPr/>
            <p:nvPr/>
          </p:nvSpPr>
          <p:spPr>
            <a:xfrm rot="-3475107">
              <a:off x="335309" y="1661792"/>
              <a:ext cx="57300" cy="147206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115;p4"/>
            <p:cNvSpPr/>
            <p:nvPr/>
          </p:nvSpPr>
          <p:spPr>
            <a:xfrm rot="2092046">
              <a:off x="3653745" y="4821245"/>
              <a:ext cx="56744" cy="123226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116;p4"/>
            <p:cNvSpPr/>
            <p:nvPr/>
          </p:nvSpPr>
          <p:spPr>
            <a:xfrm rot="-275899">
              <a:off x="5580609" y="4687641"/>
              <a:ext cx="57301" cy="147209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117;p4"/>
            <p:cNvSpPr/>
            <p:nvPr/>
          </p:nvSpPr>
          <p:spPr>
            <a:xfrm rot="-8100000">
              <a:off x="6645361" y="443142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8" name="Google Shape;11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9" name="Google Shape;119;p4"/>
          <p:cNvSpPr txBox="1"/>
          <p:nvPr>
            <p:ph type="body" idx="1"/>
          </p:nvPr>
        </p:nvSpPr>
        <p:spPr>
          <a:xfrm>
            <a:off x="720000" y="1215750"/>
            <a:ext cx="7704000" cy="3388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5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5"/>
          <p:cNvGrpSpPr/>
          <p:nvPr/>
        </p:nvGrpSpPr>
        <p:grpSpPr>
          <a:xfrm>
            <a:off x="7222902" y="-525256"/>
            <a:ext cx="3013652" cy="3107450"/>
            <a:chOff x="1120850" y="1643725"/>
            <a:chExt cx="578325" cy="596325"/>
          </a:xfrm>
        </p:grpSpPr>
        <p:sp>
          <p:nvSpPr>
            <p:cNvPr id="122" name="Google Shape;122;p5"/>
            <p:cNvSpPr/>
            <p:nvPr/>
          </p:nvSpPr>
          <p:spPr>
            <a:xfrm>
              <a:off x="1120850" y="1643725"/>
              <a:ext cx="578325" cy="596325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1415025" y="1715025"/>
              <a:ext cx="28800" cy="22325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1456725" y="1728625"/>
              <a:ext cx="20100" cy="15650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1435325" y="1758750"/>
              <a:ext cx="19650" cy="15175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1386475" y="1763425"/>
              <a:ext cx="16300" cy="1275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1488400" y="1799100"/>
              <a:ext cx="18975" cy="14525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1524750" y="1733325"/>
              <a:ext cx="12075" cy="9375"/>
            </a:xfrm>
            <a:custGeom>
              <a:avLst/>
              <a:gdLst/>
              <a:ahLst/>
              <a:cxnLst/>
              <a:rect l="l" t="t" r="r" b="b"/>
              <a:pathLst>
                <a:path w="483" h="375" extrusionOk="0">
                  <a:moveTo>
                    <a:pt x="241" y="0"/>
                  </a:moveTo>
                  <a:cubicBezTo>
                    <a:pt x="1" y="0"/>
                    <a:pt x="1" y="375"/>
                    <a:pt x="241" y="375"/>
                  </a:cubicBezTo>
                  <a:cubicBezTo>
                    <a:pt x="482" y="375"/>
                    <a:pt x="482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1123075" y="1744550"/>
              <a:ext cx="541325" cy="159375"/>
            </a:xfrm>
            <a:custGeom>
              <a:avLst/>
              <a:gdLst/>
              <a:ahLst/>
              <a:cxnLst/>
              <a:rect l="l" t="t" r="r" b="b"/>
              <a:pathLst>
                <a:path w="21653" h="6375" extrusionOk="0">
                  <a:moveTo>
                    <a:pt x="3331" y="0"/>
                  </a:moveTo>
                  <a:cubicBezTo>
                    <a:pt x="2868" y="0"/>
                    <a:pt x="2391" y="178"/>
                    <a:pt x="2035" y="470"/>
                  </a:cubicBezTo>
                  <a:cubicBezTo>
                    <a:pt x="1499" y="907"/>
                    <a:pt x="1241" y="1514"/>
                    <a:pt x="920" y="2112"/>
                  </a:cubicBezTo>
                  <a:cubicBezTo>
                    <a:pt x="857" y="2236"/>
                    <a:pt x="786" y="2451"/>
                    <a:pt x="670" y="2522"/>
                  </a:cubicBezTo>
                  <a:lnTo>
                    <a:pt x="152" y="2504"/>
                  </a:lnTo>
                  <a:cubicBezTo>
                    <a:pt x="117" y="2451"/>
                    <a:pt x="81" y="2406"/>
                    <a:pt x="45" y="2352"/>
                  </a:cubicBezTo>
                  <a:cubicBezTo>
                    <a:pt x="27" y="2504"/>
                    <a:pt x="10" y="2665"/>
                    <a:pt x="1" y="2825"/>
                  </a:cubicBezTo>
                  <a:cubicBezTo>
                    <a:pt x="81" y="2879"/>
                    <a:pt x="170" y="2914"/>
                    <a:pt x="286" y="2941"/>
                  </a:cubicBezTo>
                  <a:cubicBezTo>
                    <a:pt x="341" y="2955"/>
                    <a:pt x="394" y="2961"/>
                    <a:pt x="444" y="2961"/>
                  </a:cubicBezTo>
                  <a:cubicBezTo>
                    <a:pt x="760" y="2961"/>
                    <a:pt x="982" y="2712"/>
                    <a:pt x="1152" y="2451"/>
                  </a:cubicBezTo>
                  <a:cubicBezTo>
                    <a:pt x="1606" y="1719"/>
                    <a:pt x="1865" y="827"/>
                    <a:pt x="2739" y="488"/>
                  </a:cubicBezTo>
                  <a:cubicBezTo>
                    <a:pt x="2926" y="417"/>
                    <a:pt x="3116" y="378"/>
                    <a:pt x="3301" y="378"/>
                  </a:cubicBezTo>
                  <a:cubicBezTo>
                    <a:pt x="3602" y="378"/>
                    <a:pt x="3890" y="482"/>
                    <a:pt x="4122" y="720"/>
                  </a:cubicBezTo>
                  <a:cubicBezTo>
                    <a:pt x="4408" y="1023"/>
                    <a:pt x="4452" y="1416"/>
                    <a:pt x="4559" y="1799"/>
                  </a:cubicBezTo>
                  <a:cubicBezTo>
                    <a:pt x="4684" y="2290"/>
                    <a:pt x="4836" y="2798"/>
                    <a:pt x="5327" y="3030"/>
                  </a:cubicBezTo>
                  <a:cubicBezTo>
                    <a:pt x="5500" y="3117"/>
                    <a:pt x="5689" y="3156"/>
                    <a:pt x="5879" y="3156"/>
                  </a:cubicBezTo>
                  <a:cubicBezTo>
                    <a:pt x="6156" y="3156"/>
                    <a:pt x="6435" y="3074"/>
                    <a:pt x="6674" y="2941"/>
                  </a:cubicBezTo>
                  <a:cubicBezTo>
                    <a:pt x="6959" y="2790"/>
                    <a:pt x="7200" y="2558"/>
                    <a:pt x="7423" y="2326"/>
                  </a:cubicBezTo>
                  <a:cubicBezTo>
                    <a:pt x="7708" y="2022"/>
                    <a:pt x="7655" y="1978"/>
                    <a:pt x="8128" y="1942"/>
                  </a:cubicBezTo>
                  <a:cubicBezTo>
                    <a:pt x="8175" y="1937"/>
                    <a:pt x="8219" y="1935"/>
                    <a:pt x="8260" y="1935"/>
                  </a:cubicBezTo>
                  <a:cubicBezTo>
                    <a:pt x="8676" y="1935"/>
                    <a:pt x="8790" y="2178"/>
                    <a:pt x="8993" y="2584"/>
                  </a:cubicBezTo>
                  <a:cubicBezTo>
                    <a:pt x="9484" y="3601"/>
                    <a:pt x="9314" y="5725"/>
                    <a:pt x="10519" y="6269"/>
                  </a:cubicBezTo>
                  <a:cubicBezTo>
                    <a:pt x="10682" y="6342"/>
                    <a:pt x="10829" y="6374"/>
                    <a:pt x="10963" y="6374"/>
                  </a:cubicBezTo>
                  <a:cubicBezTo>
                    <a:pt x="11962" y="6374"/>
                    <a:pt x="12243" y="4566"/>
                    <a:pt x="12856" y="4047"/>
                  </a:cubicBezTo>
                  <a:cubicBezTo>
                    <a:pt x="13079" y="3861"/>
                    <a:pt x="13289" y="3784"/>
                    <a:pt x="13489" y="3784"/>
                  </a:cubicBezTo>
                  <a:cubicBezTo>
                    <a:pt x="14450" y="3784"/>
                    <a:pt x="15201" y="5552"/>
                    <a:pt x="16197" y="5552"/>
                  </a:cubicBezTo>
                  <a:cubicBezTo>
                    <a:pt x="16398" y="5552"/>
                    <a:pt x="16610" y="5479"/>
                    <a:pt x="16835" y="5305"/>
                  </a:cubicBezTo>
                  <a:cubicBezTo>
                    <a:pt x="17227" y="5002"/>
                    <a:pt x="17218" y="4502"/>
                    <a:pt x="17325" y="4065"/>
                  </a:cubicBezTo>
                  <a:cubicBezTo>
                    <a:pt x="17450" y="3557"/>
                    <a:pt x="17718" y="3173"/>
                    <a:pt x="18244" y="3030"/>
                  </a:cubicBezTo>
                  <a:cubicBezTo>
                    <a:pt x="18349" y="3002"/>
                    <a:pt x="18448" y="2989"/>
                    <a:pt x="18544" y="2989"/>
                  </a:cubicBezTo>
                  <a:cubicBezTo>
                    <a:pt x="18954" y="2989"/>
                    <a:pt x="19294" y="3224"/>
                    <a:pt x="19663" y="3441"/>
                  </a:cubicBezTo>
                  <a:cubicBezTo>
                    <a:pt x="19945" y="3607"/>
                    <a:pt x="20306" y="3773"/>
                    <a:pt x="20650" y="3773"/>
                  </a:cubicBezTo>
                  <a:cubicBezTo>
                    <a:pt x="20861" y="3773"/>
                    <a:pt x="21066" y="3710"/>
                    <a:pt x="21242" y="3548"/>
                  </a:cubicBezTo>
                  <a:cubicBezTo>
                    <a:pt x="21652" y="3182"/>
                    <a:pt x="21500" y="2486"/>
                    <a:pt x="21429" y="2013"/>
                  </a:cubicBezTo>
                  <a:cubicBezTo>
                    <a:pt x="21376" y="1666"/>
                    <a:pt x="21304" y="1327"/>
                    <a:pt x="21206" y="996"/>
                  </a:cubicBezTo>
                  <a:cubicBezTo>
                    <a:pt x="21028" y="827"/>
                    <a:pt x="20840" y="684"/>
                    <a:pt x="20635" y="541"/>
                  </a:cubicBezTo>
                  <a:lnTo>
                    <a:pt x="20635" y="541"/>
                  </a:lnTo>
                  <a:cubicBezTo>
                    <a:pt x="20778" y="898"/>
                    <a:pt x="20894" y="1273"/>
                    <a:pt x="20974" y="1657"/>
                  </a:cubicBezTo>
                  <a:cubicBezTo>
                    <a:pt x="21045" y="1969"/>
                    <a:pt x="21188" y="2433"/>
                    <a:pt x="21117" y="2754"/>
                  </a:cubicBezTo>
                  <a:cubicBezTo>
                    <a:pt x="21027" y="3192"/>
                    <a:pt x="20815" y="3353"/>
                    <a:pt x="20549" y="3353"/>
                  </a:cubicBezTo>
                  <a:cubicBezTo>
                    <a:pt x="20338" y="3353"/>
                    <a:pt x="20094" y="3252"/>
                    <a:pt x="19850" y="3111"/>
                  </a:cubicBezTo>
                  <a:cubicBezTo>
                    <a:pt x="19436" y="2871"/>
                    <a:pt x="19061" y="2615"/>
                    <a:pt x="18581" y="2615"/>
                  </a:cubicBezTo>
                  <a:cubicBezTo>
                    <a:pt x="18544" y="2615"/>
                    <a:pt x="18506" y="2617"/>
                    <a:pt x="18467" y="2620"/>
                  </a:cubicBezTo>
                  <a:cubicBezTo>
                    <a:pt x="18084" y="2647"/>
                    <a:pt x="17709" y="2816"/>
                    <a:pt x="17432" y="3075"/>
                  </a:cubicBezTo>
                  <a:cubicBezTo>
                    <a:pt x="17004" y="3485"/>
                    <a:pt x="17058" y="3931"/>
                    <a:pt x="16888" y="4449"/>
                  </a:cubicBezTo>
                  <a:cubicBezTo>
                    <a:pt x="16720" y="4958"/>
                    <a:pt x="16482" y="5142"/>
                    <a:pt x="16221" y="5142"/>
                  </a:cubicBezTo>
                  <a:cubicBezTo>
                    <a:pt x="15697" y="5142"/>
                    <a:pt x="15078" y="4396"/>
                    <a:pt x="14738" y="4056"/>
                  </a:cubicBezTo>
                  <a:cubicBezTo>
                    <a:pt x="14399" y="3726"/>
                    <a:pt x="13989" y="3405"/>
                    <a:pt x="13489" y="3405"/>
                  </a:cubicBezTo>
                  <a:cubicBezTo>
                    <a:pt x="13034" y="3405"/>
                    <a:pt x="12651" y="3691"/>
                    <a:pt x="12374" y="4030"/>
                  </a:cubicBezTo>
                  <a:cubicBezTo>
                    <a:pt x="12029" y="4455"/>
                    <a:pt x="11648" y="5954"/>
                    <a:pt x="10894" y="5954"/>
                  </a:cubicBezTo>
                  <a:cubicBezTo>
                    <a:pt x="10810" y="5954"/>
                    <a:pt x="10720" y="5935"/>
                    <a:pt x="10626" y="5894"/>
                  </a:cubicBezTo>
                  <a:cubicBezTo>
                    <a:pt x="10019" y="5626"/>
                    <a:pt x="9921" y="4485"/>
                    <a:pt x="9796" y="3923"/>
                  </a:cubicBezTo>
                  <a:cubicBezTo>
                    <a:pt x="9671" y="3334"/>
                    <a:pt x="9528" y="2727"/>
                    <a:pt x="9225" y="2192"/>
                  </a:cubicBezTo>
                  <a:cubicBezTo>
                    <a:pt x="9002" y="1826"/>
                    <a:pt x="8654" y="1327"/>
                    <a:pt x="8181" y="1309"/>
                  </a:cubicBezTo>
                  <a:cubicBezTo>
                    <a:pt x="8172" y="1308"/>
                    <a:pt x="8164" y="1308"/>
                    <a:pt x="8155" y="1308"/>
                  </a:cubicBezTo>
                  <a:cubicBezTo>
                    <a:pt x="7698" y="1308"/>
                    <a:pt x="7427" y="1760"/>
                    <a:pt x="7155" y="2049"/>
                  </a:cubicBezTo>
                  <a:cubicBezTo>
                    <a:pt x="6797" y="2427"/>
                    <a:pt x="6302" y="2720"/>
                    <a:pt x="5864" y="2720"/>
                  </a:cubicBezTo>
                  <a:cubicBezTo>
                    <a:pt x="5493" y="2720"/>
                    <a:pt x="5163" y="2512"/>
                    <a:pt x="4988" y="1969"/>
                  </a:cubicBezTo>
                  <a:cubicBezTo>
                    <a:pt x="4836" y="1487"/>
                    <a:pt x="4818" y="961"/>
                    <a:pt x="4497" y="541"/>
                  </a:cubicBezTo>
                  <a:cubicBezTo>
                    <a:pt x="4201" y="162"/>
                    <a:pt x="3772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0" name="Google Shape;130;p5"/>
          <p:cNvGrpSpPr/>
          <p:nvPr/>
        </p:nvGrpSpPr>
        <p:grpSpPr>
          <a:xfrm>
            <a:off x="-1269360" y="2919469"/>
            <a:ext cx="3316347" cy="3107450"/>
            <a:chOff x="-1024085" y="2690869"/>
            <a:chExt cx="3316347" cy="3107450"/>
          </a:xfrm>
        </p:grpSpPr>
        <p:sp>
          <p:nvSpPr>
            <p:cNvPr id="131" name="Google Shape;131;p5"/>
            <p:cNvSpPr/>
            <p:nvPr/>
          </p:nvSpPr>
          <p:spPr>
            <a:xfrm rot="10800000">
              <a:off x="-1024085" y="2690869"/>
              <a:ext cx="3316347" cy="3107450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" name="Google Shape;132;p5"/>
            <p:cNvSpPr/>
            <p:nvPr/>
          </p:nvSpPr>
          <p:spPr>
            <a:xfrm rot="10800000">
              <a:off x="440186" y="5310440"/>
              <a:ext cx="165151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" name="Google Shape;133;p5"/>
            <p:cNvSpPr/>
            <p:nvPr/>
          </p:nvSpPr>
          <p:spPr>
            <a:xfrm rot="10800000">
              <a:off x="250950" y="5274354"/>
              <a:ext cx="115261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" name="Google Shape;134;p5"/>
            <p:cNvSpPr/>
            <p:nvPr/>
          </p:nvSpPr>
          <p:spPr>
            <a:xfrm rot="10800000">
              <a:off x="376247" y="5119848"/>
              <a:ext cx="112681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" name="Google Shape;135;p5"/>
            <p:cNvSpPr/>
            <p:nvPr/>
          </p:nvSpPr>
          <p:spPr>
            <a:xfrm rot="10800000">
              <a:off x="675584" y="5108123"/>
              <a:ext cx="93471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" name="Google Shape;136;p5"/>
            <p:cNvSpPr/>
            <p:nvPr/>
          </p:nvSpPr>
          <p:spPr>
            <a:xfrm rot="10800000">
              <a:off x="75764" y="4912972"/>
              <a:ext cx="108810" cy="75690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137;p5"/>
            <p:cNvSpPr/>
            <p:nvPr/>
          </p:nvSpPr>
          <p:spPr>
            <a:xfrm rot="10800000">
              <a:off x="-93115" y="5282561"/>
              <a:ext cx="69243" cy="48853"/>
            </a:xfrm>
            <a:custGeom>
              <a:avLst/>
              <a:gdLst/>
              <a:ahLst/>
              <a:cxnLst/>
              <a:rect l="l" t="t" r="r" b="b"/>
              <a:pathLst>
                <a:path w="483" h="375" extrusionOk="0">
                  <a:moveTo>
                    <a:pt x="241" y="0"/>
                  </a:moveTo>
                  <a:cubicBezTo>
                    <a:pt x="1" y="0"/>
                    <a:pt x="1" y="375"/>
                    <a:pt x="241" y="375"/>
                  </a:cubicBezTo>
                  <a:cubicBezTo>
                    <a:pt x="482" y="375"/>
                    <a:pt x="482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" name="Google Shape;138;p5"/>
            <p:cNvSpPr/>
            <p:nvPr/>
          </p:nvSpPr>
          <p:spPr>
            <a:xfrm rot="10800000">
              <a:off x="-824672" y="4518618"/>
              <a:ext cx="3104174" cy="830503"/>
            </a:xfrm>
            <a:custGeom>
              <a:avLst/>
              <a:gdLst/>
              <a:ahLst/>
              <a:cxnLst/>
              <a:rect l="l" t="t" r="r" b="b"/>
              <a:pathLst>
                <a:path w="21653" h="6375" extrusionOk="0">
                  <a:moveTo>
                    <a:pt x="3331" y="0"/>
                  </a:moveTo>
                  <a:cubicBezTo>
                    <a:pt x="2868" y="0"/>
                    <a:pt x="2391" y="178"/>
                    <a:pt x="2035" y="470"/>
                  </a:cubicBezTo>
                  <a:cubicBezTo>
                    <a:pt x="1499" y="907"/>
                    <a:pt x="1241" y="1514"/>
                    <a:pt x="920" y="2112"/>
                  </a:cubicBezTo>
                  <a:cubicBezTo>
                    <a:pt x="857" y="2236"/>
                    <a:pt x="786" y="2451"/>
                    <a:pt x="670" y="2522"/>
                  </a:cubicBezTo>
                  <a:lnTo>
                    <a:pt x="152" y="2504"/>
                  </a:lnTo>
                  <a:cubicBezTo>
                    <a:pt x="117" y="2451"/>
                    <a:pt x="81" y="2406"/>
                    <a:pt x="45" y="2352"/>
                  </a:cubicBezTo>
                  <a:cubicBezTo>
                    <a:pt x="27" y="2504"/>
                    <a:pt x="10" y="2665"/>
                    <a:pt x="1" y="2825"/>
                  </a:cubicBezTo>
                  <a:cubicBezTo>
                    <a:pt x="81" y="2879"/>
                    <a:pt x="170" y="2914"/>
                    <a:pt x="286" y="2941"/>
                  </a:cubicBezTo>
                  <a:cubicBezTo>
                    <a:pt x="341" y="2955"/>
                    <a:pt x="394" y="2961"/>
                    <a:pt x="444" y="2961"/>
                  </a:cubicBezTo>
                  <a:cubicBezTo>
                    <a:pt x="760" y="2961"/>
                    <a:pt x="982" y="2712"/>
                    <a:pt x="1152" y="2451"/>
                  </a:cubicBezTo>
                  <a:cubicBezTo>
                    <a:pt x="1606" y="1719"/>
                    <a:pt x="1865" y="827"/>
                    <a:pt x="2739" y="488"/>
                  </a:cubicBezTo>
                  <a:cubicBezTo>
                    <a:pt x="2926" y="417"/>
                    <a:pt x="3116" y="378"/>
                    <a:pt x="3301" y="378"/>
                  </a:cubicBezTo>
                  <a:cubicBezTo>
                    <a:pt x="3602" y="378"/>
                    <a:pt x="3890" y="482"/>
                    <a:pt x="4122" y="720"/>
                  </a:cubicBezTo>
                  <a:cubicBezTo>
                    <a:pt x="4408" y="1023"/>
                    <a:pt x="4452" y="1416"/>
                    <a:pt x="4559" y="1799"/>
                  </a:cubicBezTo>
                  <a:cubicBezTo>
                    <a:pt x="4684" y="2290"/>
                    <a:pt x="4836" y="2798"/>
                    <a:pt x="5327" y="3030"/>
                  </a:cubicBezTo>
                  <a:cubicBezTo>
                    <a:pt x="5500" y="3117"/>
                    <a:pt x="5689" y="3156"/>
                    <a:pt x="5879" y="3156"/>
                  </a:cubicBezTo>
                  <a:cubicBezTo>
                    <a:pt x="6156" y="3156"/>
                    <a:pt x="6435" y="3074"/>
                    <a:pt x="6674" y="2941"/>
                  </a:cubicBezTo>
                  <a:cubicBezTo>
                    <a:pt x="6959" y="2790"/>
                    <a:pt x="7200" y="2558"/>
                    <a:pt x="7423" y="2326"/>
                  </a:cubicBezTo>
                  <a:cubicBezTo>
                    <a:pt x="7708" y="2022"/>
                    <a:pt x="7655" y="1978"/>
                    <a:pt x="8128" y="1942"/>
                  </a:cubicBezTo>
                  <a:cubicBezTo>
                    <a:pt x="8175" y="1937"/>
                    <a:pt x="8219" y="1935"/>
                    <a:pt x="8260" y="1935"/>
                  </a:cubicBezTo>
                  <a:cubicBezTo>
                    <a:pt x="8676" y="1935"/>
                    <a:pt x="8790" y="2178"/>
                    <a:pt x="8993" y="2584"/>
                  </a:cubicBezTo>
                  <a:cubicBezTo>
                    <a:pt x="9484" y="3601"/>
                    <a:pt x="9314" y="5725"/>
                    <a:pt x="10519" y="6269"/>
                  </a:cubicBezTo>
                  <a:cubicBezTo>
                    <a:pt x="10682" y="6342"/>
                    <a:pt x="10829" y="6374"/>
                    <a:pt x="10963" y="6374"/>
                  </a:cubicBezTo>
                  <a:cubicBezTo>
                    <a:pt x="11962" y="6374"/>
                    <a:pt x="12243" y="4566"/>
                    <a:pt x="12856" y="4047"/>
                  </a:cubicBezTo>
                  <a:cubicBezTo>
                    <a:pt x="13079" y="3861"/>
                    <a:pt x="13289" y="3784"/>
                    <a:pt x="13489" y="3784"/>
                  </a:cubicBezTo>
                  <a:cubicBezTo>
                    <a:pt x="14450" y="3784"/>
                    <a:pt x="15201" y="5552"/>
                    <a:pt x="16197" y="5552"/>
                  </a:cubicBezTo>
                  <a:cubicBezTo>
                    <a:pt x="16398" y="5552"/>
                    <a:pt x="16610" y="5479"/>
                    <a:pt x="16835" y="5305"/>
                  </a:cubicBezTo>
                  <a:cubicBezTo>
                    <a:pt x="17227" y="5002"/>
                    <a:pt x="17218" y="4502"/>
                    <a:pt x="17325" y="4065"/>
                  </a:cubicBezTo>
                  <a:cubicBezTo>
                    <a:pt x="17450" y="3557"/>
                    <a:pt x="17718" y="3173"/>
                    <a:pt x="18244" y="3030"/>
                  </a:cubicBezTo>
                  <a:cubicBezTo>
                    <a:pt x="18349" y="3002"/>
                    <a:pt x="18448" y="2989"/>
                    <a:pt x="18544" y="2989"/>
                  </a:cubicBezTo>
                  <a:cubicBezTo>
                    <a:pt x="18954" y="2989"/>
                    <a:pt x="19294" y="3224"/>
                    <a:pt x="19663" y="3441"/>
                  </a:cubicBezTo>
                  <a:cubicBezTo>
                    <a:pt x="19945" y="3607"/>
                    <a:pt x="20306" y="3773"/>
                    <a:pt x="20650" y="3773"/>
                  </a:cubicBezTo>
                  <a:cubicBezTo>
                    <a:pt x="20861" y="3773"/>
                    <a:pt x="21066" y="3710"/>
                    <a:pt x="21242" y="3548"/>
                  </a:cubicBezTo>
                  <a:cubicBezTo>
                    <a:pt x="21652" y="3182"/>
                    <a:pt x="21500" y="2486"/>
                    <a:pt x="21429" y="2013"/>
                  </a:cubicBezTo>
                  <a:cubicBezTo>
                    <a:pt x="21376" y="1666"/>
                    <a:pt x="21304" y="1327"/>
                    <a:pt x="21206" y="996"/>
                  </a:cubicBezTo>
                  <a:cubicBezTo>
                    <a:pt x="21028" y="827"/>
                    <a:pt x="20840" y="684"/>
                    <a:pt x="20635" y="541"/>
                  </a:cubicBezTo>
                  <a:lnTo>
                    <a:pt x="20635" y="541"/>
                  </a:lnTo>
                  <a:cubicBezTo>
                    <a:pt x="20778" y="898"/>
                    <a:pt x="20894" y="1273"/>
                    <a:pt x="20974" y="1657"/>
                  </a:cubicBezTo>
                  <a:cubicBezTo>
                    <a:pt x="21045" y="1969"/>
                    <a:pt x="21188" y="2433"/>
                    <a:pt x="21117" y="2754"/>
                  </a:cubicBezTo>
                  <a:cubicBezTo>
                    <a:pt x="21027" y="3192"/>
                    <a:pt x="20815" y="3353"/>
                    <a:pt x="20549" y="3353"/>
                  </a:cubicBezTo>
                  <a:cubicBezTo>
                    <a:pt x="20338" y="3353"/>
                    <a:pt x="20094" y="3252"/>
                    <a:pt x="19850" y="3111"/>
                  </a:cubicBezTo>
                  <a:cubicBezTo>
                    <a:pt x="19436" y="2871"/>
                    <a:pt x="19061" y="2615"/>
                    <a:pt x="18581" y="2615"/>
                  </a:cubicBezTo>
                  <a:cubicBezTo>
                    <a:pt x="18544" y="2615"/>
                    <a:pt x="18506" y="2617"/>
                    <a:pt x="18467" y="2620"/>
                  </a:cubicBezTo>
                  <a:cubicBezTo>
                    <a:pt x="18084" y="2647"/>
                    <a:pt x="17709" y="2816"/>
                    <a:pt x="17432" y="3075"/>
                  </a:cubicBezTo>
                  <a:cubicBezTo>
                    <a:pt x="17004" y="3485"/>
                    <a:pt x="17058" y="3931"/>
                    <a:pt x="16888" y="4449"/>
                  </a:cubicBezTo>
                  <a:cubicBezTo>
                    <a:pt x="16720" y="4958"/>
                    <a:pt x="16482" y="5142"/>
                    <a:pt x="16221" y="5142"/>
                  </a:cubicBezTo>
                  <a:cubicBezTo>
                    <a:pt x="15697" y="5142"/>
                    <a:pt x="15078" y="4396"/>
                    <a:pt x="14738" y="4056"/>
                  </a:cubicBezTo>
                  <a:cubicBezTo>
                    <a:pt x="14399" y="3726"/>
                    <a:pt x="13989" y="3405"/>
                    <a:pt x="13489" y="3405"/>
                  </a:cubicBezTo>
                  <a:cubicBezTo>
                    <a:pt x="13034" y="3405"/>
                    <a:pt x="12651" y="3691"/>
                    <a:pt x="12374" y="4030"/>
                  </a:cubicBezTo>
                  <a:cubicBezTo>
                    <a:pt x="12029" y="4455"/>
                    <a:pt x="11648" y="5954"/>
                    <a:pt x="10894" y="5954"/>
                  </a:cubicBezTo>
                  <a:cubicBezTo>
                    <a:pt x="10810" y="5954"/>
                    <a:pt x="10720" y="5935"/>
                    <a:pt x="10626" y="5894"/>
                  </a:cubicBezTo>
                  <a:cubicBezTo>
                    <a:pt x="10019" y="5626"/>
                    <a:pt x="9921" y="4485"/>
                    <a:pt x="9796" y="3923"/>
                  </a:cubicBezTo>
                  <a:cubicBezTo>
                    <a:pt x="9671" y="3334"/>
                    <a:pt x="9528" y="2727"/>
                    <a:pt x="9225" y="2192"/>
                  </a:cubicBezTo>
                  <a:cubicBezTo>
                    <a:pt x="9002" y="1826"/>
                    <a:pt x="8654" y="1327"/>
                    <a:pt x="8181" y="1309"/>
                  </a:cubicBezTo>
                  <a:cubicBezTo>
                    <a:pt x="8172" y="1308"/>
                    <a:pt x="8164" y="1308"/>
                    <a:pt x="8155" y="1308"/>
                  </a:cubicBezTo>
                  <a:cubicBezTo>
                    <a:pt x="7698" y="1308"/>
                    <a:pt x="7427" y="1760"/>
                    <a:pt x="7155" y="2049"/>
                  </a:cubicBezTo>
                  <a:cubicBezTo>
                    <a:pt x="6797" y="2427"/>
                    <a:pt x="6302" y="2720"/>
                    <a:pt x="5864" y="2720"/>
                  </a:cubicBezTo>
                  <a:cubicBezTo>
                    <a:pt x="5493" y="2720"/>
                    <a:pt x="5163" y="2512"/>
                    <a:pt x="4988" y="1969"/>
                  </a:cubicBezTo>
                  <a:cubicBezTo>
                    <a:pt x="4836" y="1487"/>
                    <a:pt x="4818" y="961"/>
                    <a:pt x="4497" y="541"/>
                  </a:cubicBezTo>
                  <a:cubicBezTo>
                    <a:pt x="4201" y="162"/>
                    <a:pt x="3772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9" name="Google Shape;139;p5"/>
          <p:cNvGrpSpPr/>
          <p:nvPr/>
        </p:nvGrpSpPr>
        <p:grpSpPr>
          <a:xfrm flipH="1">
            <a:off x="144437" y="214207"/>
            <a:ext cx="8494820" cy="4722511"/>
            <a:chOff x="501355" y="214207"/>
            <a:chExt cx="8494820" cy="4722511"/>
          </a:xfrm>
        </p:grpSpPr>
        <p:sp>
          <p:nvSpPr>
            <p:cNvPr id="140" name="Google Shape;140;p5"/>
            <p:cNvSpPr/>
            <p:nvPr/>
          </p:nvSpPr>
          <p:spPr>
            <a:xfrm rot="2115196">
              <a:off x="7675034" y="1972082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" name="Google Shape;141;p5"/>
            <p:cNvSpPr/>
            <p:nvPr/>
          </p:nvSpPr>
          <p:spPr>
            <a:xfrm rot="-3266906">
              <a:off x="8465757" y="3251720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" name="Google Shape;142;p5"/>
            <p:cNvSpPr/>
            <p:nvPr/>
          </p:nvSpPr>
          <p:spPr>
            <a:xfrm rot="-9378507">
              <a:off x="4256218" y="1553361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" name="Google Shape;143;p5"/>
            <p:cNvSpPr/>
            <p:nvPr/>
          </p:nvSpPr>
          <p:spPr>
            <a:xfrm rot="3574462">
              <a:off x="8900307" y="4728783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" name="Google Shape;144;p5"/>
            <p:cNvSpPr/>
            <p:nvPr/>
          </p:nvSpPr>
          <p:spPr>
            <a:xfrm rot="1625383">
              <a:off x="2022829" y="1273885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" name="Google Shape;145;p5"/>
            <p:cNvSpPr/>
            <p:nvPr/>
          </p:nvSpPr>
          <p:spPr>
            <a:xfrm rot="3522601">
              <a:off x="3116885" y="4657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146;p5"/>
            <p:cNvSpPr/>
            <p:nvPr/>
          </p:nvSpPr>
          <p:spPr>
            <a:xfrm rot="-2695393">
              <a:off x="1114586" y="1920014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" name="Google Shape;147;p5"/>
            <p:cNvSpPr/>
            <p:nvPr/>
          </p:nvSpPr>
          <p:spPr>
            <a:xfrm rot="-6529139">
              <a:off x="485219" y="3054186"/>
              <a:ext cx="151480" cy="7431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" name="Google Shape;148;p5"/>
            <p:cNvSpPr/>
            <p:nvPr/>
          </p:nvSpPr>
          <p:spPr>
            <a:xfrm rot="3522601">
              <a:off x="4384397" y="265181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149;p5"/>
            <p:cNvSpPr/>
            <p:nvPr/>
          </p:nvSpPr>
          <p:spPr>
            <a:xfrm rot="-3266906">
              <a:off x="5841360" y="207844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150;p5"/>
            <p:cNvSpPr/>
            <p:nvPr/>
          </p:nvSpPr>
          <p:spPr>
            <a:xfrm rot="3522601">
              <a:off x="1123422" y="860278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" name="Google Shape;151;p5"/>
            <p:cNvSpPr/>
            <p:nvPr/>
          </p:nvSpPr>
          <p:spPr>
            <a:xfrm rot="1867268">
              <a:off x="749324" y="4531489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" name="Google Shape;152;p5"/>
            <p:cNvSpPr/>
            <p:nvPr/>
          </p:nvSpPr>
          <p:spPr>
            <a:xfrm rot="-2342076">
              <a:off x="8718435" y="1416552"/>
              <a:ext cx="57301" cy="147211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" name="Google Shape;153;p5"/>
            <p:cNvSpPr/>
            <p:nvPr/>
          </p:nvSpPr>
          <p:spPr>
            <a:xfrm rot="-3266906">
              <a:off x="2724907" y="46661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" name="Google Shape;154;p5"/>
            <p:cNvSpPr/>
            <p:nvPr/>
          </p:nvSpPr>
          <p:spPr>
            <a:xfrm rot="3522601">
              <a:off x="4539960" y="442221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155;p5"/>
            <p:cNvSpPr/>
            <p:nvPr/>
          </p:nvSpPr>
          <p:spPr>
            <a:xfrm rot="-2695393">
              <a:off x="7233123" y="478907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6" name="Google Shape;156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7" name="Google Shape;157;p5"/>
          <p:cNvSpPr txBox="1"/>
          <p:nvPr>
            <p:ph type="title" idx="2"/>
          </p:nvPr>
        </p:nvSpPr>
        <p:spPr>
          <a:xfrm>
            <a:off x="1385375" y="2616122"/>
            <a:ext cx="2742600" cy="55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 b="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8" name="Google Shape;158;p5"/>
          <p:cNvSpPr txBox="1"/>
          <p:nvPr>
            <p:ph type="title" idx="3"/>
          </p:nvPr>
        </p:nvSpPr>
        <p:spPr>
          <a:xfrm>
            <a:off x="5016022" y="2616122"/>
            <a:ext cx="2742600" cy="55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 b="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9" name="Google Shape;159;p5"/>
          <p:cNvSpPr txBox="1"/>
          <p:nvPr>
            <p:ph type="subTitle" idx="1"/>
          </p:nvPr>
        </p:nvSpPr>
        <p:spPr>
          <a:xfrm>
            <a:off x="5016025" y="3175025"/>
            <a:ext cx="2742600" cy="118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0" name="Google Shape;160;p5"/>
          <p:cNvSpPr txBox="1"/>
          <p:nvPr>
            <p:ph type="subTitle" idx="4"/>
          </p:nvPr>
        </p:nvSpPr>
        <p:spPr>
          <a:xfrm>
            <a:off x="1385375" y="3175025"/>
            <a:ext cx="2742600" cy="118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6"/>
          <p:cNvGrpSpPr/>
          <p:nvPr/>
        </p:nvGrpSpPr>
        <p:grpSpPr>
          <a:xfrm>
            <a:off x="6583787" y="-1014325"/>
            <a:ext cx="3694224" cy="3107450"/>
            <a:chOff x="6583787" y="-1014325"/>
            <a:chExt cx="3694224" cy="3107450"/>
          </a:xfrm>
        </p:grpSpPr>
        <p:sp>
          <p:nvSpPr>
            <p:cNvPr id="163" name="Google Shape;163;p6"/>
            <p:cNvSpPr/>
            <p:nvPr/>
          </p:nvSpPr>
          <p:spPr>
            <a:xfrm>
              <a:off x="6583787" y="-1014325"/>
              <a:ext cx="3694224" cy="3107450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8634198" y="-642787"/>
              <a:ext cx="150077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8851497" y="-571917"/>
              <a:ext cx="104741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8739981" y="-414936"/>
              <a:ext cx="102396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8485424" y="-390574"/>
              <a:ext cx="84939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9016555" y="-204672"/>
              <a:ext cx="98879" cy="75690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9205975" y="-547425"/>
              <a:ext cx="62923" cy="48853"/>
            </a:xfrm>
            <a:custGeom>
              <a:avLst/>
              <a:gdLst/>
              <a:ahLst/>
              <a:cxnLst/>
              <a:rect l="l" t="t" r="r" b="b"/>
              <a:pathLst>
                <a:path w="483" h="375" extrusionOk="0">
                  <a:moveTo>
                    <a:pt x="241" y="0"/>
                  </a:moveTo>
                  <a:cubicBezTo>
                    <a:pt x="1" y="0"/>
                    <a:pt x="1" y="375"/>
                    <a:pt x="241" y="375"/>
                  </a:cubicBezTo>
                  <a:cubicBezTo>
                    <a:pt x="482" y="375"/>
                    <a:pt x="482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6598000" y="-488926"/>
              <a:ext cx="3457876" cy="830503"/>
            </a:xfrm>
            <a:custGeom>
              <a:avLst/>
              <a:gdLst/>
              <a:ahLst/>
              <a:cxnLst/>
              <a:rect l="l" t="t" r="r" b="b"/>
              <a:pathLst>
                <a:path w="21653" h="6375" extrusionOk="0">
                  <a:moveTo>
                    <a:pt x="3331" y="0"/>
                  </a:moveTo>
                  <a:cubicBezTo>
                    <a:pt x="2868" y="0"/>
                    <a:pt x="2391" y="178"/>
                    <a:pt x="2035" y="470"/>
                  </a:cubicBezTo>
                  <a:cubicBezTo>
                    <a:pt x="1499" y="907"/>
                    <a:pt x="1241" y="1514"/>
                    <a:pt x="920" y="2112"/>
                  </a:cubicBezTo>
                  <a:cubicBezTo>
                    <a:pt x="857" y="2236"/>
                    <a:pt x="786" y="2451"/>
                    <a:pt x="670" y="2522"/>
                  </a:cubicBezTo>
                  <a:lnTo>
                    <a:pt x="152" y="2504"/>
                  </a:lnTo>
                  <a:cubicBezTo>
                    <a:pt x="117" y="2451"/>
                    <a:pt x="81" y="2406"/>
                    <a:pt x="45" y="2352"/>
                  </a:cubicBezTo>
                  <a:cubicBezTo>
                    <a:pt x="27" y="2504"/>
                    <a:pt x="10" y="2665"/>
                    <a:pt x="1" y="2825"/>
                  </a:cubicBezTo>
                  <a:cubicBezTo>
                    <a:pt x="81" y="2879"/>
                    <a:pt x="170" y="2914"/>
                    <a:pt x="286" y="2941"/>
                  </a:cubicBezTo>
                  <a:cubicBezTo>
                    <a:pt x="341" y="2955"/>
                    <a:pt x="394" y="2961"/>
                    <a:pt x="444" y="2961"/>
                  </a:cubicBezTo>
                  <a:cubicBezTo>
                    <a:pt x="760" y="2961"/>
                    <a:pt x="982" y="2712"/>
                    <a:pt x="1152" y="2451"/>
                  </a:cubicBezTo>
                  <a:cubicBezTo>
                    <a:pt x="1606" y="1719"/>
                    <a:pt x="1865" y="827"/>
                    <a:pt x="2739" y="488"/>
                  </a:cubicBezTo>
                  <a:cubicBezTo>
                    <a:pt x="2926" y="417"/>
                    <a:pt x="3116" y="378"/>
                    <a:pt x="3301" y="378"/>
                  </a:cubicBezTo>
                  <a:cubicBezTo>
                    <a:pt x="3602" y="378"/>
                    <a:pt x="3890" y="482"/>
                    <a:pt x="4122" y="720"/>
                  </a:cubicBezTo>
                  <a:cubicBezTo>
                    <a:pt x="4408" y="1023"/>
                    <a:pt x="4452" y="1416"/>
                    <a:pt x="4559" y="1799"/>
                  </a:cubicBezTo>
                  <a:cubicBezTo>
                    <a:pt x="4684" y="2290"/>
                    <a:pt x="4836" y="2798"/>
                    <a:pt x="5327" y="3030"/>
                  </a:cubicBezTo>
                  <a:cubicBezTo>
                    <a:pt x="5500" y="3117"/>
                    <a:pt x="5689" y="3156"/>
                    <a:pt x="5879" y="3156"/>
                  </a:cubicBezTo>
                  <a:cubicBezTo>
                    <a:pt x="6156" y="3156"/>
                    <a:pt x="6435" y="3074"/>
                    <a:pt x="6674" y="2941"/>
                  </a:cubicBezTo>
                  <a:cubicBezTo>
                    <a:pt x="6959" y="2790"/>
                    <a:pt x="7200" y="2558"/>
                    <a:pt x="7423" y="2326"/>
                  </a:cubicBezTo>
                  <a:cubicBezTo>
                    <a:pt x="7708" y="2022"/>
                    <a:pt x="7655" y="1978"/>
                    <a:pt x="8128" y="1942"/>
                  </a:cubicBezTo>
                  <a:cubicBezTo>
                    <a:pt x="8175" y="1937"/>
                    <a:pt x="8219" y="1935"/>
                    <a:pt x="8260" y="1935"/>
                  </a:cubicBezTo>
                  <a:cubicBezTo>
                    <a:pt x="8676" y="1935"/>
                    <a:pt x="8790" y="2178"/>
                    <a:pt x="8993" y="2584"/>
                  </a:cubicBezTo>
                  <a:cubicBezTo>
                    <a:pt x="9484" y="3601"/>
                    <a:pt x="9314" y="5725"/>
                    <a:pt x="10519" y="6269"/>
                  </a:cubicBezTo>
                  <a:cubicBezTo>
                    <a:pt x="10682" y="6342"/>
                    <a:pt x="10829" y="6374"/>
                    <a:pt x="10963" y="6374"/>
                  </a:cubicBezTo>
                  <a:cubicBezTo>
                    <a:pt x="11962" y="6374"/>
                    <a:pt x="12243" y="4566"/>
                    <a:pt x="12856" y="4047"/>
                  </a:cubicBezTo>
                  <a:cubicBezTo>
                    <a:pt x="13079" y="3861"/>
                    <a:pt x="13289" y="3784"/>
                    <a:pt x="13489" y="3784"/>
                  </a:cubicBezTo>
                  <a:cubicBezTo>
                    <a:pt x="14450" y="3784"/>
                    <a:pt x="15201" y="5552"/>
                    <a:pt x="16197" y="5552"/>
                  </a:cubicBezTo>
                  <a:cubicBezTo>
                    <a:pt x="16398" y="5552"/>
                    <a:pt x="16610" y="5479"/>
                    <a:pt x="16835" y="5305"/>
                  </a:cubicBezTo>
                  <a:cubicBezTo>
                    <a:pt x="17227" y="5002"/>
                    <a:pt x="17218" y="4502"/>
                    <a:pt x="17325" y="4065"/>
                  </a:cubicBezTo>
                  <a:cubicBezTo>
                    <a:pt x="17450" y="3557"/>
                    <a:pt x="17718" y="3173"/>
                    <a:pt x="18244" y="3030"/>
                  </a:cubicBezTo>
                  <a:cubicBezTo>
                    <a:pt x="18349" y="3002"/>
                    <a:pt x="18448" y="2989"/>
                    <a:pt x="18544" y="2989"/>
                  </a:cubicBezTo>
                  <a:cubicBezTo>
                    <a:pt x="18954" y="2989"/>
                    <a:pt x="19294" y="3224"/>
                    <a:pt x="19663" y="3441"/>
                  </a:cubicBezTo>
                  <a:cubicBezTo>
                    <a:pt x="19945" y="3607"/>
                    <a:pt x="20306" y="3773"/>
                    <a:pt x="20650" y="3773"/>
                  </a:cubicBezTo>
                  <a:cubicBezTo>
                    <a:pt x="20861" y="3773"/>
                    <a:pt x="21066" y="3710"/>
                    <a:pt x="21242" y="3548"/>
                  </a:cubicBezTo>
                  <a:cubicBezTo>
                    <a:pt x="21652" y="3182"/>
                    <a:pt x="21500" y="2486"/>
                    <a:pt x="21429" y="2013"/>
                  </a:cubicBezTo>
                  <a:cubicBezTo>
                    <a:pt x="21376" y="1666"/>
                    <a:pt x="21304" y="1327"/>
                    <a:pt x="21206" y="996"/>
                  </a:cubicBezTo>
                  <a:cubicBezTo>
                    <a:pt x="21028" y="827"/>
                    <a:pt x="20840" y="684"/>
                    <a:pt x="20635" y="541"/>
                  </a:cubicBezTo>
                  <a:lnTo>
                    <a:pt x="20635" y="541"/>
                  </a:lnTo>
                  <a:cubicBezTo>
                    <a:pt x="20778" y="898"/>
                    <a:pt x="20894" y="1273"/>
                    <a:pt x="20974" y="1657"/>
                  </a:cubicBezTo>
                  <a:cubicBezTo>
                    <a:pt x="21045" y="1969"/>
                    <a:pt x="21188" y="2433"/>
                    <a:pt x="21117" y="2754"/>
                  </a:cubicBezTo>
                  <a:cubicBezTo>
                    <a:pt x="21027" y="3192"/>
                    <a:pt x="20815" y="3353"/>
                    <a:pt x="20549" y="3353"/>
                  </a:cubicBezTo>
                  <a:cubicBezTo>
                    <a:pt x="20338" y="3353"/>
                    <a:pt x="20094" y="3252"/>
                    <a:pt x="19850" y="3111"/>
                  </a:cubicBezTo>
                  <a:cubicBezTo>
                    <a:pt x="19436" y="2871"/>
                    <a:pt x="19061" y="2615"/>
                    <a:pt x="18581" y="2615"/>
                  </a:cubicBezTo>
                  <a:cubicBezTo>
                    <a:pt x="18544" y="2615"/>
                    <a:pt x="18506" y="2617"/>
                    <a:pt x="18467" y="2620"/>
                  </a:cubicBezTo>
                  <a:cubicBezTo>
                    <a:pt x="18084" y="2647"/>
                    <a:pt x="17709" y="2816"/>
                    <a:pt x="17432" y="3075"/>
                  </a:cubicBezTo>
                  <a:cubicBezTo>
                    <a:pt x="17004" y="3485"/>
                    <a:pt x="17058" y="3931"/>
                    <a:pt x="16888" y="4449"/>
                  </a:cubicBezTo>
                  <a:cubicBezTo>
                    <a:pt x="16720" y="4958"/>
                    <a:pt x="16482" y="5142"/>
                    <a:pt x="16221" y="5142"/>
                  </a:cubicBezTo>
                  <a:cubicBezTo>
                    <a:pt x="15697" y="5142"/>
                    <a:pt x="15078" y="4396"/>
                    <a:pt x="14738" y="4056"/>
                  </a:cubicBezTo>
                  <a:cubicBezTo>
                    <a:pt x="14399" y="3726"/>
                    <a:pt x="13989" y="3405"/>
                    <a:pt x="13489" y="3405"/>
                  </a:cubicBezTo>
                  <a:cubicBezTo>
                    <a:pt x="13034" y="3405"/>
                    <a:pt x="12651" y="3691"/>
                    <a:pt x="12374" y="4030"/>
                  </a:cubicBezTo>
                  <a:cubicBezTo>
                    <a:pt x="12029" y="4455"/>
                    <a:pt x="11648" y="5954"/>
                    <a:pt x="10894" y="5954"/>
                  </a:cubicBezTo>
                  <a:cubicBezTo>
                    <a:pt x="10810" y="5954"/>
                    <a:pt x="10720" y="5935"/>
                    <a:pt x="10626" y="5894"/>
                  </a:cubicBezTo>
                  <a:cubicBezTo>
                    <a:pt x="10019" y="5626"/>
                    <a:pt x="9921" y="4485"/>
                    <a:pt x="9796" y="3923"/>
                  </a:cubicBezTo>
                  <a:cubicBezTo>
                    <a:pt x="9671" y="3334"/>
                    <a:pt x="9528" y="2727"/>
                    <a:pt x="9225" y="2192"/>
                  </a:cubicBezTo>
                  <a:cubicBezTo>
                    <a:pt x="9002" y="1826"/>
                    <a:pt x="8654" y="1327"/>
                    <a:pt x="8181" y="1309"/>
                  </a:cubicBezTo>
                  <a:cubicBezTo>
                    <a:pt x="8172" y="1308"/>
                    <a:pt x="8164" y="1308"/>
                    <a:pt x="8155" y="1308"/>
                  </a:cubicBezTo>
                  <a:cubicBezTo>
                    <a:pt x="7698" y="1308"/>
                    <a:pt x="7427" y="1760"/>
                    <a:pt x="7155" y="2049"/>
                  </a:cubicBezTo>
                  <a:cubicBezTo>
                    <a:pt x="6797" y="2427"/>
                    <a:pt x="6302" y="2720"/>
                    <a:pt x="5864" y="2720"/>
                  </a:cubicBezTo>
                  <a:cubicBezTo>
                    <a:pt x="5493" y="2720"/>
                    <a:pt x="5163" y="2512"/>
                    <a:pt x="4988" y="1969"/>
                  </a:cubicBezTo>
                  <a:cubicBezTo>
                    <a:pt x="4836" y="1487"/>
                    <a:pt x="4818" y="961"/>
                    <a:pt x="4497" y="541"/>
                  </a:cubicBezTo>
                  <a:cubicBezTo>
                    <a:pt x="4201" y="162"/>
                    <a:pt x="3772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1" name="Google Shape;171;p6"/>
          <p:cNvGrpSpPr/>
          <p:nvPr/>
        </p:nvGrpSpPr>
        <p:grpSpPr>
          <a:xfrm flipH="1">
            <a:off x="225021" y="131263"/>
            <a:ext cx="8661095" cy="4941013"/>
            <a:chOff x="254496" y="131263"/>
            <a:chExt cx="8661095" cy="4941013"/>
          </a:xfrm>
        </p:grpSpPr>
        <p:sp>
          <p:nvSpPr>
            <p:cNvPr id="172" name="Google Shape;172;p6"/>
            <p:cNvSpPr/>
            <p:nvPr/>
          </p:nvSpPr>
          <p:spPr>
            <a:xfrm rot="-8737207">
              <a:off x="4976035" y="134081"/>
              <a:ext cx="48619" cy="124905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173;p6"/>
            <p:cNvSpPr/>
            <p:nvPr/>
          </p:nvSpPr>
          <p:spPr>
            <a:xfrm rot="-3266906">
              <a:off x="7680432" y="249920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174;p6"/>
            <p:cNvSpPr/>
            <p:nvPr/>
          </p:nvSpPr>
          <p:spPr>
            <a:xfrm rot="-10051145">
              <a:off x="8781768" y="1687386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175;p6"/>
            <p:cNvSpPr/>
            <p:nvPr/>
          </p:nvSpPr>
          <p:spPr>
            <a:xfrm rot="2575086">
              <a:off x="288857" y="3951220"/>
              <a:ext cx="56744" cy="123224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176;p6"/>
            <p:cNvSpPr/>
            <p:nvPr/>
          </p:nvSpPr>
          <p:spPr>
            <a:xfrm rot="1625383">
              <a:off x="784329" y="4902722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177;p6"/>
            <p:cNvSpPr/>
            <p:nvPr/>
          </p:nvSpPr>
          <p:spPr>
            <a:xfrm rot="-2695393">
              <a:off x="1763761" y="59640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178;p6"/>
            <p:cNvSpPr/>
            <p:nvPr/>
          </p:nvSpPr>
          <p:spPr>
            <a:xfrm rot="-2695393">
              <a:off x="3468745" y="4897074"/>
              <a:ext cx="151480" cy="74315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" name="Google Shape;179;p6"/>
            <p:cNvSpPr/>
            <p:nvPr/>
          </p:nvSpPr>
          <p:spPr>
            <a:xfrm rot="3522601">
              <a:off x="8752035" y="29499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" name="Google Shape;180;p6"/>
            <p:cNvSpPr/>
            <p:nvPr/>
          </p:nvSpPr>
          <p:spPr>
            <a:xfrm rot="3522601">
              <a:off x="8752035" y="48606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181;p6"/>
            <p:cNvSpPr/>
            <p:nvPr/>
          </p:nvSpPr>
          <p:spPr>
            <a:xfrm rot="-2695393">
              <a:off x="333361" y="2950914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182;p6"/>
            <p:cNvSpPr/>
            <p:nvPr/>
          </p:nvSpPr>
          <p:spPr>
            <a:xfrm rot="3522601">
              <a:off x="696210" y="12359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183;p6"/>
            <p:cNvSpPr/>
            <p:nvPr/>
          </p:nvSpPr>
          <p:spPr>
            <a:xfrm rot="-2346775">
              <a:off x="6521859" y="4923491"/>
              <a:ext cx="57300" cy="147206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184;p6"/>
            <p:cNvSpPr/>
            <p:nvPr/>
          </p:nvSpPr>
          <p:spPr>
            <a:xfrm rot="-2695393">
              <a:off x="3463936" y="22280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85" name="Google Shape;18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7"/>
          <p:cNvGrpSpPr/>
          <p:nvPr/>
        </p:nvGrpSpPr>
        <p:grpSpPr>
          <a:xfrm rot="-131693">
            <a:off x="-273349" y="-337771"/>
            <a:ext cx="4294937" cy="1399027"/>
            <a:chOff x="-273341" y="-337750"/>
            <a:chExt cx="4294792" cy="1398980"/>
          </a:xfrm>
        </p:grpSpPr>
        <p:sp>
          <p:nvSpPr>
            <p:cNvPr id="188" name="Google Shape;188;p7"/>
            <p:cNvSpPr/>
            <p:nvPr/>
          </p:nvSpPr>
          <p:spPr>
            <a:xfrm flipH="1">
              <a:off x="-273341" y="-337750"/>
              <a:ext cx="4294792" cy="1398980"/>
            </a:xfrm>
            <a:custGeom>
              <a:avLst/>
              <a:gdLst/>
              <a:ahLst/>
              <a:cxnLst/>
              <a:rect l="l" t="t" r="r" b="b"/>
              <a:pathLst>
                <a:path w="19663" h="6405" extrusionOk="0">
                  <a:moveTo>
                    <a:pt x="15799" y="0"/>
                  </a:moveTo>
                  <a:cubicBezTo>
                    <a:pt x="14930" y="0"/>
                    <a:pt x="14048" y="589"/>
                    <a:pt x="13212" y="812"/>
                  </a:cubicBezTo>
                  <a:cubicBezTo>
                    <a:pt x="12864" y="905"/>
                    <a:pt x="12513" y="943"/>
                    <a:pt x="12160" y="943"/>
                  </a:cubicBezTo>
                  <a:cubicBezTo>
                    <a:pt x="10715" y="943"/>
                    <a:pt x="9235" y="318"/>
                    <a:pt x="7772" y="318"/>
                  </a:cubicBezTo>
                  <a:cubicBezTo>
                    <a:pt x="7530" y="318"/>
                    <a:pt x="7289" y="336"/>
                    <a:pt x="7048" y="375"/>
                  </a:cubicBezTo>
                  <a:cubicBezTo>
                    <a:pt x="6660" y="444"/>
                    <a:pt x="6281" y="563"/>
                    <a:pt x="5886" y="563"/>
                  </a:cubicBezTo>
                  <a:cubicBezTo>
                    <a:pt x="5872" y="563"/>
                    <a:pt x="5858" y="563"/>
                    <a:pt x="5844" y="563"/>
                  </a:cubicBezTo>
                  <a:cubicBezTo>
                    <a:pt x="5288" y="550"/>
                    <a:pt x="4709" y="284"/>
                    <a:pt x="4175" y="284"/>
                  </a:cubicBezTo>
                  <a:cubicBezTo>
                    <a:pt x="3971" y="284"/>
                    <a:pt x="3774" y="323"/>
                    <a:pt x="3587" y="429"/>
                  </a:cubicBezTo>
                  <a:cubicBezTo>
                    <a:pt x="3444" y="509"/>
                    <a:pt x="3319" y="616"/>
                    <a:pt x="3167" y="661"/>
                  </a:cubicBezTo>
                  <a:cubicBezTo>
                    <a:pt x="3094" y="682"/>
                    <a:pt x="3019" y="690"/>
                    <a:pt x="2941" y="690"/>
                  </a:cubicBezTo>
                  <a:cubicBezTo>
                    <a:pt x="2593" y="690"/>
                    <a:pt x="2206" y="519"/>
                    <a:pt x="1846" y="519"/>
                  </a:cubicBezTo>
                  <a:cubicBezTo>
                    <a:pt x="1668" y="519"/>
                    <a:pt x="1496" y="561"/>
                    <a:pt x="1338" y="688"/>
                  </a:cubicBezTo>
                  <a:cubicBezTo>
                    <a:pt x="1187" y="812"/>
                    <a:pt x="1071" y="991"/>
                    <a:pt x="883" y="1044"/>
                  </a:cubicBezTo>
                  <a:cubicBezTo>
                    <a:pt x="842" y="1055"/>
                    <a:pt x="799" y="1057"/>
                    <a:pt x="756" y="1057"/>
                  </a:cubicBezTo>
                  <a:cubicBezTo>
                    <a:pt x="721" y="1057"/>
                    <a:pt x="686" y="1056"/>
                    <a:pt x="651" y="1056"/>
                  </a:cubicBezTo>
                  <a:cubicBezTo>
                    <a:pt x="618" y="1056"/>
                    <a:pt x="585" y="1057"/>
                    <a:pt x="553" y="1062"/>
                  </a:cubicBezTo>
                  <a:cubicBezTo>
                    <a:pt x="268" y="1098"/>
                    <a:pt x="63" y="1392"/>
                    <a:pt x="27" y="1687"/>
                  </a:cubicBezTo>
                  <a:cubicBezTo>
                    <a:pt x="0" y="1981"/>
                    <a:pt x="107" y="2275"/>
                    <a:pt x="250" y="2534"/>
                  </a:cubicBezTo>
                  <a:cubicBezTo>
                    <a:pt x="535" y="3080"/>
                    <a:pt x="1051" y="3574"/>
                    <a:pt x="1628" y="3574"/>
                  </a:cubicBezTo>
                  <a:cubicBezTo>
                    <a:pt x="1682" y="3574"/>
                    <a:pt x="1738" y="3569"/>
                    <a:pt x="1793" y="3560"/>
                  </a:cubicBezTo>
                  <a:cubicBezTo>
                    <a:pt x="2025" y="3524"/>
                    <a:pt x="2239" y="3408"/>
                    <a:pt x="2462" y="3337"/>
                  </a:cubicBezTo>
                  <a:cubicBezTo>
                    <a:pt x="2635" y="3288"/>
                    <a:pt x="2809" y="3268"/>
                    <a:pt x="2985" y="3268"/>
                  </a:cubicBezTo>
                  <a:cubicBezTo>
                    <a:pt x="3537" y="3268"/>
                    <a:pt x="4102" y="3459"/>
                    <a:pt x="4657" y="3507"/>
                  </a:cubicBezTo>
                  <a:cubicBezTo>
                    <a:pt x="4746" y="3514"/>
                    <a:pt x="4836" y="3517"/>
                    <a:pt x="4925" y="3517"/>
                  </a:cubicBezTo>
                  <a:cubicBezTo>
                    <a:pt x="6130" y="3517"/>
                    <a:pt x="7329" y="2921"/>
                    <a:pt x="8502" y="2921"/>
                  </a:cubicBezTo>
                  <a:cubicBezTo>
                    <a:pt x="8786" y="2921"/>
                    <a:pt x="9069" y="2956"/>
                    <a:pt x="9350" y="3043"/>
                  </a:cubicBezTo>
                  <a:cubicBezTo>
                    <a:pt x="9813" y="3185"/>
                    <a:pt x="10393" y="3373"/>
                    <a:pt x="10822" y="3551"/>
                  </a:cubicBezTo>
                  <a:cubicBezTo>
                    <a:pt x="11294" y="3756"/>
                    <a:pt x="11384" y="4086"/>
                    <a:pt x="11223" y="4595"/>
                  </a:cubicBezTo>
                  <a:cubicBezTo>
                    <a:pt x="11143" y="4871"/>
                    <a:pt x="11036" y="5157"/>
                    <a:pt x="11125" y="5434"/>
                  </a:cubicBezTo>
                  <a:cubicBezTo>
                    <a:pt x="11204" y="5665"/>
                    <a:pt x="11444" y="5804"/>
                    <a:pt x="11680" y="5804"/>
                  </a:cubicBezTo>
                  <a:cubicBezTo>
                    <a:pt x="11817" y="5804"/>
                    <a:pt x="11951" y="5758"/>
                    <a:pt x="12053" y="5657"/>
                  </a:cubicBezTo>
                  <a:cubicBezTo>
                    <a:pt x="12293" y="5416"/>
                    <a:pt x="12276" y="5023"/>
                    <a:pt x="12204" y="4684"/>
                  </a:cubicBezTo>
                  <a:cubicBezTo>
                    <a:pt x="12124" y="4309"/>
                    <a:pt x="11928" y="3872"/>
                    <a:pt x="12035" y="3498"/>
                  </a:cubicBezTo>
                  <a:cubicBezTo>
                    <a:pt x="12169" y="3061"/>
                    <a:pt x="12731" y="2686"/>
                    <a:pt x="13114" y="2543"/>
                  </a:cubicBezTo>
                  <a:cubicBezTo>
                    <a:pt x="13328" y="2465"/>
                    <a:pt x="13554" y="2426"/>
                    <a:pt x="13779" y="2426"/>
                  </a:cubicBezTo>
                  <a:cubicBezTo>
                    <a:pt x="14120" y="2426"/>
                    <a:pt x="14461" y="2514"/>
                    <a:pt x="14756" y="2686"/>
                  </a:cubicBezTo>
                  <a:cubicBezTo>
                    <a:pt x="15014" y="2837"/>
                    <a:pt x="15246" y="3061"/>
                    <a:pt x="15344" y="3355"/>
                  </a:cubicBezTo>
                  <a:cubicBezTo>
                    <a:pt x="15478" y="3810"/>
                    <a:pt x="15246" y="4283"/>
                    <a:pt x="15095" y="4738"/>
                  </a:cubicBezTo>
                  <a:cubicBezTo>
                    <a:pt x="14970" y="5086"/>
                    <a:pt x="14889" y="5478"/>
                    <a:pt x="15005" y="5835"/>
                  </a:cubicBezTo>
                  <a:cubicBezTo>
                    <a:pt x="15107" y="6147"/>
                    <a:pt x="15393" y="6405"/>
                    <a:pt x="15701" y="6405"/>
                  </a:cubicBezTo>
                  <a:cubicBezTo>
                    <a:pt x="15746" y="6405"/>
                    <a:pt x="15790" y="6399"/>
                    <a:pt x="15835" y="6388"/>
                  </a:cubicBezTo>
                  <a:cubicBezTo>
                    <a:pt x="16210" y="6290"/>
                    <a:pt x="16397" y="5817"/>
                    <a:pt x="16388" y="5407"/>
                  </a:cubicBezTo>
                  <a:cubicBezTo>
                    <a:pt x="16388" y="4996"/>
                    <a:pt x="16272" y="4586"/>
                    <a:pt x="16317" y="4185"/>
                  </a:cubicBezTo>
                  <a:cubicBezTo>
                    <a:pt x="16379" y="3583"/>
                    <a:pt x="16671" y="3442"/>
                    <a:pt x="17037" y="3442"/>
                  </a:cubicBezTo>
                  <a:cubicBezTo>
                    <a:pt x="17360" y="3442"/>
                    <a:pt x="17739" y="3551"/>
                    <a:pt x="18068" y="3551"/>
                  </a:cubicBezTo>
                  <a:cubicBezTo>
                    <a:pt x="18119" y="3551"/>
                    <a:pt x="18169" y="3548"/>
                    <a:pt x="18217" y="3542"/>
                  </a:cubicBezTo>
                  <a:cubicBezTo>
                    <a:pt x="18654" y="3489"/>
                    <a:pt x="19020" y="3069"/>
                    <a:pt x="19038" y="2614"/>
                  </a:cubicBezTo>
                  <a:cubicBezTo>
                    <a:pt x="19038" y="2445"/>
                    <a:pt x="19011" y="2267"/>
                    <a:pt x="19091" y="2124"/>
                  </a:cubicBezTo>
                  <a:cubicBezTo>
                    <a:pt x="19145" y="2026"/>
                    <a:pt x="19243" y="1963"/>
                    <a:pt x="19323" y="1892"/>
                  </a:cubicBezTo>
                  <a:cubicBezTo>
                    <a:pt x="19662" y="1553"/>
                    <a:pt x="19537" y="902"/>
                    <a:pt x="19154" y="616"/>
                  </a:cubicBezTo>
                  <a:cubicBezTo>
                    <a:pt x="18952" y="462"/>
                    <a:pt x="18703" y="397"/>
                    <a:pt x="18449" y="397"/>
                  </a:cubicBezTo>
                  <a:cubicBezTo>
                    <a:pt x="18231" y="397"/>
                    <a:pt x="18008" y="445"/>
                    <a:pt x="17807" y="527"/>
                  </a:cubicBezTo>
                  <a:cubicBezTo>
                    <a:pt x="17672" y="577"/>
                    <a:pt x="17538" y="644"/>
                    <a:pt x="17403" y="644"/>
                  </a:cubicBezTo>
                  <a:cubicBezTo>
                    <a:pt x="17395" y="644"/>
                    <a:pt x="17387" y="643"/>
                    <a:pt x="17378" y="643"/>
                  </a:cubicBezTo>
                  <a:cubicBezTo>
                    <a:pt x="17164" y="634"/>
                    <a:pt x="16995" y="465"/>
                    <a:pt x="16825" y="340"/>
                  </a:cubicBezTo>
                  <a:cubicBezTo>
                    <a:pt x="16488" y="93"/>
                    <a:pt x="16144" y="0"/>
                    <a:pt x="157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-114300" y="-67075"/>
              <a:ext cx="4068308" cy="295675"/>
            </a:xfrm>
            <a:custGeom>
              <a:avLst/>
              <a:gdLst/>
              <a:ahLst/>
              <a:cxnLst/>
              <a:rect l="l" t="t" r="r" b="b"/>
              <a:pathLst>
                <a:path w="163830" h="11827" extrusionOk="0">
                  <a:moveTo>
                    <a:pt x="0" y="11827"/>
                  </a:moveTo>
                  <a:cubicBezTo>
                    <a:pt x="4491" y="9902"/>
                    <a:pt x="8463" y="6894"/>
                    <a:pt x="12954" y="4969"/>
                  </a:cubicBezTo>
                  <a:cubicBezTo>
                    <a:pt x="16697" y="3365"/>
                    <a:pt x="21196" y="5195"/>
                    <a:pt x="25146" y="4207"/>
                  </a:cubicBezTo>
                  <a:cubicBezTo>
                    <a:pt x="33524" y="2112"/>
                    <a:pt x="42497" y="3040"/>
                    <a:pt x="51054" y="4207"/>
                  </a:cubicBezTo>
                  <a:cubicBezTo>
                    <a:pt x="58708" y="5251"/>
                    <a:pt x="66486" y="10139"/>
                    <a:pt x="73914" y="8017"/>
                  </a:cubicBezTo>
                  <a:cubicBezTo>
                    <a:pt x="79494" y="6423"/>
                    <a:pt x="84225" y="2297"/>
                    <a:pt x="89916" y="1159"/>
                  </a:cubicBezTo>
                  <a:cubicBezTo>
                    <a:pt x="98633" y="-584"/>
                    <a:pt x="107771" y="9"/>
                    <a:pt x="116586" y="1159"/>
                  </a:cubicBezTo>
                  <a:cubicBezTo>
                    <a:pt x="125383" y="2306"/>
                    <a:pt x="134257" y="3960"/>
                    <a:pt x="142494" y="7255"/>
                  </a:cubicBezTo>
                  <a:cubicBezTo>
                    <a:pt x="146267" y="8764"/>
                    <a:pt x="150743" y="6269"/>
                    <a:pt x="154686" y="7255"/>
                  </a:cubicBezTo>
                  <a:cubicBezTo>
                    <a:pt x="157803" y="8034"/>
                    <a:pt x="160617" y="10303"/>
                    <a:pt x="163830" y="10303"/>
                  </a:cubicBezTo>
                </a:path>
              </a:pathLst>
            </a:custGeom>
            <a:noFill/>
            <a:ln w="3810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90" name="Google Shape;190;p7"/>
            <p:cNvGrpSpPr/>
            <p:nvPr/>
          </p:nvGrpSpPr>
          <p:grpSpPr>
            <a:xfrm flipH="1">
              <a:off x="2637733" y="-137091"/>
              <a:ext cx="562357" cy="435716"/>
              <a:chOff x="7391961" y="34126"/>
              <a:chExt cx="545765" cy="435716"/>
            </a:xfrm>
          </p:grpSpPr>
          <p:sp>
            <p:nvSpPr>
              <p:cNvPr id="191" name="Google Shape;191;p7"/>
              <p:cNvSpPr/>
              <p:nvPr/>
            </p:nvSpPr>
            <p:spPr>
              <a:xfrm flipH="1">
                <a:off x="7787649" y="162913"/>
                <a:ext cx="150077" cy="11633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893" extrusionOk="0">
                    <a:moveTo>
                      <a:pt x="571" y="1"/>
                    </a:moveTo>
                    <a:cubicBezTo>
                      <a:pt x="0" y="1"/>
                      <a:pt x="0" y="893"/>
                      <a:pt x="571" y="893"/>
                    </a:cubicBezTo>
                    <a:cubicBezTo>
                      <a:pt x="1151" y="893"/>
                      <a:pt x="1151" y="1"/>
                      <a:pt x="5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2" name="Google Shape;192;p7"/>
              <p:cNvSpPr/>
              <p:nvPr/>
            </p:nvSpPr>
            <p:spPr>
              <a:xfrm flipH="1">
                <a:off x="7615686" y="233783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3" name="Google Shape;193;p7"/>
              <p:cNvSpPr/>
              <p:nvPr/>
            </p:nvSpPr>
            <p:spPr>
              <a:xfrm flipH="1">
                <a:off x="7729547" y="390764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4" name="Google Shape;194;p7"/>
              <p:cNvSpPr/>
              <p:nvPr/>
            </p:nvSpPr>
            <p:spPr>
              <a:xfrm flipH="1">
                <a:off x="7391961" y="34126"/>
                <a:ext cx="84939" cy="6644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510" extrusionOk="0">
                    <a:moveTo>
                      <a:pt x="331" y="1"/>
                    </a:moveTo>
                    <a:cubicBezTo>
                      <a:pt x="0" y="1"/>
                      <a:pt x="0" y="509"/>
                      <a:pt x="331" y="509"/>
                    </a:cubicBezTo>
                    <a:cubicBezTo>
                      <a:pt x="652" y="509"/>
                      <a:pt x="652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95" name="Google Shape;195;p7"/>
          <p:cNvGrpSpPr/>
          <p:nvPr/>
        </p:nvGrpSpPr>
        <p:grpSpPr>
          <a:xfrm flipH="1">
            <a:off x="231584" y="88771"/>
            <a:ext cx="8749134" cy="4847946"/>
            <a:chOff x="159894" y="88771"/>
            <a:chExt cx="8749134" cy="4847946"/>
          </a:xfrm>
        </p:grpSpPr>
        <p:sp>
          <p:nvSpPr>
            <p:cNvPr id="196" name="Google Shape;196;p7"/>
            <p:cNvSpPr/>
            <p:nvPr/>
          </p:nvSpPr>
          <p:spPr>
            <a:xfrm rot="2115196">
              <a:off x="7580109" y="1168269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197;p7"/>
            <p:cNvSpPr/>
            <p:nvPr/>
          </p:nvSpPr>
          <p:spPr>
            <a:xfrm rot="-3266906">
              <a:off x="8814032" y="1425320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198;p7"/>
            <p:cNvSpPr/>
            <p:nvPr/>
          </p:nvSpPr>
          <p:spPr>
            <a:xfrm rot="-3266906">
              <a:off x="5229316" y="1021085"/>
              <a:ext cx="128530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199;p7"/>
            <p:cNvSpPr/>
            <p:nvPr/>
          </p:nvSpPr>
          <p:spPr>
            <a:xfrm rot="3574462">
              <a:off x="463907" y="4542483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200;p7"/>
            <p:cNvSpPr/>
            <p:nvPr/>
          </p:nvSpPr>
          <p:spPr>
            <a:xfrm rot="1625383">
              <a:off x="2540191" y="4830172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201;p7"/>
            <p:cNvSpPr/>
            <p:nvPr/>
          </p:nvSpPr>
          <p:spPr>
            <a:xfrm rot="3522601">
              <a:off x="3221160" y="77878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7"/>
            <p:cNvSpPr/>
            <p:nvPr/>
          </p:nvSpPr>
          <p:spPr>
            <a:xfrm rot="-2695393">
              <a:off x="601311" y="2101964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203;p7"/>
            <p:cNvSpPr/>
            <p:nvPr/>
          </p:nvSpPr>
          <p:spPr>
            <a:xfrm rot="-6529139">
              <a:off x="161931" y="3038886"/>
              <a:ext cx="151480" cy="7431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204;p7"/>
            <p:cNvSpPr/>
            <p:nvPr/>
          </p:nvSpPr>
          <p:spPr>
            <a:xfrm rot="3522601">
              <a:off x="8762685" y="438331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205;p7"/>
            <p:cNvSpPr/>
            <p:nvPr/>
          </p:nvSpPr>
          <p:spPr>
            <a:xfrm rot="-3266906">
              <a:off x="6510360" y="1054857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206;p7"/>
            <p:cNvSpPr/>
            <p:nvPr/>
          </p:nvSpPr>
          <p:spPr>
            <a:xfrm rot="3522601">
              <a:off x="209022" y="403078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" name="Google Shape;207;p7"/>
            <p:cNvSpPr/>
            <p:nvPr/>
          </p:nvSpPr>
          <p:spPr>
            <a:xfrm rot="1867268">
              <a:off x="4292037" y="2840314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208;p7"/>
            <p:cNvSpPr/>
            <p:nvPr/>
          </p:nvSpPr>
          <p:spPr>
            <a:xfrm rot="-2342076">
              <a:off x="4217885" y="1653552"/>
              <a:ext cx="57301" cy="147211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209;p7"/>
            <p:cNvSpPr/>
            <p:nvPr/>
          </p:nvSpPr>
          <p:spPr>
            <a:xfrm rot="-3266906">
              <a:off x="3605357" y="417959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210;p7"/>
            <p:cNvSpPr/>
            <p:nvPr/>
          </p:nvSpPr>
          <p:spPr>
            <a:xfrm rot="3522601">
              <a:off x="5124135" y="47149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211;p7"/>
            <p:cNvSpPr/>
            <p:nvPr/>
          </p:nvSpPr>
          <p:spPr>
            <a:xfrm rot="-2695393">
              <a:off x="7233123" y="478907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12" name="Google Shape;212;p7"/>
          <p:cNvSpPr txBox="1"/>
          <p:nvPr>
            <p:ph type="body" idx="1"/>
          </p:nvPr>
        </p:nvSpPr>
        <p:spPr>
          <a:xfrm>
            <a:off x="720000" y="1690850"/>
            <a:ext cx="3771900" cy="2616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>
                <a:solidFill>
                  <a:srgbClr val="434343"/>
                </a:solidFill>
              </a:defRPr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30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13" name="Google Shape;213;p7"/>
          <p:cNvSpPr txBox="1"/>
          <p:nvPr>
            <p:ph type="title"/>
          </p:nvPr>
        </p:nvSpPr>
        <p:spPr>
          <a:xfrm>
            <a:off x="4572000" y="539400"/>
            <a:ext cx="3858900" cy="928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8"/>
          <p:cNvGrpSpPr/>
          <p:nvPr/>
        </p:nvGrpSpPr>
        <p:grpSpPr>
          <a:xfrm>
            <a:off x="-874705" y="2629503"/>
            <a:ext cx="10134083" cy="3123443"/>
            <a:chOff x="-874705" y="2629503"/>
            <a:chExt cx="10134083" cy="3123443"/>
          </a:xfrm>
        </p:grpSpPr>
        <p:grpSp>
          <p:nvGrpSpPr>
            <p:cNvPr id="216" name="Google Shape;216;p8"/>
            <p:cNvGrpSpPr/>
            <p:nvPr/>
          </p:nvGrpSpPr>
          <p:grpSpPr>
            <a:xfrm flipH="1">
              <a:off x="-874705" y="2629503"/>
              <a:ext cx="2802994" cy="2988378"/>
              <a:chOff x="-1147186" y="2691345"/>
              <a:chExt cx="3013648" cy="3212964"/>
            </a:xfrm>
          </p:grpSpPr>
          <p:sp>
            <p:nvSpPr>
              <p:cNvPr id="217" name="Google Shape;217;p8"/>
              <p:cNvSpPr/>
              <p:nvPr/>
            </p:nvSpPr>
            <p:spPr>
              <a:xfrm rot="10800000">
                <a:off x="-1147186" y="2691345"/>
                <a:ext cx="3013648" cy="3212964"/>
              </a:xfrm>
              <a:custGeom>
                <a:avLst/>
                <a:gdLst/>
                <a:ahLst/>
                <a:cxnLst/>
                <a:rect l="l" t="t" r="r" b="b"/>
                <a:pathLst>
                  <a:path w="22438" h="23922" extrusionOk="0">
                    <a:moveTo>
                      <a:pt x="3165" y="1"/>
                    </a:moveTo>
                    <a:cubicBezTo>
                      <a:pt x="2537" y="1"/>
                      <a:pt x="1924" y="119"/>
                      <a:pt x="1419" y="447"/>
                    </a:cubicBezTo>
                    <a:cubicBezTo>
                      <a:pt x="688" y="920"/>
                      <a:pt x="277" y="1776"/>
                      <a:pt x="144" y="2651"/>
                    </a:cubicBezTo>
                    <a:cubicBezTo>
                      <a:pt x="1" y="3516"/>
                      <a:pt x="99" y="4426"/>
                      <a:pt x="188" y="5327"/>
                    </a:cubicBezTo>
                    <a:cubicBezTo>
                      <a:pt x="313" y="6487"/>
                      <a:pt x="438" y="7655"/>
                      <a:pt x="563" y="8824"/>
                    </a:cubicBezTo>
                    <a:cubicBezTo>
                      <a:pt x="652" y="9618"/>
                      <a:pt x="813" y="10537"/>
                      <a:pt x="1517" y="10947"/>
                    </a:cubicBezTo>
                    <a:cubicBezTo>
                      <a:pt x="1731" y="11074"/>
                      <a:pt x="1965" y="11129"/>
                      <a:pt x="2201" y="11129"/>
                    </a:cubicBezTo>
                    <a:cubicBezTo>
                      <a:pt x="2665" y="11129"/>
                      <a:pt x="3137" y="10916"/>
                      <a:pt x="3480" y="10608"/>
                    </a:cubicBezTo>
                    <a:cubicBezTo>
                      <a:pt x="3730" y="10385"/>
                      <a:pt x="3935" y="10109"/>
                      <a:pt x="4229" y="9948"/>
                    </a:cubicBezTo>
                    <a:cubicBezTo>
                      <a:pt x="4365" y="9876"/>
                      <a:pt x="4526" y="9835"/>
                      <a:pt x="4683" y="9835"/>
                    </a:cubicBezTo>
                    <a:cubicBezTo>
                      <a:pt x="4876" y="9835"/>
                      <a:pt x="5065" y="9898"/>
                      <a:pt x="5193" y="10046"/>
                    </a:cubicBezTo>
                    <a:cubicBezTo>
                      <a:pt x="5318" y="10189"/>
                      <a:pt x="5362" y="10358"/>
                      <a:pt x="5398" y="10537"/>
                    </a:cubicBezTo>
                    <a:cubicBezTo>
                      <a:pt x="5880" y="12705"/>
                      <a:pt x="5086" y="14953"/>
                      <a:pt x="5684" y="17103"/>
                    </a:cubicBezTo>
                    <a:cubicBezTo>
                      <a:pt x="5728" y="17263"/>
                      <a:pt x="5800" y="17442"/>
                      <a:pt x="5951" y="17495"/>
                    </a:cubicBezTo>
                    <a:cubicBezTo>
                      <a:pt x="5988" y="17509"/>
                      <a:pt x="6027" y="17513"/>
                      <a:pt x="6066" y="17513"/>
                    </a:cubicBezTo>
                    <a:cubicBezTo>
                      <a:pt x="6130" y="17513"/>
                      <a:pt x="6197" y="17501"/>
                      <a:pt x="6263" y="17495"/>
                    </a:cubicBezTo>
                    <a:cubicBezTo>
                      <a:pt x="6274" y="17495"/>
                      <a:pt x="6284" y="17494"/>
                      <a:pt x="6294" y="17494"/>
                    </a:cubicBezTo>
                    <a:cubicBezTo>
                      <a:pt x="6648" y="17494"/>
                      <a:pt x="6973" y="17790"/>
                      <a:pt x="7120" y="18120"/>
                    </a:cubicBezTo>
                    <a:cubicBezTo>
                      <a:pt x="7280" y="18459"/>
                      <a:pt x="7289" y="18842"/>
                      <a:pt x="7298" y="19208"/>
                    </a:cubicBezTo>
                    <a:cubicBezTo>
                      <a:pt x="7325" y="19966"/>
                      <a:pt x="7343" y="20725"/>
                      <a:pt x="7361" y="21492"/>
                    </a:cubicBezTo>
                    <a:cubicBezTo>
                      <a:pt x="7379" y="21973"/>
                      <a:pt x="7388" y="22464"/>
                      <a:pt x="7566" y="22919"/>
                    </a:cubicBezTo>
                    <a:cubicBezTo>
                      <a:pt x="7744" y="23383"/>
                      <a:pt x="8128" y="23811"/>
                      <a:pt x="8610" y="23900"/>
                    </a:cubicBezTo>
                    <a:cubicBezTo>
                      <a:pt x="8679" y="23915"/>
                      <a:pt x="8748" y="23921"/>
                      <a:pt x="8817" y="23921"/>
                    </a:cubicBezTo>
                    <a:cubicBezTo>
                      <a:pt x="9309" y="23921"/>
                      <a:pt x="9754" y="23572"/>
                      <a:pt x="9966" y="23133"/>
                    </a:cubicBezTo>
                    <a:cubicBezTo>
                      <a:pt x="10216" y="22625"/>
                      <a:pt x="10233" y="22036"/>
                      <a:pt x="10242" y="21465"/>
                    </a:cubicBezTo>
                    <a:cubicBezTo>
                      <a:pt x="10287" y="19529"/>
                      <a:pt x="10331" y="17602"/>
                      <a:pt x="10376" y="15675"/>
                    </a:cubicBezTo>
                    <a:cubicBezTo>
                      <a:pt x="10403" y="14382"/>
                      <a:pt x="10546" y="12883"/>
                      <a:pt x="11634" y="12241"/>
                    </a:cubicBezTo>
                    <a:cubicBezTo>
                      <a:pt x="11831" y="12122"/>
                      <a:pt x="12075" y="12052"/>
                      <a:pt x="12314" y="12052"/>
                    </a:cubicBezTo>
                    <a:cubicBezTo>
                      <a:pt x="12593" y="12052"/>
                      <a:pt x="12865" y="12148"/>
                      <a:pt x="13043" y="12374"/>
                    </a:cubicBezTo>
                    <a:cubicBezTo>
                      <a:pt x="13382" y="12803"/>
                      <a:pt x="13275" y="13543"/>
                      <a:pt x="13757" y="13784"/>
                    </a:cubicBezTo>
                    <a:cubicBezTo>
                      <a:pt x="13845" y="13830"/>
                      <a:pt x="13940" y="13848"/>
                      <a:pt x="14034" y="13848"/>
                    </a:cubicBezTo>
                    <a:cubicBezTo>
                      <a:pt x="14122" y="13848"/>
                      <a:pt x="14211" y="13832"/>
                      <a:pt x="14292" y="13811"/>
                    </a:cubicBezTo>
                    <a:cubicBezTo>
                      <a:pt x="14837" y="13668"/>
                      <a:pt x="15211" y="13213"/>
                      <a:pt x="15506" y="12749"/>
                    </a:cubicBezTo>
                    <a:cubicBezTo>
                      <a:pt x="15800" y="12294"/>
                      <a:pt x="16059" y="11786"/>
                      <a:pt x="16487" y="11447"/>
                    </a:cubicBezTo>
                    <a:cubicBezTo>
                      <a:pt x="16738" y="11248"/>
                      <a:pt x="17072" y="11120"/>
                      <a:pt x="17401" y="11120"/>
                    </a:cubicBezTo>
                    <a:cubicBezTo>
                      <a:pt x="17633" y="11120"/>
                      <a:pt x="17862" y="11183"/>
                      <a:pt x="18057" y="11331"/>
                    </a:cubicBezTo>
                    <a:cubicBezTo>
                      <a:pt x="18307" y="11518"/>
                      <a:pt x="18459" y="11812"/>
                      <a:pt x="18708" y="12009"/>
                    </a:cubicBezTo>
                    <a:cubicBezTo>
                      <a:pt x="18919" y="12177"/>
                      <a:pt x="19178" y="12252"/>
                      <a:pt x="19439" y="12252"/>
                    </a:cubicBezTo>
                    <a:cubicBezTo>
                      <a:pt x="19676" y="12252"/>
                      <a:pt x="19914" y="12190"/>
                      <a:pt x="20118" y="12080"/>
                    </a:cubicBezTo>
                    <a:cubicBezTo>
                      <a:pt x="20546" y="11848"/>
                      <a:pt x="20840" y="11447"/>
                      <a:pt x="21072" y="11027"/>
                    </a:cubicBezTo>
                    <a:cubicBezTo>
                      <a:pt x="21742" y="9823"/>
                      <a:pt x="22036" y="8422"/>
                      <a:pt x="22223" y="7031"/>
                    </a:cubicBezTo>
                    <a:cubicBezTo>
                      <a:pt x="22357" y="6014"/>
                      <a:pt x="22437" y="4952"/>
                      <a:pt x="22179" y="3926"/>
                    </a:cubicBezTo>
                    <a:cubicBezTo>
                      <a:pt x="21920" y="2900"/>
                      <a:pt x="21269" y="1892"/>
                      <a:pt x="20287" y="1446"/>
                    </a:cubicBezTo>
                    <a:cubicBezTo>
                      <a:pt x="19592" y="1125"/>
                      <a:pt x="18815" y="1116"/>
                      <a:pt x="18066" y="1116"/>
                    </a:cubicBezTo>
                    <a:lnTo>
                      <a:pt x="16240" y="1116"/>
                    </a:lnTo>
                    <a:cubicBezTo>
                      <a:pt x="15137" y="528"/>
                      <a:pt x="13904" y="351"/>
                      <a:pt x="12677" y="351"/>
                    </a:cubicBezTo>
                    <a:cubicBezTo>
                      <a:pt x="12265" y="351"/>
                      <a:pt x="11853" y="371"/>
                      <a:pt x="11447" y="403"/>
                    </a:cubicBezTo>
                    <a:cubicBezTo>
                      <a:pt x="10277" y="486"/>
                      <a:pt x="9107" y="653"/>
                      <a:pt x="7930" y="653"/>
                    </a:cubicBezTo>
                    <a:cubicBezTo>
                      <a:pt x="7474" y="653"/>
                      <a:pt x="7017" y="628"/>
                      <a:pt x="6558" y="563"/>
                    </a:cubicBezTo>
                    <a:cubicBezTo>
                      <a:pt x="5684" y="438"/>
                      <a:pt x="4818" y="171"/>
                      <a:pt x="3944" y="55"/>
                    </a:cubicBezTo>
                    <a:cubicBezTo>
                      <a:pt x="3686" y="21"/>
                      <a:pt x="3424" y="1"/>
                      <a:pt x="3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8" name="Google Shape;218;p8"/>
              <p:cNvSpPr/>
              <p:nvPr/>
            </p:nvSpPr>
            <p:spPr>
              <a:xfrm rot="10800000">
                <a:off x="-1102863" y="4422332"/>
                <a:ext cx="2918959" cy="657179"/>
              </a:xfrm>
              <a:custGeom>
                <a:avLst/>
                <a:gdLst/>
                <a:ahLst/>
                <a:cxnLst/>
                <a:rect l="l" t="t" r="r" b="b"/>
                <a:pathLst>
                  <a:path w="21733" h="4893" extrusionOk="0">
                    <a:moveTo>
                      <a:pt x="3008" y="0"/>
                    </a:moveTo>
                    <a:cubicBezTo>
                      <a:pt x="1945" y="0"/>
                      <a:pt x="940" y="367"/>
                      <a:pt x="1" y="872"/>
                    </a:cubicBezTo>
                    <a:cubicBezTo>
                      <a:pt x="10" y="1024"/>
                      <a:pt x="27" y="1184"/>
                      <a:pt x="45" y="1336"/>
                    </a:cubicBezTo>
                    <a:cubicBezTo>
                      <a:pt x="961" y="881"/>
                      <a:pt x="1925" y="542"/>
                      <a:pt x="2912" y="542"/>
                    </a:cubicBezTo>
                    <a:cubicBezTo>
                      <a:pt x="3377" y="542"/>
                      <a:pt x="3847" y="617"/>
                      <a:pt x="4318" y="792"/>
                    </a:cubicBezTo>
                    <a:cubicBezTo>
                      <a:pt x="5514" y="1229"/>
                      <a:pt x="5942" y="2076"/>
                      <a:pt x="6272" y="3245"/>
                    </a:cubicBezTo>
                    <a:cubicBezTo>
                      <a:pt x="6468" y="3968"/>
                      <a:pt x="6879" y="4797"/>
                      <a:pt x="7726" y="4886"/>
                    </a:cubicBezTo>
                    <a:cubicBezTo>
                      <a:pt x="7768" y="4891"/>
                      <a:pt x="7809" y="4893"/>
                      <a:pt x="7849" y="4893"/>
                    </a:cubicBezTo>
                    <a:cubicBezTo>
                      <a:pt x="8482" y="4893"/>
                      <a:pt x="8945" y="4383"/>
                      <a:pt x="9314" y="3905"/>
                    </a:cubicBezTo>
                    <a:cubicBezTo>
                      <a:pt x="9662" y="3450"/>
                      <a:pt x="9974" y="3013"/>
                      <a:pt x="10501" y="2736"/>
                    </a:cubicBezTo>
                    <a:cubicBezTo>
                      <a:pt x="10762" y="2599"/>
                      <a:pt x="11002" y="2543"/>
                      <a:pt x="11233" y="2543"/>
                    </a:cubicBezTo>
                    <a:cubicBezTo>
                      <a:pt x="11662" y="2543"/>
                      <a:pt x="12058" y="2739"/>
                      <a:pt x="12499" y="2977"/>
                    </a:cubicBezTo>
                    <a:cubicBezTo>
                      <a:pt x="12804" y="3137"/>
                      <a:pt x="13117" y="3206"/>
                      <a:pt x="13428" y="3206"/>
                    </a:cubicBezTo>
                    <a:cubicBezTo>
                      <a:pt x="13936" y="3206"/>
                      <a:pt x="14440" y="3022"/>
                      <a:pt x="14899" y="2745"/>
                    </a:cubicBezTo>
                    <a:cubicBezTo>
                      <a:pt x="15934" y="2121"/>
                      <a:pt x="16728" y="1327"/>
                      <a:pt x="18003" y="1247"/>
                    </a:cubicBezTo>
                    <a:cubicBezTo>
                      <a:pt x="18054" y="1243"/>
                      <a:pt x="18105" y="1242"/>
                      <a:pt x="18157" y="1242"/>
                    </a:cubicBezTo>
                    <a:cubicBezTo>
                      <a:pt x="19210" y="1242"/>
                      <a:pt x="20504" y="1905"/>
                      <a:pt x="21661" y="2041"/>
                    </a:cubicBezTo>
                    <a:cubicBezTo>
                      <a:pt x="21688" y="1907"/>
                      <a:pt x="21714" y="1773"/>
                      <a:pt x="21732" y="1639"/>
                    </a:cubicBezTo>
                    <a:cubicBezTo>
                      <a:pt x="21268" y="1595"/>
                      <a:pt x="20804" y="1461"/>
                      <a:pt x="20385" y="1318"/>
                    </a:cubicBezTo>
                    <a:cubicBezTo>
                      <a:pt x="19626" y="1063"/>
                      <a:pt x="18898" y="825"/>
                      <a:pt x="18116" y="825"/>
                    </a:cubicBezTo>
                    <a:cubicBezTo>
                      <a:pt x="17941" y="825"/>
                      <a:pt x="17764" y="837"/>
                      <a:pt x="17584" y="863"/>
                    </a:cubicBezTo>
                    <a:cubicBezTo>
                      <a:pt x="16540" y="1015"/>
                      <a:pt x="15800" y="1550"/>
                      <a:pt x="14952" y="2130"/>
                    </a:cubicBezTo>
                    <a:cubicBezTo>
                      <a:pt x="14506" y="2434"/>
                      <a:pt x="13992" y="2713"/>
                      <a:pt x="13455" y="2713"/>
                    </a:cubicBezTo>
                    <a:cubicBezTo>
                      <a:pt x="13284" y="2713"/>
                      <a:pt x="13110" y="2685"/>
                      <a:pt x="12936" y="2620"/>
                    </a:cubicBezTo>
                    <a:cubicBezTo>
                      <a:pt x="12499" y="2451"/>
                      <a:pt x="12160" y="2130"/>
                      <a:pt x="11687" y="2041"/>
                    </a:cubicBezTo>
                    <a:cubicBezTo>
                      <a:pt x="11567" y="2017"/>
                      <a:pt x="11445" y="2006"/>
                      <a:pt x="11325" y="2006"/>
                    </a:cubicBezTo>
                    <a:cubicBezTo>
                      <a:pt x="10703" y="2006"/>
                      <a:pt x="10089" y="2296"/>
                      <a:pt x="9626" y="2692"/>
                    </a:cubicBezTo>
                    <a:cubicBezTo>
                      <a:pt x="9139" y="3107"/>
                      <a:pt x="8440" y="4288"/>
                      <a:pt x="7772" y="4288"/>
                    </a:cubicBezTo>
                    <a:cubicBezTo>
                      <a:pt x="7522" y="4288"/>
                      <a:pt x="7276" y="4123"/>
                      <a:pt x="7048" y="3691"/>
                    </a:cubicBezTo>
                    <a:cubicBezTo>
                      <a:pt x="6575" y="2808"/>
                      <a:pt x="6647" y="1871"/>
                      <a:pt x="5897" y="1122"/>
                    </a:cubicBezTo>
                    <a:cubicBezTo>
                      <a:pt x="5362" y="578"/>
                      <a:pt x="4631" y="239"/>
                      <a:pt x="3890" y="87"/>
                    </a:cubicBezTo>
                    <a:cubicBezTo>
                      <a:pt x="3592" y="28"/>
                      <a:pt x="3298" y="0"/>
                      <a:pt x="30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" name="Google Shape;219;p8"/>
              <p:cNvSpPr/>
              <p:nvPr/>
            </p:nvSpPr>
            <p:spPr>
              <a:xfrm rot="10800000">
                <a:off x="-979432" y="5046202"/>
                <a:ext cx="1893234" cy="398229"/>
              </a:xfrm>
              <a:custGeom>
                <a:avLst/>
                <a:gdLst/>
                <a:ahLst/>
                <a:cxnLst/>
                <a:rect l="l" t="t" r="r" b="b"/>
                <a:pathLst>
                  <a:path w="14096" h="2965" extrusionOk="0">
                    <a:moveTo>
                      <a:pt x="7233" y="0"/>
                    </a:moveTo>
                    <a:cubicBezTo>
                      <a:pt x="7160" y="0"/>
                      <a:pt x="7087" y="4"/>
                      <a:pt x="7012" y="12"/>
                    </a:cubicBezTo>
                    <a:cubicBezTo>
                      <a:pt x="5977" y="119"/>
                      <a:pt x="5272" y="931"/>
                      <a:pt x="4487" y="1510"/>
                    </a:cubicBezTo>
                    <a:cubicBezTo>
                      <a:pt x="3718" y="2084"/>
                      <a:pt x="2849" y="2352"/>
                      <a:pt x="1954" y="2352"/>
                    </a:cubicBezTo>
                    <a:cubicBezTo>
                      <a:pt x="1428" y="2352"/>
                      <a:pt x="894" y="2260"/>
                      <a:pt x="366" y="2081"/>
                    </a:cubicBezTo>
                    <a:cubicBezTo>
                      <a:pt x="338" y="2072"/>
                      <a:pt x="312" y="2067"/>
                      <a:pt x="288" y="2067"/>
                    </a:cubicBezTo>
                    <a:cubicBezTo>
                      <a:pt x="70" y="2067"/>
                      <a:pt x="1" y="2430"/>
                      <a:pt x="250" y="2518"/>
                    </a:cubicBezTo>
                    <a:cubicBezTo>
                      <a:pt x="830" y="2716"/>
                      <a:pt x="1422" y="2827"/>
                      <a:pt x="2014" y="2827"/>
                    </a:cubicBezTo>
                    <a:cubicBezTo>
                      <a:pt x="2569" y="2827"/>
                      <a:pt x="3123" y="2730"/>
                      <a:pt x="3667" y="2518"/>
                    </a:cubicBezTo>
                    <a:cubicBezTo>
                      <a:pt x="4737" y="2099"/>
                      <a:pt x="5415" y="1162"/>
                      <a:pt x="6423" y="690"/>
                    </a:cubicBezTo>
                    <a:cubicBezTo>
                      <a:pt x="6688" y="567"/>
                      <a:pt x="6945" y="515"/>
                      <a:pt x="7196" y="515"/>
                    </a:cubicBezTo>
                    <a:cubicBezTo>
                      <a:pt x="8317" y="515"/>
                      <a:pt x="9317" y="1559"/>
                      <a:pt x="10286" y="2055"/>
                    </a:cubicBezTo>
                    <a:cubicBezTo>
                      <a:pt x="11366" y="2608"/>
                      <a:pt x="12552" y="2893"/>
                      <a:pt x="13774" y="2965"/>
                    </a:cubicBezTo>
                    <a:cubicBezTo>
                      <a:pt x="13780" y="2965"/>
                      <a:pt x="13785" y="2965"/>
                      <a:pt x="13791" y="2965"/>
                    </a:cubicBezTo>
                    <a:cubicBezTo>
                      <a:pt x="14095" y="2965"/>
                      <a:pt x="14090" y="2482"/>
                      <a:pt x="13774" y="2456"/>
                    </a:cubicBezTo>
                    <a:cubicBezTo>
                      <a:pt x="12293" y="2367"/>
                      <a:pt x="10928" y="1930"/>
                      <a:pt x="9697" y="1109"/>
                    </a:cubicBezTo>
                    <a:cubicBezTo>
                      <a:pt x="8944" y="612"/>
                      <a:pt x="8168" y="0"/>
                      <a:pt x="72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20" name="Google Shape;220;p8"/>
            <p:cNvSpPr/>
            <p:nvPr/>
          </p:nvSpPr>
          <p:spPr>
            <a:xfrm rot="10800000">
              <a:off x="1586520" y="4235974"/>
              <a:ext cx="4486605" cy="1208351"/>
            </a:xfrm>
            <a:custGeom>
              <a:avLst/>
              <a:gdLst/>
              <a:ahLst/>
              <a:cxnLst/>
              <a:rect l="l" t="t" r="r" b="b"/>
              <a:pathLst>
                <a:path w="19663" h="6405" extrusionOk="0">
                  <a:moveTo>
                    <a:pt x="15799" y="0"/>
                  </a:moveTo>
                  <a:cubicBezTo>
                    <a:pt x="14930" y="0"/>
                    <a:pt x="14048" y="589"/>
                    <a:pt x="13212" y="812"/>
                  </a:cubicBezTo>
                  <a:cubicBezTo>
                    <a:pt x="12864" y="905"/>
                    <a:pt x="12513" y="943"/>
                    <a:pt x="12160" y="943"/>
                  </a:cubicBezTo>
                  <a:cubicBezTo>
                    <a:pt x="10715" y="943"/>
                    <a:pt x="9235" y="318"/>
                    <a:pt x="7772" y="318"/>
                  </a:cubicBezTo>
                  <a:cubicBezTo>
                    <a:pt x="7530" y="318"/>
                    <a:pt x="7289" y="336"/>
                    <a:pt x="7048" y="375"/>
                  </a:cubicBezTo>
                  <a:cubicBezTo>
                    <a:pt x="6660" y="444"/>
                    <a:pt x="6281" y="563"/>
                    <a:pt x="5886" y="563"/>
                  </a:cubicBezTo>
                  <a:cubicBezTo>
                    <a:pt x="5872" y="563"/>
                    <a:pt x="5858" y="563"/>
                    <a:pt x="5844" y="563"/>
                  </a:cubicBezTo>
                  <a:cubicBezTo>
                    <a:pt x="5288" y="550"/>
                    <a:pt x="4709" y="284"/>
                    <a:pt x="4175" y="284"/>
                  </a:cubicBezTo>
                  <a:cubicBezTo>
                    <a:pt x="3971" y="284"/>
                    <a:pt x="3774" y="323"/>
                    <a:pt x="3587" y="429"/>
                  </a:cubicBezTo>
                  <a:cubicBezTo>
                    <a:pt x="3444" y="509"/>
                    <a:pt x="3319" y="616"/>
                    <a:pt x="3167" y="661"/>
                  </a:cubicBezTo>
                  <a:cubicBezTo>
                    <a:pt x="3094" y="682"/>
                    <a:pt x="3019" y="690"/>
                    <a:pt x="2941" y="690"/>
                  </a:cubicBezTo>
                  <a:cubicBezTo>
                    <a:pt x="2593" y="690"/>
                    <a:pt x="2206" y="519"/>
                    <a:pt x="1846" y="519"/>
                  </a:cubicBezTo>
                  <a:cubicBezTo>
                    <a:pt x="1668" y="519"/>
                    <a:pt x="1496" y="561"/>
                    <a:pt x="1338" y="688"/>
                  </a:cubicBezTo>
                  <a:cubicBezTo>
                    <a:pt x="1187" y="812"/>
                    <a:pt x="1071" y="991"/>
                    <a:pt x="883" y="1044"/>
                  </a:cubicBezTo>
                  <a:cubicBezTo>
                    <a:pt x="842" y="1055"/>
                    <a:pt x="799" y="1057"/>
                    <a:pt x="756" y="1057"/>
                  </a:cubicBezTo>
                  <a:cubicBezTo>
                    <a:pt x="721" y="1057"/>
                    <a:pt x="686" y="1056"/>
                    <a:pt x="651" y="1056"/>
                  </a:cubicBezTo>
                  <a:cubicBezTo>
                    <a:pt x="618" y="1056"/>
                    <a:pt x="585" y="1057"/>
                    <a:pt x="553" y="1062"/>
                  </a:cubicBezTo>
                  <a:cubicBezTo>
                    <a:pt x="268" y="1098"/>
                    <a:pt x="63" y="1392"/>
                    <a:pt x="27" y="1687"/>
                  </a:cubicBezTo>
                  <a:cubicBezTo>
                    <a:pt x="0" y="1981"/>
                    <a:pt x="107" y="2275"/>
                    <a:pt x="250" y="2534"/>
                  </a:cubicBezTo>
                  <a:cubicBezTo>
                    <a:pt x="535" y="3080"/>
                    <a:pt x="1051" y="3574"/>
                    <a:pt x="1628" y="3574"/>
                  </a:cubicBezTo>
                  <a:cubicBezTo>
                    <a:pt x="1682" y="3574"/>
                    <a:pt x="1738" y="3569"/>
                    <a:pt x="1793" y="3560"/>
                  </a:cubicBezTo>
                  <a:cubicBezTo>
                    <a:pt x="2025" y="3524"/>
                    <a:pt x="2239" y="3408"/>
                    <a:pt x="2462" y="3337"/>
                  </a:cubicBezTo>
                  <a:cubicBezTo>
                    <a:pt x="2635" y="3288"/>
                    <a:pt x="2809" y="3268"/>
                    <a:pt x="2985" y="3268"/>
                  </a:cubicBezTo>
                  <a:cubicBezTo>
                    <a:pt x="3537" y="3268"/>
                    <a:pt x="4102" y="3459"/>
                    <a:pt x="4657" y="3507"/>
                  </a:cubicBezTo>
                  <a:cubicBezTo>
                    <a:pt x="4746" y="3514"/>
                    <a:pt x="4836" y="3517"/>
                    <a:pt x="4925" y="3517"/>
                  </a:cubicBezTo>
                  <a:cubicBezTo>
                    <a:pt x="6130" y="3517"/>
                    <a:pt x="7329" y="2921"/>
                    <a:pt x="8502" y="2921"/>
                  </a:cubicBezTo>
                  <a:cubicBezTo>
                    <a:pt x="8786" y="2921"/>
                    <a:pt x="9069" y="2956"/>
                    <a:pt x="9350" y="3043"/>
                  </a:cubicBezTo>
                  <a:cubicBezTo>
                    <a:pt x="9813" y="3185"/>
                    <a:pt x="10393" y="3373"/>
                    <a:pt x="10822" y="3551"/>
                  </a:cubicBezTo>
                  <a:cubicBezTo>
                    <a:pt x="11294" y="3756"/>
                    <a:pt x="11384" y="4086"/>
                    <a:pt x="11223" y="4595"/>
                  </a:cubicBezTo>
                  <a:cubicBezTo>
                    <a:pt x="11143" y="4871"/>
                    <a:pt x="11036" y="5157"/>
                    <a:pt x="11125" y="5434"/>
                  </a:cubicBezTo>
                  <a:cubicBezTo>
                    <a:pt x="11204" y="5665"/>
                    <a:pt x="11444" y="5804"/>
                    <a:pt x="11680" y="5804"/>
                  </a:cubicBezTo>
                  <a:cubicBezTo>
                    <a:pt x="11817" y="5804"/>
                    <a:pt x="11951" y="5758"/>
                    <a:pt x="12053" y="5657"/>
                  </a:cubicBezTo>
                  <a:cubicBezTo>
                    <a:pt x="12293" y="5416"/>
                    <a:pt x="12276" y="5023"/>
                    <a:pt x="12204" y="4684"/>
                  </a:cubicBezTo>
                  <a:cubicBezTo>
                    <a:pt x="12124" y="4309"/>
                    <a:pt x="11928" y="3872"/>
                    <a:pt x="12035" y="3498"/>
                  </a:cubicBezTo>
                  <a:cubicBezTo>
                    <a:pt x="12169" y="3061"/>
                    <a:pt x="12731" y="2686"/>
                    <a:pt x="13114" y="2543"/>
                  </a:cubicBezTo>
                  <a:cubicBezTo>
                    <a:pt x="13328" y="2465"/>
                    <a:pt x="13554" y="2426"/>
                    <a:pt x="13779" y="2426"/>
                  </a:cubicBezTo>
                  <a:cubicBezTo>
                    <a:pt x="14120" y="2426"/>
                    <a:pt x="14461" y="2514"/>
                    <a:pt x="14756" y="2686"/>
                  </a:cubicBezTo>
                  <a:cubicBezTo>
                    <a:pt x="15014" y="2837"/>
                    <a:pt x="15246" y="3061"/>
                    <a:pt x="15344" y="3355"/>
                  </a:cubicBezTo>
                  <a:cubicBezTo>
                    <a:pt x="15478" y="3810"/>
                    <a:pt x="15246" y="4283"/>
                    <a:pt x="15095" y="4738"/>
                  </a:cubicBezTo>
                  <a:cubicBezTo>
                    <a:pt x="14970" y="5086"/>
                    <a:pt x="14889" y="5478"/>
                    <a:pt x="15005" y="5835"/>
                  </a:cubicBezTo>
                  <a:cubicBezTo>
                    <a:pt x="15107" y="6147"/>
                    <a:pt x="15393" y="6405"/>
                    <a:pt x="15701" y="6405"/>
                  </a:cubicBezTo>
                  <a:cubicBezTo>
                    <a:pt x="15746" y="6405"/>
                    <a:pt x="15790" y="6399"/>
                    <a:pt x="15835" y="6388"/>
                  </a:cubicBezTo>
                  <a:cubicBezTo>
                    <a:pt x="16210" y="6290"/>
                    <a:pt x="16397" y="5817"/>
                    <a:pt x="16388" y="5407"/>
                  </a:cubicBezTo>
                  <a:cubicBezTo>
                    <a:pt x="16388" y="4996"/>
                    <a:pt x="16272" y="4586"/>
                    <a:pt x="16317" y="4185"/>
                  </a:cubicBezTo>
                  <a:cubicBezTo>
                    <a:pt x="16379" y="3583"/>
                    <a:pt x="16671" y="3442"/>
                    <a:pt x="17037" y="3442"/>
                  </a:cubicBezTo>
                  <a:cubicBezTo>
                    <a:pt x="17360" y="3442"/>
                    <a:pt x="17739" y="3551"/>
                    <a:pt x="18068" y="3551"/>
                  </a:cubicBezTo>
                  <a:cubicBezTo>
                    <a:pt x="18119" y="3551"/>
                    <a:pt x="18169" y="3548"/>
                    <a:pt x="18217" y="3542"/>
                  </a:cubicBezTo>
                  <a:cubicBezTo>
                    <a:pt x="18654" y="3489"/>
                    <a:pt x="19020" y="3069"/>
                    <a:pt x="19038" y="2614"/>
                  </a:cubicBezTo>
                  <a:cubicBezTo>
                    <a:pt x="19038" y="2445"/>
                    <a:pt x="19011" y="2267"/>
                    <a:pt x="19091" y="2124"/>
                  </a:cubicBezTo>
                  <a:cubicBezTo>
                    <a:pt x="19145" y="2026"/>
                    <a:pt x="19243" y="1963"/>
                    <a:pt x="19323" y="1892"/>
                  </a:cubicBezTo>
                  <a:cubicBezTo>
                    <a:pt x="19662" y="1553"/>
                    <a:pt x="19537" y="902"/>
                    <a:pt x="19154" y="616"/>
                  </a:cubicBezTo>
                  <a:cubicBezTo>
                    <a:pt x="18952" y="462"/>
                    <a:pt x="18703" y="397"/>
                    <a:pt x="18449" y="397"/>
                  </a:cubicBezTo>
                  <a:cubicBezTo>
                    <a:pt x="18231" y="397"/>
                    <a:pt x="18008" y="445"/>
                    <a:pt x="17807" y="527"/>
                  </a:cubicBezTo>
                  <a:cubicBezTo>
                    <a:pt x="17672" y="577"/>
                    <a:pt x="17538" y="644"/>
                    <a:pt x="17403" y="644"/>
                  </a:cubicBezTo>
                  <a:cubicBezTo>
                    <a:pt x="17395" y="644"/>
                    <a:pt x="17387" y="643"/>
                    <a:pt x="17378" y="643"/>
                  </a:cubicBezTo>
                  <a:cubicBezTo>
                    <a:pt x="17164" y="634"/>
                    <a:pt x="16995" y="465"/>
                    <a:pt x="16825" y="340"/>
                  </a:cubicBezTo>
                  <a:cubicBezTo>
                    <a:pt x="16488" y="93"/>
                    <a:pt x="16144" y="0"/>
                    <a:pt x="157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221;p8"/>
            <p:cNvSpPr/>
            <p:nvPr/>
          </p:nvSpPr>
          <p:spPr>
            <a:xfrm rot="10800000">
              <a:off x="5660925" y="4374048"/>
              <a:ext cx="3598453" cy="1378898"/>
            </a:xfrm>
            <a:custGeom>
              <a:avLst/>
              <a:gdLst/>
              <a:ahLst/>
              <a:cxnLst/>
              <a:rect l="l" t="t" r="r" b="b"/>
              <a:pathLst>
                <a:path w="19074" h="7309" extrusionOk="0">
                  <a:moveTo>
                    <a:pt x="14216" y="14"/>
                  </a:moveTo>
                  <a:cubicBezTo>
                    <a:pt x="13596" y="14"/>
                    <a:pt x="12976" y="28"/>
                    <a:pt x="12356" y="46"/>
                  </a:cubicBezTo>
                  <a:cubicBezTo>
                    <a:pt x="10259" y="90"/>
                    <a:pt x="8163" y="161"/>
                    <a:pt x="6066" y="269"/>
                  </a:cubicBezTo>
                  <a:cubicBezTo>
                    <a:pt x="5023" y="322"/>
                    <a:pt x="3970" y="376"/>
                    <a:pt x="2926" y="447"/>
                  </a:cubicBezTo>
                  <a:cubicBezTo>
                    <a:pt x="1624" y="527"/>
                    <a:pt x="0" y="545"/>
                    <a:pt x="295" y="2329"/>
                  </a:cubicBezTo>
                  <a:cubicBezTo>
                    <a:pt x="348" y="2659"/>
                    <a:pt x="571" y="2981"/>
                    <a:pt x="901" y="3052"/>
                  </a:cubicBezTo>
                  <a:cubicBezTo>
                    <a:pt x="973" y="3070"/>
                    <a:pt x="1044" y="3070"/>
                    <a:pt x="1106" y="3114"/>
                  </a:cubicBezTo>
                  <a:cubicBezTo>
                    <a:pt x="1222" y="3195"/>
                    <a:pt x="1213" y="3364"/>
                    <a:pt x="1204" y="3507"/>
                  </a:cubicBezTo>
                  <a:cubicBezTo>
                    <a:pt x="1142" y="4096"/>
                    <a:pt x="1204" y="4738"/>
                    <a:pt x="1570" y="5202"/>
                  </a:cubicBezTo>
                  <a:cubicBezTo>
                    <a:pt x="1804" y="5504"/>
                    <a:pt x="2193" y="5693"/>
                    <a:pt x="2565" y="5693"/>
                  </a:cubicBezTo>
                  <a:cubicBezTo>
                    <a:pt x="2776" y="5693"/>
                    <a:pt x="2981" y="5632"/>
                    <a:pt x="3149" y="5496"/>
                  </a:cubicBezTo>
                  <a:cubicBezTo>
                    <a:pt x="3363" y="5318"/>
                    <a:pt x="3479" y="5059"/>
                    <a:pt x="3640" y="4836"/>
                  </a:cubicBezTo>
                  <a:cubicBezTo>
                    <a:pt x="3797" y="4618"/>
                    <a:pt x="4023" y="4408"/>
                    <a:pt x="4292" y="4408"/>
                  </a:cubicBezTo>
                  <a:cubicBezTo>
                    <a:pt x="4298" y="4408"/>
                    <a:pt x="4303" y="4408"/>
                    <a:pt x="4309" y="4408"/>
                  </a:cubicBezTo>
                  <a:cubicBezTo>
                    <a:pt x="4621" y="4426"/>
                    <a:pt x="4853" y="4720"/>
                    <a:pt x="4933" y="5023"/>
                  </a:cubicBezTo>
                  <a:cubicBezTo>
                    <a:pt x="5014" y="5327"/>
                    <a:pt x="4996" y="5648"/>
                    <a:pt x="5058" y="5951"/>
                  </a:cubicBezTo>
                  <a:cubicBezTo>
                    <a:pt x="5201" y="6611"/>
                    <a:pt x="5763" y="7156"/>
                    <a:pt x="6423" y="7280"/>
                  </a:cubicBezTo>
                  <a:cubicBezTo>
                    <a:pt x="6522" y="7299"/>
                    <a:pt x="6623" y="7308"/>
                    <a:pt x="6723" y="7308"/>
                  </a:cubicBezTo>
                  <a:cubicBezTo>
                    <a:pt x="7290" y="7308"/>
                    <a:pt x="7853" y="7018"/>
                    <a:pt x="8172" y="6540"/>
                  </a:cubicBezTo>
                  <a:cubicBezTo>
                    <a:pt x="8261" y="6397"/>
                    <a:pt x="8341" y="6237"/>
                    <a:pt x="8475" y="6139"/>
                  </a:cubicBezTo>
                  <a:cubicBezTo>
                    <a:pt x="8546" y="6082"/>
                    <a:pt x="8641" y="6048"/>
                    <a:pt x="8731" y="6048"/>
                  </a:cubicBezTo>
                  <a:cubicBezTo>
                    <a:pt x="8812" y="6048"/>
                    <a:pt x="8888" y="6075"/>
                    <a:pt x="8939" y="6139"/>
                  </a:cubicBezTo>
                  <a:cubicBezTo>
                    <a:pt x="8993" y="6219"/>
                    <a:pt x="9001" y="6317"/>
                    <a:pt x="9037" y="6406"/>
                  </a:cubicBezTo>
                  <a:cubicBezTo>
                    <a:pt x="9114" y="6603"/>
                    <a:pt x="9322" y="6703"/>
                    <a:pt x="9535" y="6703"/>
                  </a:cubicBezTo>
                  <a:cubicBezTo>
                    <a:pt x="9669" y="6703"/>
                    <a:pt x="9805" y="6664"/>
                    <a:pt x="9911" y="6585"/>
                  </a:cubicBezTo>
                  <a:cubicBezTo>
                    <a:pt x="10188" y="6379"/>
                    <a:pt x="10286" y="6014"/>
                    <a:pt x="10295" y="5666"/>
                  </a:cubicBezTo>
                  <a:cubicBezTo>
                    <a:pt x="10295" y="5327"/>
                    <a:pt x="10224" y="4988"/>
                    <a:pt x="10215" y="4640"/>
                  </a:cubicBezTo>
                  <a:cubicBezTo>
                    <a:pt x="10215" y="4256"/>
                    <a:pt x="10366" y="3855"/>
                    <a:pt x="10670" y="3614"/>
                  </a:cubicBezTo>
                  <a:cubicBezTo>
                    <a:pt x="10799" y="3515"/>
                    <a:pt x="10944" y="3462"/>
                    <a:pt x="11075" y="3462"/>
                  </a:cubicBezTo>
                  <a:cubicBezTo>
                    <a:pt x="11287" y="3462"/>
                    <a:pt x="11466" y="3600"/>
                    <a:pt x="11499" y="3908"/>
                  </a:cubicBezTo>
                  <a:cubicBezTo>
                    <a:pt x="11526" y="4140"/>
                    <a:pt x="11455" y="4390"/>
                    <a:pt x="11508" y="4631"/>
                  </a:cubicBezTo>
                  <a:cubicBezTo>
                    <a:pt x="11562" y="4899"/>
                    <a:pt x="11776" y="5139"/>
                    <a:pt x="12044" y="5211"/>
                  </a:cubicBezTo>
                  <a:cubicBezTo>
                    <a:pt x="12109" y="5231"/>
                    <a:pt x="12178" y="5240"/>
                    <a:pt x="12247" y="5240"/>
                  </a:cubicBezTo>
                  <a:cubicBezTo>
                    <a:pt x="12457" y="5240"/>
                    <a:pt x="12670" y="5151"/>
                    <a:pt x="12811" y="4997"/>
                  </a:cubicBezTo>
                  <a:lnTo>
                    <a:pt x="12811" y="4997"/>
                  </a:lnTo>
                  <a:cubicBezTo>
                    <a:pt x="12748" y="5443"/>
                    <a:pt x="13034" y="5907"/>
                    <a:pt x="13453" y="6058"/>
                  </a:cubicBezTo>
                  <a:cubicBezTo>
                    <a:pt x="13552" y="6091"/>
                    <a:pt x="13656" y="6107"/>
                    <a:pt x="13760" y="6107"/>
                  </a:cubicBezTo>
                  <a:cubicBezTo>
                    <a:pt x="14102" y="6107"/>
                    <a:pt x="14444" y="5934"/>
                    <a:pt x="14622" y="5639"/>
                  </a:cubicBezTo>
                  <a:cubicBezTo>
                    <a:pt x="14943" y="5104"/>
                    <a:pt x="14729" y="4328"/>
                    <a:pt x="15148" y="3864"/>
                  </a:cubicBezTo>
                  <a:cubicBezTo>
                    <a:pt x="15225" y="3779"/>
                    <a:pt x="15336" y="3707"/>
                    <a:pt x="15452" y="3707"/>
                  </a:cubicBezTo>
                  <a:cubicBezTo>
                    <a:pt x="15469" y="3707"/>
                    <a:pt x="15487" y="3708"/>
                    <a:pt x="15505" y="3712"/>
                  </a:cubicBezTo>
                  <a:cubicBezTo>
                    <a:pt x="15737" y="3757"/>
                    <a:pt x="15790" y="4060"/>
                    <a:pt x="15781" y="4301"/>
                  </a:cubicBezTo>
                  <a:cubicBezTo>
                    <a:pt x="15746" y="4818"/>
                    <a:pt x="15639" y="5327"/>
                    <a:pt x="15683" y="5844"/>
                  </a:cubicBezTo>
                  <a:cubicBezTo>
                    <a:pt x="15728" y="6353"/>
                    <a:pt x="15978" y="6897"/>
                    <a:pt x="16451" y="7093"/>
                  </a:cubicBezTo>
                  <a:cubicBezTo>
                    <a:pt x="16566" y="7142"/>
                    <a:pt x="16687" y="7164"/>
                    <a:pt x="16808" y="7164"/>
                  </a:cubicBezTo>
                  <a:cubicBezTo>
                    <a:pt x="17329" y="7164"/>
                    <a:pt x="17850" y="6746"/>
                    <a:pt x="17958" y="6210"/>
                  </a:cubicBezTo>
                  <a:cubicBezTo>
                    <a:pt x="18038" y="5773"/>
                    <a:pt x="17896" y="5327"/>
                    <a:pt x="17807" y="4890"/>
                  </a:cubicBezTo>
                  <a:cubicBezTo>
                    <a:pt x="17717" y="4452"/>
                    <a:pt x="17691" y="3953"/>
                    <a:pt x="17967" y="3605"/>
                  </a:cubicBezTo>
                  <a:cubicBezTo>
                    <a:pt x="18190" y="3748"/>
                    <a:pt x="18146" y="4185"/>
                    <a:pt x="18413" y="4221"/>
                  </a:cubicBezTo>
                  <a:cubicBezTo>
                    <a:pt x="18421" y="4221"/>
                    <a:pt x="18428" y="4222"/>
                    <a:pt x="18436" y="4222"/>
                  </a:cubicBezTo>
                  <a:cubicBezTo>
                    <a:pt x="18501" y="4222"/>
                    <a:pt x="18571" y="4189"/>
                    <a:pt x="18627" y="4149"/>
                  </a:cubicBezTo>
                  <a:cubicBezTo>
                    <a:pt x="18877" y="3962"/>
                    <a:pt x="18939" y="3614"/>
                    <a:pt x="18913" y="3302"/>
                  </a:cubicBezTo>
                  <a:cubicBezTo>
                    <a:pt x="18886" y="2998"/>
                    <a:pt x="18797" y="2695"/>
                    <a:pt x="18806" y="2383"/>
                  </a:cubicBezTo>
                  <a:cubicBezTo>
                    <a:pt x="18806" y="2088"/>
                    <a:pt x="18904" y="1803"/>
                    <a:pt x="18931" y="1517"/>
                  </a:cubicBezTo>
                  <a:cubicBezTo>
                    <a:pt x="19073" y="1"/>
                    <a:pt x="17066" y="126"/>
                    <a:pt x="16076" y="63"/>
                  </a:cubicBezTo>
                  <a:cubicBezTo>
                    <a:pt x="15456" y="28"/>
                    <a:pt x="14836" y="14"/>
                    <a:pt x="14216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222;p8"/>
            <p:cNvSpPr/>
            <p:nvPr/>
          </p:nvSpPr>
          <p:spPr>
            <a:xfrm rot="-10478091">
              <a:off x="5264971" y="4948336"/>
              <a:ext cx="3976904" cy="611563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23" name="Google Shape;223;p8"/>
            <p:cNvGrpSpPr/>
            <p:nvPr/>
          </p:nvGrpSpPr>
          <p:grpSpPr>
            <a:xfrm>
              <a:off x="7596359" y="4661434"/>
              <a:ext cx="562357" cy="435715"/>
              <a:chOff x="7391961" y="34126"/>
              <a:chExt cx="545765" cy="435716"/>
            </a:xfrm>
          </p:grpSpPr>
          <p:sp>
            <p:nvSpPr>
              <p:cNvPr id="224" name="Google Shape;224;p8"/>
              <p:cNvSpPr/>
              <p:nvPr/>
            </p:nvSpPr>
            <p:spPr>
              <a:xfrm flipH="1">
                <a:off x="7787649" y="162913"/>
                <a:ext cx="150077" cy="11633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893" extrusionOk="0">
                    <a:moveTo>
                      <a:pt x="571" y="1"/>
                    </a:moveTo>
                    <a:cubicBezTo>
                      <a:pt x="0" y="1"/>
                      <a:pt x="0" y="893"/>
                      <a:pt x="571" y="893"/>
                    </a:cubicBezTo>
                    <a:cubicBezTo>
                      <a:pt x="1151" y="893"/>
                      <a:pt x="1151" y="1"/>
                      <a:pt x="5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" name="Google Shape;225;p8"/>
              <p:cNvSpPr/>
              <p:nvPr/>
            </p:nvSpPr>
            <p:spPr>
              <a:xfrm flipH="1">
                <a:off x="7615686" y="233783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" name="Google Shape;226;p8"/>
              <p:cNvSpPr/>
              <p:nvPr/>
            </p:nvSpPr>
            <p:spPr>
              <a:xfrm flipH="1">
                <a:off x="7729547" y="390764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" name="Google Shape;227;p8"/>
              <p:cNvSpPr/>
              <p:nvPr/>
            </p:nvSpPr>
            <p:spPr>
              <a:xfrm flipH="1">
                <a:off x="7391961" y="34126"/>
                <a:ext cx="84939" cy="6644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510" extrusionOk="0">
                    <a:moveTo>
                      <a:pt x="331" y="1"/>
                    </a:moveTo>
                    <a:cubicBezTo>
                      <a:pt x="0" y="1"/>
                      <a:pt x="0" y="509"/>
                      <a:pt x="331" y="509"/>
                    </a:cubicBezTo>
                    <a:cubicBezTo>
                      <a:pt x="652" y="509"/>
                      <a:pt x="652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28" name="Google Shape;228;p8"/>
            <p:cNvGrpSpPr/>
            <p:nvPr/>
          </p:nvGrpSpPr>
          <p:grpSpPr>
            <a:xfrm>
              <a:off x="4104478" y="4939558"/>
              <a:ext cx="540513" cy="247904"/>
              <a:chOff x="3879826" y="107300"/>
              <a:chExt cx="524567" cy="247904"/>
            </a:xfrm>
          </p:grpSpPr>
          <p:sp>
            <p:nvSpPr>
              <p:cNvPr id="229" name="Google Shape;229;p8"/>
              <p:cNvSpPr/>
              <p:nvPr/>
            </p:nvSpPr>
            <p:spPr>
              <a:xfrm flipH="1">
                <a:off x="4188136" y="119145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" name="Google Shape;230;p8"/>
              <p:cNvSpPr/>
              <p:nvPr/>
            </p:nvSpPr>
            <p:spPr>
              <a:xfrm flipH="1">
                <a:off x="4301997" y="276127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" name="Google Shape;231;p8"/>
              <p:cNvSpPr/>
              <p:nvPr/>
            </p:nvSpPr>
            <p:spPr>
              <a:xfrm flipH="1">
                <a:off x="3879826" y="107300"/>
                <a:ext cx="62923" cy="48853"/>
              </a:xfrm>
              <a:custGeom>
                <a:avLst/>
                <a:gdLst/>
                <a:ahLst/>
                <a:cxnLst/>
                <a:rect l="l" t="t" r="r" b="b"/>
                <a:pathLst>
                  <a:path w="483" h="375" extrusionOk="0">
                    <a:moveTo>
                      <a:pt x="241" y="0"/>
                    </a:moveTo>
                    <a:cubicBezTo>
                      <a:pt x="1" y="0"/>
                      <a:pt x="1" y="375"/>
                      <a:pt x="241" y="375"/>
                    </a:cubicBezTo>
                    <a:cubicBezTo>
                      <a:pt x="482" y="375"/>
                      <a:pt x="482" y="0"/>
                      <a:pt x="2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232" name="Google Shape;232;p8"/>
          <p:cNvGrpSpPr/>
          <p:nvPr/>
        </p:nvGrpSpPr>
        <p:grpSpPr>
          <a:xfrm>
            <a:off x="6753752" y="-697931"/>
            <a:ext cx="3013652" cy="3107450"/>
            <a:chOff x="1120850" y="1643725"/>
            <a:chExt cx="578325" cy="596325"/>
          </a:xfrm>
        </p:grpSpPr>
        <p:sp>
          <p:nvSpPr>
            <p:cNvPr id="233" name="Google Shape;233;p8"/>
            <p:cNvSpPr/>
            <p:nvPr/>
          </p:nvSpPr>
          <p:spPr>
            <a:xfrm>
              <a:off x="1120850" y="1643725"/>
              <a:ext cx="578325" cy="596325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1415025" y="1715025"/>
              <a:ext cx="28800" cy="22325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1456725" y="1728625"/>
              <a:ext cx="20100" cy="15650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1435325" y="1758750"/>
              <a:ext cx="19650" cy="15175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1386475" y="1763425"/>
              <a:ext cx="16300" cy="1275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1488400" y="1799100"/>
              <a:ext cx="18975" cy="14525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1524750" y="1733325"/>
              <a:ext cx="12075" cy="9375"/>
            </a:xfrm>
            <a:custGeom>
              <a:avLst/>
              <a:gdLst/>
              <a:ahLst/>
              <a:cxnLst/>
              <a:rect l="l" t="t" r="r" b="b"/>
              <a:pathLst>
                <a:path w="483" h="375" extrusionOk="0">
                  <a:moveTo>
                    <a:pt x="241" y="0"/>
                  </a:moveTo>
                  <a:cubicBezTo>
                    <a:pt x="1" y="0"/>
                    <a:pt x="1" y="375"/>
                    <a:pt x="241" y="375"/>
                  </a:cubicBezTo>
                  <a:cubicBezTo>
                    <a:pt x="482" y="375"/>
                    <a:pt x="482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1123075" y="1744550"/>
              <a:ext cx="541325" cy="159375"/>
            </a:xfrm>
            <a:custGeom>
              <a:avLst/>
              <a:gdLst/>
              <a:ahLst/>
              <a:cxnLst/>
              <a:rect l="l" t="t" r="r" b="b"/>
              <a:pathLst>
                <a:path w="21653" h="6375" extrusionOk="0">
                  <a:moveTo>
                    <a:pt x="3331" y="0"/>
                  </a:moveTo>
                  <a:cubicBezTo>
                    <a:pt x="2868" y="0"/>
                    <a:pt x="2391" y="178"/>
                    <a:pt x="2035" y="470"/>
                  </a:cubicBezTo>
                  <a:cubicBezTo>
                    <a:pt x="1499" y="907"/>
                    <a:pt x="1241" y="1514"/>
                    <a:pt x="920" y="2112"/>
                  </a:cubicBezTo>
                  <a:cubicBezTo>
                    <a:pt x="857" y="2236"/>
                    <a:pt x="786" y="2451"/>
                    <a:pt x="670" y="2522"/>
                  </a:cubicBezTo>
                  <a:lnTo>
                    <a:pt x="152" y="2504"/>
                  </a:lnTo>
                  <a:cubicBezTo>
                    <a:pt x="117" y="2451"/>
                    <a:pt x="81" y="2406"/>
                    <a:pt x="45" y="2352"/>
                  </a:cubicBezTo>
                  <a:cubicBezTo>
                    <a:pt x="27" y="2504"/>
                    <a:pt x="10" y="2665"/>
                    <a:pt x="1" y="2825"/>
                  </a:cubicBezTo>
                  <a:cubicBezTo>
                    <a:pt x="81" y="2879"/>
                    <a:pt x="170" y="2914"/>
                    <a:pt x="286" y="2941"/>
                  </a:cubicBezTo>
                  <a:cubicBezTo>
                    <a:pt x="341" y="2955"/>
                    <a:pt x="394" y="2961"/>
                    <a:pt x="444" y="2961"/>
                  </a:cubicBezTo>
                  <a:cubicBezTo>
                    <a:pt x="760" y="2961"/>
                    <a:pt x="982" y="2712"/>
                    <a:pt x="1152" y="2451"/>
                  </a:cubicBezTo>
                  <a:cubicBezTo>
                    <a:pt x="1606" y="1719"/>
                    <a:pt x="1865" y="827"/>
                    <a:pt x="2739" y="488"/>
                  </a:cubicBezTo>
                  <a:cubicBezTo>
                    <a:pt x="2926" y="417"/>
                    <a:pt x="3116" y="378"/>
                    <a:pt x="3301" y="378"/>
                  </a:cubicBezTo>
                  <a:cubicBezTo>
                    <a:pt x="3602" y="378"/>
                    <a:pt x="3890" y="482"/>
                    <a:pt x="4122" y="720"/>
                  </a:cubicBezTo>
                  <a:cubicBezTo>
                    <a:pt x="4408" y="1023"/>
                    <a:pt x="4452" y="1416"/>
                    <a:pt x="4559" y="1799"/>
                  </a:cubicBezTo>
                  <a:cubicBezTo>
                    <a:pt x="4684" y="2290"/>
                    <a:pt x="4836" y="2798"/>
                    <a:pt x="5327" y="3030"/>
                  </a:cubicBezTo>
                  <a:cubicBezTo>
                    <a:pt x="5500" y="3117"/>
                    <a:pt x="5689" y="3156"/>
                    <a:pt x="5879" y="3156"/>
                  </a:cubicBezTo>
                  <a:cubicBezTo>
                    <a:pt x="6156" y="3156"/>
                    <a:pt x="6435" y="3074"/>
                    <a:pt x="6674" y="2941"/>
                  </a:cubicBezTo>
                  <a:cubicBezTo>
                    <a:pt x="6959" y="2790"/>
                    <a:pt x="7200" y="2558"/>
                    <a:pt x="7423" y="2326"/>
                  </a:cubicBezTo>
                  <a:cubicBezTo>
                    <a:pt x="7708" y="2022"/>
                    <a:pt x="7655" y="1978"/>
                    <a:pt x="8128" y="1942"/>
                  </a:cubicBezTo>
                  <a:cubicBezTo>
                    <a:pt x="8175" y="1937"/>
                    <a:pt x="8219" y="1935"/>
                    <a:pt x="8260" y="1935"/>
                  </a:cubicBezTo>
                  <a:cubicBezTo>
                    <a:pt x="8676" y="1935"/>
                    <a:pt x="8790" y="2178"/>
                    <a:pt x="8993" y="2584"/>
                  </a:cubicBezTo>
                  <a:cubicBezTo>
                    <a:pt x="9484" y="3601"/>
                    <a:pt x="9314" y="5725"/>
                    <a:pt x="10519" y="6269"/>
                  </a:cubicBezTo>
                  <a:cubicBezTo>
                    <a:pt x="10682" y="6342"/>
                    <a:pt x="10829" y="6374"/>
                    <a:pt x="10963" y="6374"/>
                  </a:cubicBezTo>
                  <a:cubicBezTo>
                    <a:pt x="11962" y="6374"/>
                    <a:pt x="12243" y="4566"/>
                    <a:pt x="12856" y="4047"/>
                  </a:cubicBezTo>
                  <a:cubicBezTo>
                    <a:pt x="13079" y="3861"/>
                    <a:pt x="13289" y="3784"/>
                    <a:pt x="13489" y="3784"/>
                  </a:cubicBezTo>
                  <a:cubicBezTo>
                    <a:pt x="14450" y="3784"/>
                    <a:pt x="15201" y="5552"/>
                    <a:pt x="16197" y="5552"/>
                  </a:cubicBezTo>
                  <a:cubicBezTo>
                    <a:pt x="16398" y="5552"/>
                    <a:pt x="16610" y="5479"/>
                    <a:pt x="16835" y="5305"/>
                  </a:cubicBezTo>
                  <a:cubicBezTo>
                    <a:pt x="17227" y="5002"/>
                    <a:pt x="17218" y="4502"/>
                    <a:pt x="17325" y="4065"/>
                  </a:cubicBezTo>
                  <a:cubicBezTo>
                    <a:pt x="17450" y="3557"/>
                    <a:pt x="17718" y="3173"/>
                    <a:pt x="18244" y="3030"/>
                  </a:cubicBezTo>
                  <a:cubicBezTo>
                    <a:pt x="18349" y="3002"/>
                    <a:pt x="18448" y="2989"/>
                    <a:pt x="18544" y="2989"/>
                  </a:cubicBezTo>
                  <a:cubicBezTo>
                    <a:pt x="18954" y="2989"/>
                    <a:pt x="19294" y="3224"/>
                    <a:pt x="19663" y="3441"/>
                  </a:cubicBezTo>
                  <a:cubicBezTo>
                    <a:pt x="19945" y="3607"/>
                    <a:pt x="20306" y="3773"/>
                    <a:pt x="20650" y="3773"/>
                  </a:cubicBezTo>
                  <a:cubicBezTo>
                    <a:pt x="20861" y="3773"/>
                    <a:pt x="21066" y="3710"/>
                    <a:pt x="21242" y="3548"/>
                  </a:cubicBezTo>
                  <a:cubicBezTo>
                    <a:pt x="21652" y="3182"/>
                    <a:pt x="21500" y="2486"/>
                    <a:pt x="21429" y="2013"/>
                  </a:cubicBezTo>
                  <a:cubicBezTo>
                    <a:pt x="21376" y="1666"/>
                    <a:pt x="21304" y="1327"/>
                    <a:pt x="21206" y="996"/>
                  </a:cubicBezTo>
                  <a:cubicBezTo>
                    <a:pt x="21028" y="827"/>
                    <a:pt x="20840" y="684"/>
                    <a:pt x="20635" y="541"/>
                  </a:cubicBezTo>
                  <a:lnTo>
                    <a:pt x="20635" y="541"/>
                  </a:lnTo>
                  <a:cubicBezTo>
                    <a:pt x="20778" y="898"/>
                    <a:pt x="20894" y="1273"/>
                    <a:pt x="20974" y="1657"/>
                  </a:cubicBezTo>
                  <a:cubicBezTo>
                    <a:pt x="21045" y="1969"/>
                    <a:pt x="21188" y="2433"/>
                    <a:pt x="21117" y="2754"/>
                  </a:cubicBezTo>
                  <a:cubicBezTo>
                    <a:pt x="21027" y="3192"/>
                    <a:pt x="20815" y="3353"/>
                    <a:pt x="20549" y="3353"/>
                  </a:cubicBezTo>
                  <a:cubicBezTo>
                    <a:pt x="20338" y="3353"/>
                    <a:pt x="20094" y="3252"/>
                    <a:pt x="19850" y="3111"/>
                  </a:cubicBezTo>
                  <a:cubicBezTo>
                    <a:pt x="19436" y="2871"/>
                    <a:pt x="19061" y="2615"/>
                    <a:pt x="18581" y="2615"/>
                  </a:cubicBezTo>
                  <a:cubicBezTo>
                    <a:pt x="18544" y="2615"/>
                    <a:pt x="18506" y="2617"/>
                    <a:pt x="18467" y="2620"/>
                  </a:cubicBezTo>
                  <a:cubicBezTo>
                    <a:pt x="18084" y="2647"/>
                    <a:pt x="17709" y="2816"/>
                    <a:pt x="17432" y="3075"/>
                  </a:cubicBezTo>
                  <a:cubicBezTo>
                    <a:pt x="17004" y="3485"/>
                    <a:pt x="17058" y="3931"/>
                    <a:pt x="16888" y="4449"/>
                  </a:cubicBezTo>
                  <a:cubicBezTo>
                    <a:pt x="16720" y="4958"/>
                    <a:pt x="16482" y="5142"/>
                    <a:pt x="16221" y="5142"/>
                  </a:cubicBezTo>
                  <a:cubicBezTo>
                    <a:pt x="15697" y="5142"/>
                    <a:pt x="15078" y="4396"/>
                    <a:pt x="14738" y="4056"/>
                  </a:cubicBezTo>
                  <a:cubicBezTo>
                    <a:pt x="14399" y="3726"/>
                    <a:pt x="13989" y="3405"/>
                    <a:pt x="13489" y="3405"/>
                  </a:cubicBezTo>
                  <a:cubicBezTo>
                    <a:pt x="13034" y="3405"/>
                    <a:pt x="12651" y="3691"/>
                    <a:pt x="12374" y="4030"/>
                  </a:cubicBezTo>
                  <a:cubicBezTo>
                    <a:pt x="12029" y="4455"/>
                    <a:pt x="11648" y="5954"/>
                    <a:pt x="10894" y="5954"/>
                  </a:cubicBezTo>
                  <a:cubicBezTo>
                    <a:pt x="10810" y="5954"/>
                    <a:pt x="10720" y="5935"/>
                    <a:pt x="10626" y="5894"/>
                  </a:cubicBezTo>
                  <a:cubicBezTo>
                    <a:pt x="10019" y="5626"/>
                    <a:pt x="9921" y="4485"/>
                    <a:pt x="9796" y="3923"/>
                  </a:cubicBezTo>
                  <a:cubicBezTo>
                    <a:pt x="9671" y="3334"/>
                    <a:pt x="9528" y="2727"/>
                    <a:pt x="9225" y="2192"/>
                  </a:cubicBezTo>
                  <a:cubicBezTo>
                    <a:pt x="9002" y="1826"/>
                    <a:pt x="8654" y="1327"/>
                    <a:pt x="8181" y="1309"/>
                  </a:cubicBezTo>
                  <a:cubicBezTo>
                    <a:pt x="8172" y="1308"/>
                    <a:pt x="8164" y="1308"/>
                    <a:pt x="8155" y="1308"/>
                  </a:cubicBezTo>
                  <a:cubicBezTo>
                    <a:pt x="7698" y="1308"/>
                    <a:pt x="7427" y="1760"/>
                    <a:pt x="7155" y="2049"/>
                  </a:cubicBezTo>
                  <a:cubicBezTo>
                    <a:pt x="6797" y="2427"/>
                    <a:pt x="6302" y="2720"/>
                    <a:pt x="5864" y="2720"/>
                  </a:cubicBezTo>
                  <a:cubicBezTo>
                    <a:pt x="5493" y="2720"/>
                    <a:pt x="5163" y="2512"/>
                    <a:pt x="4988" y="1969"/>
                  </a:cubicBezTo>
                  <a:cubicBezTo>
                    <a:pt x="4836" y="1487"/>
                    <a:pt x="4818" y="961"/>
                    <a:pt x="4497" y="541"/>
                  </a:cubicBezTo>
                  <a:cubicBezTo>
                    <a:pt x="4201" y="162"/>
                    <a:pt x="3772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1" name="Google Shape;241;p8"/>
          <p:cNvGrpSpPr/>
          <p:nvPr/>
        </p:nvGrpSpPr>
        <p:grpSpPr>
          <a:xfrm>
            <a:off x="514782" y="327037"/>
            <a:ext cx="8343681" cy="4622593"/>
            <a:chOff x="514782" y="327037"/>
            <a:chExt cx="8343681" cy="4622593"/>
          </a:xfrm>
        </p:grpSpPr>
        <p:sp>
          <p:nvSpPr>
            <p:cNvPr id="242" name="Google Shape;242;p8"/>
            <p:cNvSpPr/>
            <p:nvPr/>
          </p:nvSpPr>
          <p:spPr>
            <a:xfrm rot="-3266906">
              <a:off x="4782785" y="810119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243;p8"/>
            <p:cNvSpPr/>
            <p:nvPr/>
          </p:nvSpPr>
          <p:spPr>
            <a:xfrm rot="1929602">
              <a:off x="5767157" y="414770"/>
              <a:ext cx="56745" cy="123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" name="Google Shape;244;p8"/>
            <p:cNvSpPr/>
            <p:nvPr/>
          </p:nvSpPr>
          <p:spPr>
            <a:xfrm rot="-3266906">
              <a:off x="7309991" y="996947"/>
              <a:ext cx="128530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" name="Google Shape;245;p8"/>
            <p:cNvSpPr/>
            <p:nvPr/>
          </p:nvSpPr>
          <p:spPr>
            <a:xfrm rot="3504313">
              <a:off x="2060706" y="321870"/>
              <a:ext cx="56745" cy="123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" name="Google Shape;246;p8"/>
            <p:cNvSpPr/>
            <p:nvPr/>
          </p:nvSpPr>
          <p:spPr>
            <a:xfrm rot="1625383">
              <a:off x="2624954" y="4157235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" name="Google Shape;247;p8"/>
            <p:cNvSpPr/>
            <p:nvPr/>
          </p:nvSpPr>
          <p:spPr>
            <a:xfrm rot="-971521">
              <a:off x="3267684" y="821541"/>
              <a:ext cx="57301" cy="147209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248;p8"/>
            <p:cNvSpPr/>
            <p:nvPr/>
          </p:nvSpPr>
          <p:spPr>
            <a:xfrm rot="-2695393">
              <a:off x="1650061" y="297282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" name="Google Shape;249;p8"/>
            <p:cNvSpPr/>
            <p:nvPr/>
          </p:nvSpPr>
          <p:spPr>
            <a:xfrm rot="-2695393">
              <a:off x="1160082" y="3767961"/>
              <a:ext cx="151480" cy="74315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" name="Google Shape;250;p8"/>
            <p:cNvSpPr/>
            <p:nvPr/>
          </p:nvSpPr>
          <p:spPr>
            <a:xfrm rot="3522601">
              <a:off x="8752035" y="29499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" name="Google Shape;251;p8"/>
            <p:cNvSpPr/>
            <p:nvPr/>
          </p:nvSpPr>
          <p:spPr>
            <a:xfrm rot="-3266906">
              <a:off x="7654210" y="2050707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" name="Google Shape;252;p8"/>
            <p:cNvSpPr/>
            <p:nvPr/>
          </p:nvSpPr>
          <p:spPr>
            <a:xfrm rot="3522601">
              <a:off x="6064885" y="38976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" name="Google Shape;253;p8"/>
            <p:cNvSpPr/>
            <p:nvPr/>
          </p:nvSpPr>
          <p:spPr>
            <a:xfrm rot="-2695393">
              <a:off x="884936" y="285725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" name="Google Shape;254;p8"/>
            <p:cNvSpPr/>
            <p:nvPr/>
          </p:nvSpPr>
          <p:spPr>
            <a:xfrm rot="3522601">
              <a:off x="563910" y="16617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" name="Google Shape;255;p8"/>
            <p:cNvSpPr/>
            <p:nvPr/>
          </p:nvSpPr>
          <p:spPr>
            <a:xfrm rot="2092046">
              <a:off x="3653745" y="4821245"/>
              <a:ext cx="56744" cy="123226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" name="Google Shape;256;p8"/>
            <p:cNvSpPr/>
            <p:nvPr/>
          </p:nvSpPr>
          <p:spPr>
            <a:xfrm rot="-275899">
              <a:off x="4937684" y="4096841"/>
              <a:ext cx="57301" cy="147209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" name="Google Shape;257;p8"/>
            <p:cNvSpPr/>
            <p:nvPr/>
          </p:nvSpPr>
          <p:spPr>
            <a:xfrm rot="-2695393">
              <a:off x="7018961" y="466842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58" name="Google Shape;258;p8"/>
          <p:cNvSpPr txBox="1"/>
          <p:nvPr>
            <p:ph type="title"/>
          </p:nvPr>
        </p:nvSpPr>
        <p:spPr>
          <a:xfrm>
            <a:off x="1493550" y="1307100"/>
            <a:ext cx="6156900" cy="252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59" name="Google Shape;259;p8"/>
          <p:cNvGrpSpPr/>
          <p:nvPr/>
        </p:nvGrpSpPr>
        <p:grpSpPr>
          <a:xfrm>
            <a:off x="-1485617" y="-793398"/>
            <a:ext cx="8594935" cy="3107450"/>
            <a:chOff x="-1313033" y="-793406"/>
            <a:chExt cx="8341357" cy="3107450"/>
          </a:xfrm>
        </p:grpSpPr>
        <p:grpSp>
          <p:nvGrpSpPr>
            <p:cNvPr id="260" name="Google Shape;260;p8"/>
            <p:cNvGrpSpPr/>
            <p:nvPr/>
          </p:nvGrpSpPr>
          <p:grpSpPr>
            <a:xfrm>
              <a:off x="1553744" y="-686283"/>
              <a:ext cx="3153934" cy="1635316"/>
              <a:chOff x="2086319" y="-686283"/>
              <a:chExt cx="3153934" cy="1635316"/>
            </a:xfrm>
          </p:grpSpPr>
          <p:sp>
            <p:nvSpPr>
              <p:cNvPr id="261" name="Google Shape;261;p8"/>
              <p:cNvSpPr/>
              <p:nvPr/>
            </p:nvSpPr>
            <p:spPr>
              <a:xfrm flipH="1">
                <a:off x="2086319" y="-686283"/>
                <a:ext cx="3153934" cy="1635316"/>
              </a:xfrm>
              <a:custGeom>
                <a:avLst/>
                <a:gdLst/>
                <a:ahLst/>
                <a:cxnLst/>
                <a:rect l="l" t="t" r="r" b="b"/>
                <a:pathLst>
                  <a:path w="21055" h="11958" extrusionOk="0">
                    <a:moveTo>
                      <a:pt x="16827" y="1"/>
                    </a:moveTo>
                    <a:cubicBezTo>
                      <a:pt x="16033" y="1"/>
                      <a:pt x="15235" y="124"/>
                      <a:pt x="14444" y="243"/>
                    </a:cubicBezTo>
                    <a:cubicBezTo>
                      <a:pt x="14444" y="252"/>
                      <a:pt x="14435" y="252"/>
                      <a:pt x="14426" y="252"/>
                    </a:cubicBezTo>
                    <a:lnTo>
                      <a:pt x="446" y="3392"/>
                    </a:lnTo>
                    <a:cubicBezTo>
                      <a:pt x="304" y="3419"/>
                      <a:pt x="197" y="3535"/>
                      <a:pt x="161" y="3677"/>
                    </a:cubicBezTo>
                    <a:cubicBezTo>
                      <a:pt x="0" y="4355"/>
                      <a:pt x="18" y="5087"/>
                      <a:pt x="206" y="5765"/>
                    </a:cubicBezTo>
                    <a:cubicBezTo>
                      <a:pt x="249" y="5934"/>
                      <a:pt x="403" y="6030"/>
                      <a:pt x="560" y="6030"/>
                    </a:cubicBezTo>
                    <a:cubicBezTo>
                      <a:pt x="661" y="6030"/>
                      <a:pt x="763" y="5991"/>
                      <a:pt x="839" y="5908"/>
                    </a:cubicBezTo>
                    <a:cubicBezTo>
                      <a:pt x="839" y="5908"/>
                      <a:pt x="839" y="5908"/>
                      <a:pt x="839" y="5899"/>
                    </a:cubicBezTo>
                    <a:cubicBezTo>
                      <a:pt x="917" y="5821"/>
                      <a:pt x="1014" y="5785"/>
                      <a:pt x="1110" y="5785"/>
                    </a:cubicBezTo>
                    <a:cubicBezTo>
                      <a:pt x="1288" y="5785"/>
                      <a:pt x="1461" y="5909"/>
                      <a:pt x="1490" y="6113"/>
                    </a:cubicBezTo>
                    <a:cubicBezTo>
                      <a:pt x="1535" y="6425"/>
                      <a:pt x="1481" y="6782"/>
                      <a:pt x="1472" y="7112"/>
                    </a:cubicBezTo>
                    <a:cubicBezTo>
                      <a:pt x="1448" y="7622"/>
                      <a:pt x="1734" y="8277"/>
                      <a:pt x="2213" y="8277"/>
                    </a:cubicBezTo>
                    <a:cubicBezTo>
                      <a:pt x="2253" y="8277"/>
                      <a:pt x="2295" y="8272"/>
                      <a:pt x="2338" y="8263"/>
                    </a:cubicBezTo>
                    <a:cubicBezTo>
                      <a:pt x="2721" y="8173"/>
                      <a:pt x="2882" y="7718"/>
                      <a:pt x="3203" y="7478"/>
                    </a:cubicBezTo>
                    <a:cubicBezTo>
                      <a:pt x="3357" y="7360"/>
                      <a:pt x="3532" y="7309"/>
                      <a:pt x="3712" y="7309"/>
                    </a:cubicBezTo>
                    <a:cubicBezTo>
                      <a:pt x="4232" y="7309"/>
                      <a:pt x="4793" y="7737"/>
                      <a:pt x="5005" y="8254"/>
                    </a:cubicBezTo>
                    <a:cubicBezTo>
                      <a:pt x="5299" y="8950"/>
                      <a:pt x="5210" y="9735"/>
                      <a:pt x="5362" y="10475"/>
                    </a:cubicBezTo>
                    <a:cubicBezTo>
                      <a:pt x="5501" y="11195"/>
                      <a:pt x="6028" y="11958"/>
                      <a:pt x="6754" y="11958"/>
                    </a:cubicBezTo>
                    <a:cubicBezTo>
                      <a:pt x="6775" y="11958"/>
                      <a:pt x="6795" y="11957"/>
                      <a:pt x="6816" y="11956"/>
                    </a:cubicBezTo>
                    <a:cubicBezTo>
                      <a:pt x="7646" y="11902"/>
                      <a:pt x="8074" y="10903"/>
                      <a:pt x="8083" y="10074"/>
                    </a:cubicBezTo>
                    <a:cubicBezTo>
                      <a:pt x="8101" y="9244"/>
                      <a:pt x="7922" y="8352"/>
                      <a:pt x="8342" y="7638"/>
                    </a:cubicBezTo>
                    <a:cubicBezTo>
                      <a:pt x="8501" y="7373"/>
                      <a:pt x="8783" y="7133"/>
                      <a:pt x="9077" y="7133"/>
                    </a:cubicBezTo>
                    <a:cubicBezTo>
                      <a:pt x="9129" y="7133"/>
                      <a:pt x="9182" y="7140"/>
                      <a:pt x="9234" y="7156"/>
                    </a:cubicBezTo>
                    <a:cubicBezTo>
                      <a:pt x="9698" y="7290"/>
                      <a:pt x="9814" y="7950"/>
                      <a:pt x="10268" y="8111"/>
                    </a:cubicBezTo>
                    <a:cubicBezTo>
                      <a:pt x="10333" y="8133"/>
                      <a:pt x="10396" y="8143"/>
                      <a:pt x="10457" y="8143"/>
                    </a:cubicBezTo>
                    <a:cubicBezTo>
                      <a:pt x="10897" y="8143"/>
                      <a:pt x="11257" y="7623"/>
                      <a:pt x="11500" y="7192"/>
                    </a:cubicBezTo>
                    <a:cubicBezTo>
                      <a:pt x="11702" y="6827"/>
                      <a:pt x="12110" y="6447"/>
                      <a:pt x="12474" y="6447"/>
                    </a:cubicBezTo>
                    <a:cubicBezTo>
                      <a:pt x="12591" y="6447"/>
                      <a:pt x="12703" y="6486"/>
                      <a:pt x="12802" y="6577"/>
                    </a:cubicBezTo>
                    <a:cubicBezTo>
                      <a:pt x="13061" y="6817"/>
                      <a:pt x="13034" y="7290"/>
                      <a:pt x="13346" y="7460"/>
                    </a:cubicBezTo>
                    <a:cubicBezTo>
                      <a:pt x="13413" y="7496"/>
                      <a:pt x="13481" y="7511"/>
                      <a:pt x="13551" y="7511"/>
                    </a:cubicBezTo>
                    <a:cubicBezTo>
                      <a:pt x="13950" y="7511"/>
                      <a:pt x="14389" y="7006"/>
                      <a:pt x="14772" y="7006"/>
                    </a:cubicBezTo>
                    <a:cubicBezTo>
                      <a:pt x="14849" y="7006"/>
                      <a:pt x="14925" y="7026"/>
                      <a:pt x="14997" y="7076"/>
                    </a:cubicBezTo>
                    <a:cubicBezTo>
                      <a:pt x="15104" y="7156"/>
                      <a:pt x="15166" y="7281"/>
                      <a:pt x="15211" y="7415"/>
                    </a:cubicBezTo>
                    <a:cubicBezTo>
                      <a:pt x="15648" y="8602"/>
                      <a:pt x="15273" y="10065"/>
                      <a:pt x="16040" y="11073"/>
                    </a:cubicBezTo>
                    <a:cubicBezTo>
                      <a:pt x="16156" y="11216"/>
                      <a:pt x="16290" y="11349"/>
                      <a:pt x="16460" y="11421"/>
                    </a:cubicBezTo>
                    <a:cubicBezTo>
                      <a:pt x="16543" y="11452"/>
                      <a:pt x="16631" y="11466"/>
                      <a:pt x="16720" y="11466"/>
                    </a:cubicBezTo>
                    <a:cubicBezTo>
                      <a:pt x="16908" y="11466"/>
                      <a:pt x="17102" y="11404"/>
                      <a:pt x="17272" y="11314"/>
                    </a:cubicBezTo>
                    <a:cubicBezTo>
                      <a:pt x="18262" y="10761"/>
                      <a:pt x="18360" y="9387"/>
                      <a:pt x="18244" y="8263"/>
                    </a:cubicBezTo>
                    <a:cubicBezTo>
                      <a:pt x="18217" y="7959"/>
                      <a:pt x="18208" y="7594"/>
                      <a:pt x="18476" y="7442"/>
                    </a:cubicBezTo>
                    <a:cubicBezTo>
                      <a:pt x="18538" y="7406"/>
                      <a:pt x="18606" y="7390"/>
                      <a:pt x="18675" y="7390"/>
                    </a:cubicBezTo>
                    <a:cubicBezTo>
                      <a:pt x="18866" y="7390"/>
                      <a:pt x="19067" y="7513"/>
                      <a:pt x="19172" y="7683"/>
                    </a:cubicBezTo>
                    <a:cubicBezTo>
                      <a:pt x="19243" y="7808"/>
                      <a:pt x="19288" y="7950"/>
                      <a:pt x="19306" y="8102"/>
                    </a:cubicBezTo>
                    <a:cubicBezTo>
                      <a:pt x="19335" y="8293"/>
                      <a:pt x="19492" y="8424"/>
                      <a:pt x="19671" y="8424"/>
                    </a:cubicBezTo>
                    <a:cubicBezTo>
                      <a:pt x="19709" y="8424"/>
                      <a:pt x="19748" y="8418"/>
                      <a:pt x="19787" y="8405"/>
                    </a:cubicBezTo>
                    <a:cubicBezTo>
                      <a:pt x="20251" y="8272"/>
                      <a:pt x="20635" y="7861"/>
                      <a:pt x="20813" y="7406"/>
                    </a:cubicBezTo>
                    <a:cubicBezTo>
                      <a:pt x="21054" y="6809"/>
                      <a:pt x="21018" y="6139"/>
                      <a:pt x="20983" y="5497"/>
                    </a:cubicBezTo>
                    <a:cubicBezTo>
                      <a:pt x="20947" y="4819"/>
                      <a:pt x="20911" y="4141"/>
                      <a:pt x="20867" y="3463"/>
                    </a:cubicBezTo>
                    <a:cubicBezTo>
                      <a:pt x="20849" y="3044"/>
                      <a:pt x="20822" y="2616"/>
                      <a:pt x="20697" y="2214"/>
                    </a:cubicBezTo>
                    <a:cubicBezTo>
                      <a:pt x="20331" y="1081"/>
                      <a:pt x="19181" y="341"/>
                      <a:pt x="18012" y="109"/>
                    </a:cubicBezTo>
                    <a:cubicBezTo>
                      <a:pt x="17619" y="32"/>
                      <a:pt x="17224" y="1"/>
                      <a:pt x="1682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2" name="Google Shape;262;p8"/>
              <p:cNvSpPr/>
              <p:nvPr/>
            </p:nvSpPr>
            <p:spPr>
              <a:xfrm flipH="1">
                <a:off x="2615551" y="-470265"/>
                <a:ext cx="1760908" cy="370395"/>
              </a:xfrm>
              <a:custGeom>
                <a:avLst/>
                <a:gdLst/>
                <a:ahLst/>
                <a:cxnLst/>
                <a:rect l="l" t="t" r="r" b="b"/>
                <a:pathLst>
                  <a:path w="14096" h="2965" extrusionOk="0">
                    <a:moveTo>
                      <a:pt x="7233" y="0"/>
                    </a:moveTo>
                    <a:cubicBezTo>
                      <a:pt x="7160" y="0"/>
                      <a:pt x="7087" y="4"/>
                      <a:pt x="7012" y="12"/>
                    </a:cubicBezTo>
                    <a:cubicBezTo>
                      <a:pt x="5977" y="119"/>
                      <a:pt x="5272" y="931"/>
                      <a:pt x="4487" y="1510"/>
                    </a:cubicBezTo>
                    <a:cubicBezTo>
                      <a:pt x="3718" y="2084"/>
                      <a:pt x="2849" y="2352"/>
                      <a:pt x="1954" y="2352"/>
                    </a:cubicBezTo>
                    <a:cubicBezTo>
                      <a:pt x="1428" y="2352"/>
                      <a:pt x="894" y="2260"/>
                      <a:pt x="366" y="2081"/>
                    </a:cubicBezTo>
                    <a:cubicBezTo>
                      <a:pt x="338" y="2072"/>
                      <a:pt x="312" y="2067"/>
                      <a:pt x="288" y="2067"/>
                    </a:cubicBezTo>
                    <a:cubicBezTo>
                      <a:pt x="70" y="2067"/>
                      <a:pt x="1" y="2430"/>
                      <a:pt x="250" y="2518"/>
                    </a:cubicBezTo>
                    <a:cubicBezTo>
                      <a:pt x="830" y="2716"/>
                      <a:pt x="1422" y="2827"/>
                      <a:pt x="2014" y="2827"/>
                    </a:cubicBezTo>
                    <a:cubicBezTo>
                      <a:pt x="2569" y="2827"/>
                      <a:pt x="3123" y="2730"/>
                      <a:pt x="3667" y="2518"/>
                    </a:cubicBezTo>
                    <a:cubicBezTo>
                      <a:pt x="4737" y="2099"/>
                      <a:pt x="5415" y="1162"/>
                      <a:pt x="6423" y="690"/>
                    </a:cubicBezTo>
                    <a:cubicBezTo>
                      <a:pt x="6688" y="567"/>
                      <a:pt x="6945" y="515"/>
                      <a:pt x="7196" y="515"/>
                    </a:cubicBezTo>
                    <a:cubicBezTo>
                      <a:pt x="8317" y="515"/>
                      <a:pt x="9317" y="1559"/>
                      <a:pt x="10286" y="2055"/>
                    </a:cubicBezTo>
                    <a:cubicBezTo>
                      <a:pt x="11366" y="2608"/>
                      <a:pt x="12552" y="2893"/>
                      <a:pt x="13774" y="2965"/>
                    </a:cubicBezTo>
                    <a:cubicBezTo>
                      <a:pt x="13780" y="2965"/>
                      <a:pt x="13785" y="2965"/>
                      <a:pt x="13791" y="2965"/>
                    </a:cubicBezTo>
                    <a:cubicBezTo>
                      <a:pt x="14095" y="2965"/>
                      <a:pt x="14090" y="2482"/>
                      <a:pt x="13774" y="2456"/>
                    </a:cubicBezTo>
                    <a:cubicBezTo>
                      <a:pt x="12293" y="2367"/>
                      <a:pt x="10928" y="1930"/>
                      <a:pt x="9697" y="1109"/>
                    </a:cubicBezTo>
                    <a:cubicBezTo>
                      <a:pt x="8944" y="612"/>
                      <a:pt x="8168" y="0"/>
                      <a:pt x="72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3" name="Google Shape;263;p8"/>
              <p:cNvSpPr/>
              <p:nvPr/>
            </p:nvSpPr>
            <p:spPr>
              <a:xfrm flipH="1">
                <a:off x="4188136" y="119145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4" name="Google Shape;264;p8"/>
              <p:cNvSpPr/>
              <p:nvPr/>
            </p:nvSpPr>
            <p:spPr>
              <a:xfrm flipH="1">
                <a:off x="4301997" y="276127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5" name="Google Shape;265;p8"/>
              <p:cNvSpPr/>
              <p:nvPr/>
            </p:nvSpPr>
            <p:spPr>
              <a:xfrm flipH="1">
                <a:off x="3879826" y="107300"/>
                <a:ext cx="62923" cy="48853"/>
              </a:xfrm>
              <a:custGeom>
                <a:avLst/>
                <a:gdLst/>
                <a:ahLst/>
                <a:cxnLst/>
                <a:rect l="l" t="t" r="r" b="b"/>
                <a:pathLst>
                  <a:path w="483" h="375" extrusionOk="0">
                    <a:moveTo>
                      <a:pt x="241" y="0"/>
                    </a:moveTo>
                    <a:cubicBezTo>
                      <a:pt x="1" y="0"/>
                      <a:pt x="1" y="375"/>
                      <a:pt x="241" y="375"/>
                    </a:cubicBezTo>
                    <a:cubicBezTo>
                      <a:pt x="482" y="375"/>
                      <a:pt x="482" y="0"/>
                      <a:pt x="2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66" name="Google Shape;266;p8"/>
            <p:cNvSpPr/>
            <p:nvPr/>
          </p:nvSpPr>
          <p:spPr>
            <a:xfrm flipH="1">
              <a:off x="-1313033" y="-793406"/>
              <a:ext cx="3013652" cy="3107450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7" name="Google Shape;267;p8"/>
            <p:cNvSpPr/>
            <p:nvPr/>
          </p:nvSpPr>
          <p:spPr>
            <a:xfrm flipH="1">
              <a:off x="932549" y="-153712"/>
              <a:ext cx="150077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268;p8"/>
            <p:cNvSpPr/>
            <p:nvPr/>
          </p:nvSpPr>
          <p:spPr>
            <a:xfrm flipH="1">
              <a:off x="760586" y="-82842"/>
              <a:ext cx="104741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269;p8"/>
            <p:cNvSpPr/>
            <p:nvPr/>
          </p:nvSpPr>
          <p:spPr>
            <a:xfrm flipH="1">
              <a:off x="874447" y="74139"/>
              <a:ext cx="102396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270;p8"/>
            <p:cNvSpPr/>
            <p:nvPr/>
          </p:nvSpPr>
          <p:spPr>
            <a:xfrm flipH="1">
              <a:off x="1146461" y="98501"/>
              <a:ext cx="84939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271;p8"/>
            <p:cNvSpPr/>
            <p:nvPr/>
          </p:nvSpPr>
          <p:spPr>
            <a:xfrm flipH="1">
              <a:off x="601390" y="284403"/>
              <a:ext cx="98879" cy="75690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272;p8"/>
            <p:cNvSpPr/>
            <p:nvPr/>
          </p:nvSpPr>
          <p:spPr>
            <a:xfrm flipH="1">
              <a:off x="4495145" y="-657675"/>
              <a:ext cx="2533179" cy="1789688"/>
            </a:xfrm>
            <a:custGeom>
              <a:avLst/>
              <a:gdLst/>
              <a:ahLst/>
              <a:cxnLst/>
              <a:rect l="l" t="t" r="r" b="b"/>
              <a:pathLst>
                <a:path w="22419" h="15839" extrusionOk="0">
                  <a:moveTo>
                    <a:pt x="11085" y="1"/>
                  </a:moveTo>
                  <a:cubicBezTo>
                    <a:pt x="6813" y="1"/>
                    <a:pt x="760" y="2365"/>
                    <a:pt x="429" y="3698"/>
                  </a:cubicBezTo>
                  <a:cubicBezTo>
                    <a:pt x="90" y="5063"/>
                    <a:pt x="0" y="11263"/>
                    <a:pt x="678" y="11665"/>
                  </a:cubicBezTo>
                  <a:cubicBezTo>
                    <a:pt x="994" y="11847"/>
                    <a:pt x="1246" y="11931"/>
                    <a:pt x="1457" y="11931"/>
                  </a:cubicBezTo>
                  <a:cubicBezTo>
                    <a:pt x="1700" y="11931"/>
                    <a:pt x="1889" y="11820"/>
                    <a:pt x="2061" y="11620"/>
                  </a:cubicBezTo>
                  <a:cubicBezTo>
                    <a:pt x="2373" y="11245"/>
                    <a:pt x="2141" y="8408"/>
                    <a:pt x="2989" y="8123"/>
                  </a:cubicBezTo>
                  <a:cubicBezTo>
                    <a:pt x="3259" y="8032"/>
                    <a:pt x="3528" y="7988"/>
                    <a:pt x="3776" y="7988"/>
                  </a:cubicBezTo>
                  <a:cubicBezTo>
                    <a:pt x="4307" y="7988"/>
                    <a:pt x="4743" y="8189"/>
                    <a:pt x="4889" y="8560"/>
                  </a:cubicBezTo>
                  <a:cubicBezTo>
                    <a:pt x="5106" y="9081"/>
                    <a:pt x="4367" y="15246"/>
                    <a:pt x="5540" y="15246"/>
                  </a:cubicBezTo>
                  <a:cubicBezTo>
                    <a:pt x="5571" y="15246"/>
                    <a:pt x="5604" y="15242"/>
                    <a:pt x="5638" y="15233"/>
                  </a:cubicBezTo>
                  <a:cubicBezTo>
                    <a:pt x="6950" y="14885"/>
                    <a:pt x="6352" y="11343"/>
                    <a:pt x="6593" y="10817"/>
                  </a:cubicBezTo>
                  <a:cubicBezTo>
                    <a:pt x="6620" y="10758"/>
                    <a:pt x="6642" y="10731"/>
                    <a:pt x="6659" y="10731"/>
                  </a:cubicBezTo>
                  <a:cubicBezTo>
                    <a:pt x="6801" y="10731"/>
                    <a:pt x="6723" y="12380"/>
                    <a:pt x="7467" y="12601"/>
                  </a:cubicBezTo>
                  <a:cubicBezTo>
                    <a:pt x="7502" y="12612"/>
                    <a:pt x="7535" y="12617"/>
                    <a:pt x="7565" y="12617"/>
                  </a:cubicBezTo>
                  <a:cubicBezTo>
                    <a:pt x="8251" y="12617"/>
                    <a:pt x="7668" y="9975"/>
                    <a:pt x="9002" y="9274"/>
                  </a:cubicBezTo>
                  <a:cubicBezTo>
                    <a:pt x="9124" y="9210"/>
                    <a:pt x="9232" y="9181"/>
                    <a:pt x="9330" y="9181"/>
                  </a:cubicBezTo>
                  <a:cubicBezTo>
                    <a:pt x="10350" y="9181"/>
                    <a:pt x="10166" y="12384"/>
                    <a:pt x="11901" y="12637"/>
                  </a:cubicBezTo>
                  <a:cubicBezTo>
                    <a:pt x="11974" y="12648"/>
                    <a:pt x="12044" y="12653"/>
                    <a:pt x="12109" y="12653"/>
                  </a:cubicBezTo>
                  <a:cubicBezTo>
                    <a:pt x="13735" y="12653"/>
                    <a:pt x="12959" y="9488"/>
                    <a:pt x="14183" y="9488"/>
                  </a:cubicBezTo>
                  <a:cubicBezTo>
                    <a:pt x="14189" y="9488"/>
                    <a:pt x="14196" y="9488"/>
                    <a:pt x="14203" y="9488"/>
                  </a:cubicBezTo>
                  <a:cubicBezTo>
                    <a:pt x="15468" y="9514"/>
                    <a:pt x="14182" y="15838"/>
                    <a:pt x="16505" y="15838"/>
                  </a:cubicBezTo>
                  <a:cubicBezTo>
                    <a:pt x="16573" y="15838"/>
                    <a:pt x="16644" y="15833"/>
                    <a:pt x="16718" y="15822"/>
                  </a:cubicBezTo>
                  <a:cubicBezTo>
                    <a:pt x="19319" y="15430"/>
                    <a:pt x="17457" y="8141"/>
                    <a:pt x="18594" y="8141"/>
                  </a:cubicBezTo>
                  <a:cubicBezTo>
                    <a:pt x="18597" y="8141"/>
                    <a:pt x="18599" y="8141"/>
                    <a:pt x="18601" y="8141"/>
                  </a:cubicBezTo>
                  <a:cubicBezTo>
                    <a:pt x="19720" y="8176"/>
                    <a:pt x="18516" y="12848"/>
                    <a:pt x="19703" y="12848"/>
                  </a:cubicBezTo>
                  <a:cubicBezTo>
                    <a:pt x="19727" y="12848"/>
                    <a:pt x="19752" y="12846"/>
                    <a:pt x="19778" y="12842"/>
                  </a:cubicBezTo>
                  <a:cubicBezTo>
                    <a:pt x="21081" y="12646"/>
                    <a:pt x="22419" y="5411"/>
                    <a:pt x="21393" y="3546"/>
                  </a:cubicBezTo>
                  <a:cubicBezTo>
                    <a:pt x="20367" y="1691"/>
                    <a:pt x="16736" y="139"/>
                    <a:pt x="11384" y="5"/>
                  </a:cubicBezTo>
                  <a:cubicBezTo>
                    <a:pt x="11285" y="2"/>
                    <a:pt x="11185" y="1"/>
                    <a:pt x="110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273;p8"/>
            <p:cNvSpPr/>
            <p:nvPr/>
          </p:nvSpPr>
          <p:spPr>
            <a:xfrm flipH="1">
              <a:off x="4745163" y="-327126"/>
              <a:ext cx="2145786" cy="647278"/>
            </a:xfrm>
            <a:custGeom>
              <a:avLst/>
              <a:gdLst/>
              <a:ahLst/>
              <a:cxnLst/>
              <a:rect l="l" t="t" r="r" b="b"/>
              <a:pathLst>
                <a:path w="19770" h="8449" extrusionOk="0">
                  <a:moveTo>
                    <a:pt x="1696" y="0"/>
                  </a:moveTo>
                  <a:cubicBezTo>
                    <a:pt x="990" y="0"/>
                    <a:pt x="422" y="360"/>
                    <a:pt x="0" y="881"/>
                  </a:cubicBezTo>
                  <a:cubicBezTo>
                    <a:pt x="54" y="1077"/>
                    <a:pt x="99" y="1265"/>
                    <a:pt x="152" y="1452"/>
                  </a:cubicBezTo>
                  <a:cubicBezTo>
                    <a:pt x="322" y="1202"/>
                    <a:pt x="536" y="979"/>
                    <a:pt x="803" y="801"/>
                  </a:cubicBezTo>
                  <a:cubicBezTo>
                    <a:pt x="1113" y="602"/>
                    <a:pt x="1399" y="517"/>
                    <a:pt x="1662" y="517"/>
                  </a:cubicBezTo>
                  <a:cubicBezTo>
                    <a:pt x="2508" y="517"/>
                    <a:pt x="3127" y="1390"/>
                    <a:pt x="3569" y="2166"/>
                  </a:cubicBezTo>
                  <a:cubicBezTo>
                    <a:pt x="4327" y="3531"/>
                    <a:pt x="4702" y="5145"/>
                    <a:pt x="5674" y="6385"/>
                  </a:cubicBezTo>
                  <a:cubicBezTo>
                    <a:pt x="5913" y="6695"/>
                    <a:pt x="6274" y="7015"/>
                    <a:pt x="6673" y="7015"/>
                  </a:cubicBezTo>
                  <a:cubicBezTo>
                    <a:pt x="6781" y="7015"/>
                    <a:pt x="6892" y="6992"/>
                    <a:pt x="7003" y="6938"/>
                  </a:cubicBezTo>
                  <a:cubicBezTo>
                    <a:pt x="7494" y="6707"/>
                    <a:pt x="7565" y="6055"/>
                    <a:pt x="7628" y="5582"/>
                  </a:cubicBezTo>
                  <a:cubicBezTo>
                    <a:pt x="7753" y="4681"/>
                    <a:pt x="7699" y="3682"/>
                    <a:pt x="8163" y="2870"/>
                  </a:cubicBezTo>
                  <a:cubicBezTo>
                    <a:pt x="8340" y="2557"/>
                    <a:pt x="8808" y="1970"/>
                    <a:pt x="9271" y="1970"/>
                  </a:cubicBezTo>
                  <a:cubicBezTo>
                    <a:pt x="9439" y="1970"/>
                    <a:pt x="9607" y="2048"/>
                    <a:pt x="9760" y="2246"/>
                  </a:cubicBezTo>
                  <a:cubicBezTo>
                    <a:pt x="10010" y="2576"/>
                    <a:pt x="10045" y="3192"/>
                    <a:pt x="10135" y="3575"/>
                  </a:cubicBezTo>
                  <a:cubicBezTo>
                    <a:pt x="10331" y="4441"/>
                    <a:pt x="10527" y="5315"/>
                    <a:pt x="10723" y="6189"/>
                  </a:cubicBezTo>
                  <a:cubicBezTo>
                    <a:pt x="10875" y="6876"/>
                    <a:pt x="11018" y="7652"/>
                    <a:pt x="11589" y="8125"/>
                  </a:cubicBezTo>
                  <a:cubicBezTo>
                    <a:pt x="11868" y="8353"/>
                    <a:pt x="12149" y="8448"/>
                    <a:pt x="12425" y="8448"/>
                  </a:cubicBezTo>
                  <a:cubicBezTo>
                    <a:pt x="13213" y="8448"/>
                    <a:pt x="13949" y="7669"/>
                    <a:pt x="14426" y="7028"/>
                  </a:cubicBezTo>
                  <a:cubicBezTo>
                    <a:pt x="15362" y="5761"/>
                    <a:pt x="15808" y="4191"/>
                    <a:pt x="16817" y="2969"/>
                  </a:cubicBezTo>
                  <a:cubicBezTo>
                    <a:pt x="17120" y="2603"/>
                    <a:pt x="17477" y="2246"/>
                    <a:pt x="17896" y="2005"/>
                  </a:cubicBezTo>
                  <a:cubicBezTo>
                    <a:pt x="18048" y="1916"/>
                    <a:pt x="18244" y="1800"/>
                    <a:pt x="18413" y="1755"/>
                  </a:cubicBezTo>
                  <a:cubicBezTo>
                    <a:pt x="18497" y="1736"/>
                    <a:pt x="18572" y="1727"/>
                    <a:pt x="18639" y="1727"/>
                  </a:cubicBezTo>
                  <a:cubicBezTo>
                    <a:pt x="19132" y="1727"/>
                    <a:pt x="19215" y="2210"/>
                    <a:pt x="19270" y="2665"/>
                  </a:cubicBezTo>
                  <a:cubicBezTo>
                    <a:pt x="19306" y="3022"/>
                    <a:pt x="19359" y="3406"/>
                    <a:pt x="19529" y="3718"/>
                  </a:cubicBezTo>
                  <a:cubicBezTo>
                    <a:pt x="19609" y="3531"/>
                    <a:pt x="19689" y="3325"/>
                    <a:pt x="19769" y="3129"/>
                  </a:cubicBezTo>
                  <a:cubicBezTo>
                    <a:pt x="19760" y="3085"/>
                    <a:pt x="19752" y="3040"/>
                    <a:pt x="19743" y="2986"/>
                  </a:cubicBezTo>
                  <a:cubicBezTo>
                    <a:pt x="19671" y="2567"/>
                    <a:pt x="19716" y="2121"/>
                    <a:pt x="19573" y="1711"/>
                  </a:cubicBezTo>
                  <a:cubicBezTo>
                    <a:pt x="19438" y="1313"/>
                    <a:pt x="19162" y="1167"/>
                    <a:pt x="18834" y="1167"/>
                  </a:cubicBezTo>
                  <a:cubicBezTo>
                    <a:pt x="18166" y="1167"/>
                    <a:pt x="17279" y="1772"/>
                    <a:pt x="16897" y="2112"/>
                  </a:cubicBezTo>
                  <a:cubicBezTo>
                    <a:pt x="15737" y="3165"/>
                    <a:pt x="15211" y="4664"/>
                    <a:pt x="14435" y="5975"/>
                  </a:cubicBezTo>
                  <a:cubicBezTo>
                    <a:pt x="14090" y="6559"/>
                    <a:pt x="13288" y="7845"/>
                    <a:pt x="12460" y="7845"/>
                  </a:cubicBezTo>
                  <a:cubicBezTo>
                    <a:pt x="12300" y="7845"/>
                    <a:pt x="12140" y="7797"/>
                    <a:pt x="11981" y="7688"/>
                  </a:cubicBezTo>
                  <a:cubicBezTo>
                    <a:pt x="11286" y="7206"/>
                    <a:pt x="11196" y="5690"/>
                    <a:pt x="11018" y="4940"/>
                  </a:cubicBezTo>
                  <a:cubicBezTo>
                    <a:pt x="10822" y="4075"/>
                    <a:pt x="10706" y="3111"/>
                    <a:pt x="10384" y="2282"/>
                  </a:cubicBezTo>
                  <a:cubicBezTo>
                    <a:pt x="10215" y="1827"/>
                    <a:pt x="9903" y="1452"/>
                    <a:pt x="9385" y="1416"/>
                  </a:cubicBezTo>
                  <a:cubicBezTo>
                    <a:pt x="9353" y="1415"/>
                    <a:pt x="9322" y="1414"/>
                    <a:pt x="9290" y="1414"/>
                  </a:cubicBezTo>
                  <a:cubicBezTo>
                    <a:pt x="7948" y="1414"/>
                    <a:pt x="7348" y="3074"/>
                    <a:pt x="7209" y="4155"/>
                  </a:cubicBezTo>
                  <a:cubicBezTo>
                    <a:pt x="7146" y="4619"/>
                    <a:pt x="7119" y="5083"/>
                    <a:pt x="7048" y="5538"/>
                  </a:cubicBezTo>
                  <a:cubicBezTo>
                    <a:pt x="7014" y="5798"/>
                    <a:pt x="6995" y="6320"/>
                    <a:pt x="6638" y="6320"/>
                  </a:cubicBezTo>
                  <a:cubicBezTo>
                    <a:pt x="6530" y="6320"/>
                    <a:pt x="6390" y="6272"/>
                    <a:pt x="6209" y="6153"/>
                  </a:cubicBezTo>
                  <a:cubicBezTo>
                    <a:pt x="6049" y="6055"/>
                    <a:pt x="5879" y="5707"/>
                    <a:pt x="5781" y="5538"/>
                  </a:cubicBezTo>
                  <a:cubicBezTo>
                    <a:pt x="5308" y="4762"/>
                    <a:pt x="4969" y="3932"/>
                    <a:pt x="4604" y="3111"/>
                  </a:cubicBezTo>
                  <a:cubicBezTo>
                    <a:pt x="4086" y="1987"/>
                    <a:pt x="3319" y="123"/>
                    <a:pt x="1865" y="7"/>
                  </a:cubicBezTo>
                  <a:cubicBezTo>
                    <a:pt x="1808" y="2"/>
                    <a:pt x="1751" y="0"/>
                    <a:pt x="16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274;p8"/>
            <p:cNvSpPr/>
            <p:nvPr/>
          </p:nvSpPr>
          <p:spPr>
            <a:xfrm rot="-785687">
              <a:off x="-597168" y="-327948"/>
              <a:ext cx="2541531" cy="572204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275;p8"/>
            <p:cNvSpPr/>
            <p:nvPr/>
          </p:nvSpPr>
          <p:spPr>
            <a:xfrm flipH="1">
              <a:off x="5304586" y="-160105"/>
              <a:ext cx="104741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276;p8"/>
            <p:cNvSpPr/>
            <p:nvPr/>
          </p:nvSpPr>
          <p:spPr>
            <a:xfrm flipH="1">
              <a:off x="5418447" y="-3123"/>
              <a:ext cx="102396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"/>
          <p:cNvSpPr/>
          <p:nvPr/>
        </p:nvSpPr>
        <p:spPr>
          <a:xfrm>
            <a:off x="8858475" y="-58350"/>
            <a:ext cx="62923" cy="48853"/>
          </a:xfrm>
          <a:custGeom>
            <a:avLst/>
            <a:gdLst/>
            <a:ahLst/>
            <a:cxnLst/>
            <a:rect l="l" t="t" r="r" b="b"/>
            <a:pathLst>
              <a:path w="483" h="375" extrusionOk="0">
                <a:moveTo>
                  <a:pt x="241" y="0"/>
                </a:moveTo>
                <a:cubicBezTo>
                  <a:pt x="1" y="0"/>
                  <a:pt x="1" y="375"/>
                  <a:pt x="241" y="375"/>
                </a:cubicBezTo>
                <a:cubicBezTo>
                  <a:pt x="482" y="375"/>
                  <a:pt x="482" y="0"/>
                  <a:pt x="24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79" name="Google Shape;279;p9"/>
          <p:cNvGrpSpPr/>
          <p:nvPr/>
        </p:nvGrpSpPr>
        <p:grpSpPr>
          <a:xfrm>
            <a:off x="-146025" y="-672425"/>
            <a:ext cx="9594825" cy="3107450"/>
            <a:chOff x="-146025" y="-672425"/>
            <a:chExt cx="9594825" cy="3107450"/>
          </a:xfrm>
        </p:grpSpPr>
        <p:sp>
          <p:nvSpPr>
            <p:cNvPr id="280" name="Google Shape;280;p9"/>
            <p:cNvSpPr/>
            <p:nvPr/>
          </p:nvSpPr>
          <p:spPr>
            <a:xfrm flipH="1">
              <a:off x="3377406" y="-337744"/>
              <a:ext cx="6071394" cy="1398980"/>
            </a:xfrm>
            <a:custGeom>
              <a:avLst/>
              <a:gdLst/>
              <a:ahLst/>
              <a:cxnLst/>
              <a:rect l="l" t="t" r="r" b="b"/>
              <a:pathLst>
                <a:path w="19663" h="6405" extrusionOk="0">
                  <a:moveTo>
                    <a:pt x="15799" y="0"/>
                  </a:moveTo>
                  <a:cubicBezTo>
                    <a:pt x="14930" y="0"/>
                    <a:pt x="14048" y="589"/>
                    <a:pt x="13212" y="812"/>
                  </a:cubicBezTo>
                  <a:cubicBezTo>
                    <a:pt x="12864" y="905"/>
                    <a:pt x="12513" y="943"/>
                    <a:pt x="12160" y="943"/>
                  </a:cubicBezTo>
                  <a:cubicBezTo>
                    <a:pt x="10715" y="943"/>
                    <a:pt x="9235" y="318"/>
                    <a:pt x="7772" y="318"/>
                  </a:cubicBezTo>
                  <a:cubicBezTo>
                    <a:pt x="7530" y="318"/>
                    <a:pt x="7289" y="336"/>
                    <a:pt x="7048" y="375"/>
                  </a:cubicBezTo>
                  <a:cubicBezTo>
                    <a:pt x="6660" y="444"/>
                    <a:pt x="6281" y="563"/>
                    <a:pt x="5886" y="563"/>
                  </a:cubicBezTo>
                  <a:cubicBezTo>
                    <a:pt x="5872" y="563"/>
                    <a:pt x="5858" y="563"/>
                    <a:pt x="5844" y="563"/>
                  </a:cubicBezTo>
                  <a:cubicBezTo>
                    <a:pt x="5288" y="550"/>
                    <a:pt x="4709" y="284"/>
                    <a:pt x="4175" y="284"/>
                  </a:cubicBezTo>
                  <a:cubicBezTo>
                    <a:pt x="3971" y="284"/>
                    <a:pt x="3774" y="323"/>
                    <a:pt x="3587" y="429"/>
                  </a:cubicBezTo>
                  <a:cubicBezTo>
                    <a:pt x="3444" y="509"/>
                    <a:pt x="3319" y="616"/>
                    <a:pt x="3167" y="661"/>
                  </a:cubicBezTo>
                  <a:cubicBezTo>
                    <a:pt x="3094" y="682"/>
                    <a:pt x="3019" y="690"/>
                    <a:pt x="2941" y="690"/>
                  </a:cubicBezTo>
                  <a:cubicBezTo>
                    <a:pt x="2593" y="690"/>
                    <a:pt x="2206" y="519"/>
                    <a:pt x="1846" y="519"/>
                  </a:cubicBezTo>
                  <a:cubicBezTo>
                    <a:pt x="1668" y="519"/>
                    <a:pt x="1496" y="561"/>
                    <a:pt x="1338" y="688"/>
                  </a:cubicBezTo>
                  <a:cubicBezTo>
                    <a:pt x="1187" y="812"/>
                    <a:pt x="1071" y="991"/>
                    <a:pt x="883" y="1044"/>
                  </a:cubicBezTo>
                  <a:cubicBezTo>
                    <a:pt x="842" y="1055"/>
                    <a:pt x="799" y="1057"/>
                    <a:pt x="756" y="1057"/>
                  </a:cubicBezTo>
                  <a:cubicBezTo>
                    <a:pt x="721" y="1057"/>
                    <a:pt x="686" y="1056"/>
                    <a:pt x="651" y="1056"/>
                  </a:cubicBezTo>
                  <a:cubicBezTo>
                    <a:pt x="618" y="1056"/>
                    <a:pt x="585" y="1057"/>
                    <a:pt x="553" y="1062"/>
                  </a:cubicBezTo>
                  <a:cubicBezTo>
                    <a:pt x="268" y="1098"/>
                    <a:pt x="63" y="1392"/>
                    <a:pt x="27" y="1687"/>
                  </a:cubicBezTo>
                  <a:cubicBezTo>
                    <a:pt x="0" y="1981"/>
                    <a:pt x="107" y="2275"/>
                    <a:pt x="250" y="2534"/>
                  </a:cubicBezTo>
                  <a:cubicBezTo>
                    <a:pt x="535" y="3080"/>
                    <a:pt x="1051" y="3574"/>
                    <a:pt x="1628" y="3574"/>
                  </a:cubicBezTo>
                  <a:cubicBezTo>
                    <a:pt x="1682" y="3574"/>
                    <a:pt x="1738" y="3569"/>
                    <a:pt x="1793" y="3560"/>
                  </a:cubicBezTo>
                  <a:cubicBezTo>
                    <a:pt x="2025" y="3524"/>
                    <a:pt x="2239" y="3408"/>
                    <a:pt x="2462" y="3337"/>
                  </a:cubicBezTo>
                  <a:cubicBezTo>
                    <a:pt x="2635" y="3288"/>
                    <a:pt x="2809" y="3268"/>
                    <a:pt x="2985" y="3268"/>
                  </a:cubicBezTo>
                  <a:cubicBezTo>
                    <a:pt x="3537" y="3268"/>
                    <a:pt x="4102" y="3459"/>
                    <a:pt x="4657" y="3507"/>
                  </a:cubicBezTo>
                  <a:cubicBezTo>
                    <a:pt x="4746" y="3514"/>
                    <a:pt x="4836" y="3517"/>
                    <a:pt x="4925" y="3517"/>
                  </a:cubicBezTo>
                  <a:cubicBezTo>
                    <a:pt x="6130" y="3517"/>
                    <a:pt x="7329" y="2921"/>
                    <a:pt x="8502" y="2921"/>
                  </a:cubicBezTo>
                  <a:cubicBezTo>
                    <a:pt x="8786" y="2921"/>
                    <a:pt x="9069" y="2956"/>
                    <a:pt x="9350" y="3043"/>
                  </a:cubicBezTo>
                  <a:cubicBezTo>
                    <a:pt x="9813" y="3185"/>
                    <a:pt x="10393" y="3373"/>
                    <a:pt x="10822" y="3551"/>
                  </a:cubicBezTo>
                  <a:cubicBezTo>
                    <a:pt x="11294" y="3756"/>
                    <a:pt x="11384" y="4086"/>
                    <a:pt x="11223" y="4595"/>
                  </a:cubicBezTo>
                  <a:cubicBezTo>
                    <a:pt x="11143" y="4871"/>
                    <a:pt x="11036" y="5157"/>
                    <a:pt x="11125" y="5434"/>
                  </a:cubicBezTo>
                  <a:cubicBezTo>
                    <a:pt x="11204" y="5665"/>
                    <a:pt x="11444" y="5804"/>
                    <a:pt x="11680" y="5804"/>
                  </a:cubicBezTo>
                  <a:cubicBezTo>
                    <a:pt x="11817" y="5804"/>
                    <a:pt x="11951" y="5758"/>
                    <a:pt x="12053" y="5657"/>
                  </a:cubicBezTo>
                  <a:cubicBezTo>
                    <a:pt x="12293" y="5416"/>
                    <a:pt x="12276" y="5023"/>
                    <a:pt x="12204" y="4684"/>
                  </a:cubicBezTo>
                  <a:cubicBezTo>
                    <a:pt x="12124" y="4309"/>
                    <a:pt x="11928" y="3872"/>
                    <a:pt x="12035" y="3498"/>
                  </a:cubicBezTo>
                  <a:cubicBezTo>
                    <a:pt x="12169" y="3061"/>
                    <a:pt x="12731" y="2686"/>
                    <a:pt x="13114" y="2543"/>
                  </a:cubicBezTo>
                  <a:cubicBezTo>
                    <a:pt x="13328" y="2465"/>
                    <a:pt x="13554" y="2426"/>
                    <a:pt x="13779" y="2426"/>
                  </a:cubicBezTo>
                  <a:cubicBezTo>
                    <a:pt x="14120" y="2426"/>
                    <a:pt x="14461" y="2514"/>
                    <a:pt x="14756" y="2686"/>
                  </a:cubicBezTo>
                  <a:cubicBezTo>
                    <a:pt x="15014" y="2837"/>
                    <a:pt x="15246" y="3061"/>
                    <a:pt x="15344" y="3355"/>
                  </a:cubicBezTo>
                  <a:cubicBezTo>
                    <a:pt x="15478" y="3810"/>
                    <a:pt x="15246" y="4283"/>
                    <a:pt x="15095" y="4738"/>
                  </a:cubicBezTo>
                  <a:cubicBezTo>
                    <a:pt x="14970" y="5086"/>
                    <a:pt x="14889" y="5478"/>
                    <a:pt x="15005" y="5835"/>
                  </a:cubicBezTo>
                  <a:cubicBezTo>
                    <a:pt x="15107" y="6147"/>
                    <a:pt x="15393" y="6405"/>
                    <a:pt x="15701" y="6405"/>
                  </a:cubicBezTo>
                  <a:cubicBezTo>
                    <a:pt x="15746" y="6405"/>
                    <a:pt x="15790" y="6399"/>
                    <a:pt x="15835" y="6388"/>
                  </a:cubicBezTo>
                  <a:cubicBezTo>
                    <a:pt x="16210" y="6290"/>
                    <a:pt x="16397" y="5817"/>
                    <a:pt x="16388" y="5407"/>
                  </a:cubicBezTo>
                  <a:cubicBezTo>
                    <a:pt x="16388" y="4996"/>
                    <a:pt x="16272" y="4586"/>
                    <a:pt x="16317" y="4185"/>
                  </a:cubicBezTo>
                  <a:cubicBezTo>
                    <a:pt x="16379" y="3583"/>
                    <a:pt x="16671" y="3442"/>
                    <a:pt x="17037" y="3442"/>
                  </a:cubicBezTo>
                  <a:cubicBezTo>
                    <a:pt x="17360" y="3442"/>
                    <a:pt x="17739" y="3551"/>
                    <a:pt x="18068" y="3551"/>
                  </a:cubicBezTo>
                  <a:cubicBezTo>
                    <a:pt x="18119" y="3551"/>
                    <a:pt x="18169" y="3548"/>
                    <a:pt x="18217" y="3542"/>
                  </a:cubicBezTo>
                  <a:cubicBezTo>
                    <a:pt x="18654" y="3489"/>
                    <a:pt x="19020" y="3069"/>
                    <a:pt x="19038" y="2614"/>
                  </a:cubicBezTo>
                  <a:cubicBezTo>
                    <a:pt x="19038" y="2445"/>
                    <a:pt x="19011" y="2267"/>
                    <a:pt x="19091" y="2124"/>
                  </a:cubicBezTo>
                  <a:cubicBezTo>
                    <a:pt x="19145" y="2026"/>
                    <a:pt x="19243" y="1963"/>
                    <a:pt x="19323" y="1892"/>
                  </a:cubicBezTo>
                  <a:cubicBezTo>
                    <a:pt x="19662" y="1553"/>
                    <a:pt x="19537" y="902"/>
                    <a:pt x="19154" y="616"/>
                  </a:cubicBezTo>
                  <a:cubicBezTo>
                    <a:pt x="18952" y="462"/>
                    <a:pt x="18703" y="397"/>
                    <a:pt x="18449" y="397"/>
                  </a:cubicBezTo>
                  <a:cubicBezTo>
                    <a:pt x="18231" y="397"/>
                    <a:pt x="18008" y="445"/>
                    <a:pt x="17807" y="527"/>
                  </a:cubicBezTo>
                  <a:cubicBezTo>
                    <a:pt x="17672" y="577"/>
                    <a:pt x="17538" y="644"/>
                    <a:pt x="17403" y="644"/>
                  </a:cubicBezTo>
                  <a:cubicBezTo>
                    <a:pt x="17395" y="644"/>
                    <a:pt x="17387" y="643"/>
                    <a:pt x="17378" y="643"/>
                  </a:cubicBezTo>
                  <a:cubicBezTo>
                    <a:pt x="17164" y="634"/>
                    <a:pt x="16995" y="465"/>
                    <a:pt x="16825" y="340"/>
                  </a:cubicBezTo>
                  <a:cubicBezTo>
                    <a:pt x="16488" y="93"/>
                    <a:pt x="16144" y="0"/>
                    <a:pt x="157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81" name="Google Shape;281;p9"/>
            <p:cNvGrpSpPr/>
            <p:nvPr/>
          </p:nvGrpSpPr>
          <p:grpSpPr>
            <a:xfrm flipH="1">
              <a:off x="4460582" y="47546"/>
              <a:ext cx="3429432" cy="338703"/>
              <a:chOff x="4387885" y="218763"/>
              <a:chExt cx="3328253" cy="338703"/>
            </a:xfrm>
          </p:grpSpPr>
          <p:sp>
            <p:nvSpPr>
              <p:cNvPr id="282" name="Google Shape;282;p9"/>
              <p:cNvSpPr/>
              <p:nvPr/>
            </p:nvSpPr>
            <p:spPr>
              <a:xfrm flipH="1">
                <a:off x="4693099" y="315338"/>
                <a:ext cx="150077" cy="11633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893" extrusionOk="0">
                    <a:moveTo>
                      <a:pt x="571" y="1"/>
                    </a:moveTo>
                    <a:cubicBezTo>
                      <a:pt x="0" y="1"/>
                      <a:pt x="0" y="893"/>
                      <a:pt x="571" y="893"/>
                    </a:cubicBezTo>
                    <a:cubicBezTo>
                      <a:pt x="1151" y="893"/>
                      <a:pt x="1151" y="1"/>
                      <a:pt x="5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3" name="Google Shape;283;p9"/>
              <p:cNvSpPr/>
              <p:nvPr/>
            </p:nvSpPr>
            <p:spPr>
              <a:xfrm flipH="1">
                <a:off x="7499882" y="321408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 flipH="1">
                <a:off x="7613742" y="478389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5" name="Google Shape;285;p9"/>
              <p:cNvSpPr/>
              <p:nvPr/>
            </p:nvSpPr>
            <p:spPr>
              <a:xfrm flipH="1">
                <a:off x="4387885" y="218763"/>
                <a:ext cx="84939" cy="6644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510" extrusionOk="0">
                    <a:moveTo>
                      <a:pt x="331" y="1"/>
                    </a:moveTo>
                    <a:cubicBezTo>
                      <a:pt x="0" y="1"/>
                      <a:pt x="0" y="509"/>
                      <a:pt x="331" y="509"/>
                    </a:cubicBezTo>
                    <a:cubicBezTo>
                      <a:pt x="652" y="509"/>
                      <a:pt x="652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86" name="Google Shape;286;p9"/>
            <p:cNvSpPr/>
            <p:nvPr/>
          </p:nvSpPr>
          <p:spPr>
            <a:xfrm>
              <a:off x="-146025" y="-672425"/>
              <a:ext cx="4260289" cy="3107450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87" name="Google Shape;287;p9"/>
            <p:cNvGrpSpPr/>
            <p:nvPr/>
          </p:nvGrpSpPr>
          <p:grpSpPr>
            <a:xfrm>
              <a:off x="1847749" y="80113"/>
              <a:ext cx="783474" cy="513805"/>
              <a:chOff x="1238149" y="-300887"/>
              <a:chExt cx="783474" cy="513805"/>
            </a:xfrm>
          </p:grpSpPr>
          <p:sp>
            <p:nvSpPr>
              <p:cNvPr id="288" name="Google Shape;288;p9"/>
              <p:cNvSpPr/>
              <p:nvPr/>
            </p:nvSpPr>
            <p:spPr>
              <a:xfrm>
                <a:off x="1386923" y="-300887"/>
                <a:ext cx="150077" cy="11633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893" extrusionOk="0">
                    <a:moveTo>
                      <a:pt x="571" y="1"/>
                    </a:moveTo>
                    <a:cubicBezTo>
                      <a:pt x="0" y="1"/>
                      <a:pt x="0" y="893"/>
                      <a:pt x="571" y="893"/>
                    </a:cubicBezTo>
                    <a:cubicBezTo>
                      <a:pt x="1151" y="893"/>
                      <a:pt x="1151" y="1"/>
                      <a:pt x="5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9" name="Google Shape;289;p9"/>
              <p:cNvSpPr/>
              <p:nvPr/>
            </p:nvSpPr>
            <p:spPr>
              <a:xfrm>
                <a:off x="1604222" y="-230017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1492706" y="-73036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1" name="Google Shape;291;p9"/>
              <p:cNvSpPr/>
              <p:nvPr/>
            </p:nvSpPr>
            <p:spPr>
              <a:xfrm>
                <a:off x="1238149" y="-48674"/>
                <a:ext cx="84939" cy="6644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510" extrusionOk="0">
                    <a:moveTo>
                      <a:pt x="331" y="1"/>
                    </a:moveTo>
                    <a:cubicBezTo>
                      <a:pt x="0" y="1"/>
                      <a:pt x="0" y="509"/>
                      <a:pt x="331" y="509"/>
                    </a:cubicBezTo>
                    <a:cubicBezTo>
                      <a:pt x="652" y="509"/>
                      <a:pt x="652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" name="Google Shape;292;p9"/>
              <p:cNvSpPr/>
              <p:nvPr/>
            </p:nvSpPr>
            <p:spPr>
              <a:xfrm>
                <a:off x="1769280" y="137228"/>
                <a:ext cx="98879" cy="75690"/>
              </a:xfrm>
              <a:custGeom>
                <a:avLst/>
                <a:gdLst/>
                <a:ahLst/>
                <a:cxnLst/>
                <a:rect l="l" t="t" r="r" b="b"/>
                <a:pathLst>
                  <a:path w="759" h="581" extrusionOk="0">
                    <a:moveTo>
                      <a:pt x="375" y="1"/>
                    </a:moveTo>
                    <a:cubicBezTo>
                      <a:pt x="0" y="1"/>
                      <a:pt x="0" y="581"/>
                      <a:pt x="375" y="581"/>
                    </a:cubicBezTo>
                    <a:cubicBezTo>
                      <a:pt x="759" y="581"/>
                      <a:pt x="759" y="1"/>
                      <a:pt x="3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1958700" y="-205525"/>
                <a:ext cx="62923" cy="48853"/>
              </a:xfrm>
              <a:custGeom>
                <a:avLst/>
                <a:gdLst/>
                <a:ahLst/>
                <a:cxnLst/>
                <a:rect l="l" t="t" r="r" b="b"/>
                <a:pathLst>
                  <a:path w="483" h="375" extrusionOk="0">
                    <a:moveTo>
                      <a:pt x="241" y="0"/>
                    </a:moveTo>
                    <a:cubicBezTo>
                      <a:pt x="1" y="0"/>
                      <a:pt x="1" y="375"/>
                      <a:pt x="241" y="375"/>
                    </a:cubicBezTo>
                    <a:cubicBezTo>
                      <a:pt x="482" y="375"/>
                      <a:pt x="482" y="0"/>
                      <a:pt x="2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94" name="Google Shape;294;p9"/>
            <p:cNvSpPr/>
            <p:nvPr/>
          </p:nvSpPr>
          <p:spPr>
            <a:xfrm>
              <a:off x="-129634" y="-147026"/>
              <a:ext cx="3987725" cy="830503"/>
            </a:xfrm>
            <a:custGeom>
              <a:avLst/>
              <a:gdLst/>
              <a:ahLst/>
              <a:cxnLst/>
              <a:rect l="l" t="t" r="r" b="b"/>
              <a:pathLst>
                <a:path w="21653" h="6375" extrusionOk="0">
                  <a:moveTo>
                    <a:pt x="3331" y="0"/>
                  </a:moveTo>
                  <a:cubicBezTo>
                    <a:pt x="2868" y="0"/>
                    <a:pt x="2391" y="178"/>
                    <a:pt x="2035" y="470"/>
                  </a:cubicBezTo>
                  <a:cubicBezTo>
                    <a:pt x="1499" y="907"/>
                    <a:pt x="1241" y="1514"/>
                    <a:pt x="920" y="2112"/>
                  </a:cubicBezTo>
                  <a:cubicBezTo>
                    <a:pt x="857" y="2236"/>
                    <a:pt x="786" y="2451"/>
                    <a:pt x="670" y="2522"/>
                  </a:cubicBezTo>
                  <a:lnTo>
                    <a:pt x="152" y="2504"/>
                  </a:lnTo>
                  <a:cubicBezTo>
                    <a:pt x="117" y="2451"/>
                    <a:pt x="81" y="2406"/>
                    <a:pt x="45" y="2352"/>
                  </a:cubicBezTo>
                  <a:cubicBezTo>
                    <a:pt x="27" y="2504"/>
                    <a:pt x="10" y="2665"/>
                    <a:pt x="1" y="2825"/>
                  </a:cubicBezTo>
                  <a:cubicBezTo>
                    <a:pt x="81" y="2879"/>
                    <a:pt x="170" y="2914"/>
                    <a:pt x="286" y="2941"/>
                  </a:cubicBezTo>
                  <a:cubicBezTo>
                    <a:pt x="341" y="2955"/>
                    <a:pt x="394" y="2961"/>
                    <a:pt x="444" y="2961"/>
                  </a:cubicBezTo>
                  <a:cubicBezTo>
                    <a:pt x="760" y="2961"/>
                    <a:pt x="982" y="2712"/>
                    <a:pt x="1152" y="2451"/>
                  </a:cubicBezTo>
                  <a:cubicBezTo>
                    <a:pt x="1606" y="1719"/>
                    <a:pt x="1865" y="827"/>
                    <a:pt x="2739" y="488"/>
                  </a:cubicBezTo>
                  <a:cubicBezTo>
                    <a:pt x="2926" y="417"/>
                    <a:pt x="3116" y="378"/>
                    <a:pt x="3301" y="378"/>
                  </a:cubicBezTo>
                  <a:cubicBezTo>
                    <a:pt x="3602" y="378"/>
                    <a:pt x="3890" y="482"/>
                    <a:pt x="4122" y="720"/>
                  </a:cubicBezTo>
                  <a:cubicBezTo>
                    <a:pt x="4408" y="1023"/>
                    <a:pt x="4452" y="1416"/>
                    <a:pt x="4559" y="1799"/>
                  </a:cubicBezTo>
                  <a:cubicBezTo>
                    <a:pt x="4684" y="2290"/>
                    <a:pt x="4836" y="2798"/>
                    <a:pt x="5327" y="3030"/>
                  </a:cubicBezTo>
                  <a:cubicBezTo>
                    <a:pt x="5500" y="3117"/>
                    <a:pt x="5689" y="3156"/>
                    <a:pt x="5879" y="3156"/>
                  </a:cubicBezTo>
                  <a:cubicBezTo>
                    <a:pt x="6156" y="3156"/>
                    <a:pt x="6435" y="3074"/>
                    <a:pt x="6674" y="2941"/>
                  </a:cubicBezTo>
                  <a:cubicBezTo>
                    <a:pt x="6959" y="2790"/>
                    <a:pt x="7200" y="2558"/>
                    <a:pt x="7423" y="2326"/>
                  </a:cubicBezTo>
                  <a:cubicBezTo>
                    <a:pt x="7708" y="2022"/>
                    <a:pt x="7655" y="1978"/>
                    <a:pt x="8128" y="1942"/>
                  </a:cubicBezTo>
                  <a:cubicBezTo>
                    <a:pt x="8175" y="1937"/>
                    <a:pt x="8219" y="1935"/>
                    <a:pt x="8260" y="1935"/>
                  </a:cubicBezTo>
                  <a:cubicBezTo>
                    <a:pt x="8676" y="1935"/>
                    <a:pt x="8790" y="2178"/>
                    <a:pt x="8993" y="2584"/>
                  </a:cubicBezTo>
                  <a:cubicBezTo>
                    <a:pt x="9484" y="3601"/>
                    <a:pt x="9314" y="5725"/>
                    <a:pt x="10519" y="6269"/>
                  </a:cubicBezTo>
                  <a:cubicBezTo>
                    <a:pt x="10682" y="6342"/>
                    <a:pt x="10829" y="6374"/>
                    <a:pt x="10963" y="6374"/>
                  </a:cubicBezTo>
                  <a:cubicBezTo>
                    <a:pt x="11962" y="6374"/>
                    <a:pt x="12243" y="4566"/>
                    <a:pt x="12856" y="4047"/>
                  </a:cubicBezTo>
                  <a:cubicBezTo>
                    <a:pt x="13079" y="3861"/>
                    <a:pt x="13289" y="3784"/>
                    <a:pt x="13489" y="3784"/>
                  </a:cubicBezTo>
                  <a:cubicBezTo>
                    <a:pt x="14450" y="3784"/>
                    <a:pt x="15201" y="5552"/>
                    <a:pt x="16197" y="5552"/>
                  </a:cubicBezTo>
                  <a:cubicBezTo>
                    <a:pt x="16398" y="5552"/>
                    <a:pt x="16610" y="5479"/>
                    <a:pt x="16835" y="5305"/>
                  </a:cubicBezTo>
                  <a:cubicBezTo>
                    <a:pt x="17227" y="5002"/>
                    <a:pt x="17218" y="4502"/>
                    <a:pt x="17325" y="4065"/>
                  </a:cubicBezTo>
                  <a:cubicBezTo>
                    <a:pt x="17450" y="3557"/>
                    <a:pt x="17718" y="3173"/>
                    <a:pt x="18244" y="3030"/>
                  </a:cubicBezTo>
                  <a:cubicBezTo>
                    <a:pt x="18349" y="3002"/>
                    <a:pt x="18448" y="2989"/>
                    <a:pt x="18544" y="2989"/>
                  </a:cubicBezTo>
                  <a:cubicBezTo>
                    <a:pt x="18954" y="2989"/>
                    <a:pt x="19294" y="3224"/>
                    <a:pt x="19663" y="3441"/>
                  </a:cubicBezTo>
                  <a:cubicBezTo>
                    <a:pt x="19945" y="3607"/>
                    <a:pt x="20306" y="3773"/>
                    <a:pt x="20650" y="3773"/>
                  </a:cubicBezTo>
                  <a:cubicBezTo>
                    <a:pt x="20861" y="3773"/>
                    <a:pt x="21066" y="3710"/>
                    <a:pt x="21242" y="3548"/>
                  </a:cubicBezTo>
                  <a:cubicBezTo>
                    <a:pt x="21652" y="3182"/>
                    <a:pt x="21500" y="2486"/>
                    <a:pt x="21429" y="2013"/>
                  </a:cubicBezTo>
                  <a:cubicBezTo>
                    <a:pt x="21376" y="1666"/>
                    <a:pt x="21304" y="1327"/>
                    <a:pt x="21206" y="996"/>
                  </a:cubicBezTo>
                  <a:cubicBezTo>
                    <a:pt x="21028" y="827"/>
                    <a:pt x="20840" y="684"/>
                    <a:pt x="20635" y="541"/>
                  </a:cubicBezTo>
                  <a:lnTo>
                    <a:pt x="20635" y="541"/>
                  </a:lnTo>
                  <a:cubicBezTo>
                    <a:pt x="20778" y="898"/>
                    <a:pt x="20894" y="1273"/>
                    <a:pt x="20974" y="1657"/>
                  </a:cubicBezTo>
                  <a:cubicBezTo>
                    <a:pt x="21045" y="1969"/>
                    <a:pt x="21188" y="2433"/>
                    <a:pt x="21117" y="2754"/>
                  </a:cubicBezTo>
                  <a:cubicBezTo>
                    <a:pt x="21027" y="3192"/>
                    <a:pt x="20815" y="3353"/>
                    <a:pt x="20549" y="3353"/>
                  </a:cubicBezTo>
                  <a:cubicBezTo>
                    <a:pt x="20338" y="3353"/>
                    <a:pt x="20094" y="3252"/>
                    <a:pt x="19850" y="3111"/>
                  </a:cubicBezTo>
                  <a:cubicBezTo>
                    <a:pt x="19436" y="2871"/>
                    <a:pt x="19061" y="2615"/>
                    <a:pt x="18581" y="2615"/>
                  </a:cubicBezTo>
                  <a:cubicBezTo>
                    <a:pt x="18544" y="2615"/>
                    <a:pt x="18506" y="2617"/>
                    <a:pt x="18467" y="2620"/>
                  </a:cubicBezTo>
                  <a:cubicBezTo>
                    <a:pt x="18084" y="2647"/>
                    <a:pt x="17709" y="2816"/>
                    <a:pt x="17432" y="3075"/>
                  </a:cubicBezTo>
                  <a:cubicBezTo>
                    <a:pt x="17004" y="3485"/>
                    <a:pt x="17058" y="3931"/>
                    <a:pt x="16888" y="4449"/>
                  </a:cubicBezTo>
                  <a:cubicBezTo>
                    <a:pt x="16720" y="4958"/>
                    <a:pt x="16482" y="5142"/>
                    <a:pt x="16221" y="5142"/>
                  </a:cubicBezTo>
                  <a:cubicBezTo>
                    <a:pt x="15697" y="5142"/>
                    <a:pt x="15078" y="4396"/>
                    <a:pt x="14738" y="4056"/>
                  </a:cubicBezTo>
                  <a:cubicBezTo>
                    <a:pt x="14399" y="3726"/>
                    <a:pt x="13989" y="3405"/>
                    <a:pt x="13489" y="3405"/>
                  </a:cubicBezTo>
                  <a:cubicBezTo>
                    <a:pt x="13034" y="3405"/>
                    <a:pt x="12651" y="3691"/>
                    <a:pt x="12374" y="4030"/>
                  </a:cubicBezTo>
                  <a:cubicBezTo>
                    <a:pt x="12029" y="4455"/>
                    <a:pt x="11648" y="5954"/>
                    <a:pt x="10894" y="5954"/>
                  </a:cubicBezTo>
                  <a:cubicBezTo>
                    <a:pt x="10810" y="5954"/>
                    <a:pt x="10720" y="5935"/>
                    <a:pt x="10626" y="5894"/>
                  </a:cubicBezTo>
                  <a:cubicBezTo>
                    <a:pt x="10019" y="5626"/>
                    <a:pt x="9921" y="4485"/>
                    <a:pt x="9796" y="3923"/>
                  </a:cubicBezTo>
                  <a:cubicBezTo>
                    <a:pt x="9671" y="3334"/>
                    <a:pt x="9528" y="2727"/>
                    <a:pt x="9225" y="2192"/>
                  </a:cubicBezTo>
                  <a:cubicBezTo>
                    <a:pt x="9002" y="1826"/>
                    <a:pt x="8654" y="1327"/>
                    <a:pt x="8181" y="1309"/>
                  </a:cubicBezTo>
                  <a:cubicBezTo>
                    <a:pt x="8172" y="1308"/>
                    <a:pt x="8164" y="1308"/>
                    <a:pt x="8155" y="1308"/>
                  </a:cubicBezTo>
                  <a:cubicBezTo>
                    <a:pt x="7698" y="1308"/>
                    <a:pt x="7427" y="1760"/>
                    <a:pt x="7155" y="2049"/>
                  </a:cubicBezTo>
                  <a:cubicBezTo>
                    <a:pt x="6797" y="2427"/>
                    <a:pt x="6302" y="2720"/>
                    <a:pt x="5864" y="2720"/>
                  </a:cubicBezTo>
                  <a:cubicBezTo>
                    <a:pt x="5493" y="2720"/>
                    <a:pt x="5163" y="2512"/>
                    <a:pt x="4988" y="1969"/>
                  </a:cubicBezTo>
                  <a:cubicBezTo>
                    <a:pt x="4836" y="1487"/>
                    <a:pt x="4818" y="961"/>
                    <a:pt x="4497" y="541"/>
                  </a:cubicBezTo>
                  <a:cubicBezTo>
                    <a:pt x="4201" y="162"/>
                    <a:pt x="3772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295;p9"/>
            <p:cNvSpPr/>
            <p:nvPr/>
          </p:nvSpPr>
          <p:spPr>
            <a:xfrm rot="350023">
              <a:off x="3796789" y="-119171"/>
              <a:ext cx="5556812" cy="295671"/>
            </a:xfrm>
            <a:custGeom>
              <a:avLst/>
              <a:gdLst/>
              <a:ahLst/>
              <a:cxnLst/>
              <a:rect l="l" t="t" r="r" b="b"/>
              <a:pathLst>
                <a:path w="163830" h="11827" extrusionOk="0">
                  <a:moveTo>
                    <a:pt x="0" y="11827"/>
                  </a:moveTo>
                  <a:cubicBezTo>
                    <a:pt x="4491" y="9902"/>
                    <a:pt x="8463" y="6894"/>
                    <a:pt x="12954" y="4969"/>
                  </a:cubicBezTo>
                  <a:cubicBezTo>
                    <a:pt x="16697" y="3365"/>
                    <a:pt x="21196" y="5195"/>
                    <a:pt x="25146" y="4207"/>
                  </a:cubicBezTo>
                  <a:cubicBezTo>
                    <a:pt x="33524" y="2112"/>
                    <a:pt x="42497" y="3040"/>
                    <a:pt x="51054" y="4207"/>
                  </a:cubicBezTo>
                  <a:cubicBezTo>
                    <a:pt x="58708" y="5251"/>
                    <a:pt x="66486" y="10139"/>
                    <a:pt x="73914" y="8017"/>
                  </a:cubicBezTo>
                  <a:cubicBezTo>
                    <a:pt x="79494" y="6423"/>
                    <a:pt x="84225" y="2297"/>
                    <a:pt x="89916" y="1159"/>
                  </a:cubicBezTo>
                  <a:cubicBezTo>
                    <a:pt x="98633" y="-584"/>
                    <a:pt x="107771" y="9"/>
                    <a:pt x="116586" y="1159"/>
                  </a:cubicBezTo>
                  <a:cubicBezTo>
                    <a:pt x="125383" y="2306"/>
                    <a:pt x="134257" y="3960"/>
                    <a:pt x="142494" y="7255"/>
                  </a:cubicBezTo>
                  <a:cubicBezTo>
                    <a:pt x="146267" y="8764"/>
                    <a:pt x="150743" y="6269"/>
                    <a:pt x="154686" y="7255"/>
                  </a:cubicBezTo>
                  <a:cubicBezTo>
                    <a:pt x="157803" y="8034"/>
                    <a:pt x="160617" y="10303"/>
                    <a:pt x="163830" y="10303"/>
                  </a:cubicBezTo>
                </a:path>
              </a:pathLst>
            </a:custGeom>
            <a:noFill/>
            <a:ln w="3810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96" name="Google Shape;296;p9"/>
          <p:cNvGrpSpPr/>
          <p:nvPr/>
        </p:nvGrpSpPr>
        <p:grpSpPr>
          <a:xfrm flipH="1">
            <a:off x="231584" y="818596"/>
            <a:ext cx="8730960" cy="4118121"/>
            <a:chOff x="178068" y="818596"/>
            <a:chExt cx="8730960" cy="4118121"/>
          </a:xfrm>
        </p:grpSpPr>
        <p:sp>
          <p:nvSpPr>
            <p:cNvPr id="297" name="Google Shape;297;p9"/>
            <p:cNvSpPr/>
            <p:nvPr/>
          </p:nvSpPr>
          <p:spPr>
            <a:xfrm rot="-3266906">
              <a:off x="5851110" y="2119494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298;p9"/>
            <p:cNvSpPr/>
            <p:nvPr/>
          </p:nvSpPr>
          <p:spPr>
            <a:xfrm rot="-3266906">
              <a:off x="8814032" y="1425320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" name="Google Shape;299;p9"/>
            <p:cNvSpPr/>
            <p:nvPr/>
          </p:nvSpPr>
          <p:spPr>
            <a:xfrm rot="-3266906">
              <a:off x="5381716" y="1325885"/>
              <a:ext cx="128530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300;p9"/>
            <p:cNvSpPr/>
            <p:nvPr/>
          </p:nvSpPr>
          <p:spPr>
            <a:xfrm rot="3574462">
              <a:off x="480007" y="417959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301;p9"/>
            <p:cNvSpPr/>
            <p:nvPr/>
          </p:nvSpPr>
          <p:spPr>
            <a:xfrm rot="1625383">
              <a:off x="1915391" y="4515247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302;p9"/>
            <p:cNvSpPr/>
            <p:nvPr/>
          </p:nvSpPr>
          <p:spPr>
            <a:xfrm rot="3522601">
              <a:off x="2100360" y="807703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" name="Google Shape;303;p9"/>
            <p:cNvSpPr/>
            <p:nvPr/>
          </p:nvSpPr>
          <p:spPr>
            <a:xfrm rot="-2695393">
              <a:off x="601311" y="106362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" name="Google Shape;304;p9"/>
            <p:cNvSpPr/>
            <p:nvPr/>
          </p:nvSpPr>
          <p:spPr>
            <a:xfrm rot="-6529139">
              <a:off x="161931" y="3038886"/>
              <a:ext cx="151480" cy="7431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" name="Google Shape;305;p9"/>
            <p:cNvSpPr/>
            <p:nvPr/>
          </p:nvSpPr>
          <p:spPr>
            <a:xfrm rot="3522601">
              <a:off x="7694035" y="19895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" name="Google Shape;306;p9"/>
            <p:cNvSpPr/>
            <p:nvPr/>
          </p:nvSpPr>
          <p:spPr>
            <a:xfrm rot="-3266906">
              <a:off x="8182585" y="2887857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" name="Google Shape;307;p9"/>
            <p:cNvSpPr/>
            <p:nvPr/>
          </p:nvSpPr>
          <p:spPr>
            <a:xfrm rot="3522601">
              <a:off x="6496835" y="4038278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" name="Google Shape;308;p9"/>
            <p:cNvSpPr/>
            <p:nvPr/>
          </p:nvSpPr>
          <p:spPr>
            <a:xfrm rot="-2695393">
              <a:off x="2623886" y="1504314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" name="Google Shape;309;p9"/>
            <p:cNvSpPr/>
            <p:nvPr/>
          </p:nvSpPr>
          <p:spPr>
            <a:xfrm rot="-2342076">
              <a:off x="4217885" y="1653552"/>
              <a:ext cx="57301" cy="147211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" name="Google Shape;310;p9"/>
            <p:cNvSpPr/>
            <p:nvPr/>
          </p:nvSpPr>
          <p:spPr>
            <a:xfrm rot="-3266906">
              <a:off x="3648807" y="46661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" name="Google Shape;311;p9"/>
            <p:cNvSpPr/>
            <p:nvPr/>
          </p:nvSpPr>
          <p:spPr>
            <a:xfrm rot="3522601">
              <a:off x="5276535" y="42578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" name="Google Shape;312;p9"/>
            <p:cNvSpPr/>
            <p:nvPr/>
          </p:nvSpPr>
          <p:spPr>
            <a:xfrm rot="-2695393">
              <a:off x="5981886" y="478907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13" name="Google Shape;313;p9"/>
          <p:cNvSpPr txBox="1"/>
          <p:nvPr>
            <p:ph type="title"/>
          </p:nvPr>
        </p:nvSpPr>
        <p:spPr>
          <a:xfrm>
            <a:off x="3553525" y="2031350"/>
            <a:ext cx="4877700" cy="66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14" name="Google Shape;314;p9"/>
          <p:cNvSpPr txBox="1"/>
          <p:nvPr>
            <p:ph type="subTitle" idx="1"/>
          </p:nvPr>
        </p:nvSpPr>
        <p:spPr>
          <a:xfrm>
            <a:off x="3553525" y="2695750"/>
            <a:ext cx="4877700" cy="111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10"/>
          <p:cNvGrpSpPr/>
          <p:nvPr/>
        </p:nvGrpSpPr>
        <p:grpSpPr>
          <a:xfrm>
            <a:off x="1925511" y="-1124026"/>
            <a:ext cx="8227805" cy="2988396"/>
            <a:chOff x="1925511" y="-1124026"/>
            <a:chExt cx="8227805" cy="2988396"/>
          </a:xfrm>
        </p:grpSpPr>
        <p:grpSp>
          <p:nvGrpSpPr>
            <p:cNvPr id="317" name="Google Shape;317;p10"/>
            <p:cNvGrpSpPr/>
            <p:nvPr/>
          </p:nvGrpSpPr>
          <p:grpSpPr>
            <a:xfrm>
              <a:off x="1925511" y="-686275"/>
              <a:ext cx="3249813" cy="1635316"/>
              <a:chOff x="2086319" y="-686283"/>
              <a:chExt cx="3153934" cy="1635316"/>
            </a:xfrm>
          </p:grpSpPr>
          <p:sp>
            <p:nvSpPr>
              <p:cNvPr id="318" name="Google Shape;318;p10"/>
              <p:cNvSpPr/>
              <p:nvPr/>
            </p:nvSpPr>
            <p:spPr>
              <a:xfrm flipH="1">
                <a:off x="2086319" y="-686283"/>
                <a:ext cx="3153934" cy="1635316"/>
              </a:xfrm>
              <a:custGeom>
                <a:avLst/>
                <a:gdLst/>
                <a:ahLst/>
                <a:cxnLst/>
                <a:rect l="l" t="t" r="r" b="b"/>
                <a:pathLst>
                  <a:path w="21055" h="11958" extrusionOk="0">
                    <a:moveTo>
                      <a:pt x="16827" y="1"/>
                    </a:moveTo>
                    <a:cubicBezTo>
                      <a:pt x="16033" y="1"/>
                      <a:pt x="15235" y="124"/>
                      <a:pt x="14444" y="243"/>
                    </a:cubicBezTo>
                    <a:cubicBezTo>
                      <a:pt x="14444" y="252"/>
                      <a:pt x="14435" y="252"/>
                      <a:pt x="14426" y="252"/>
                    </a:cubicBezTo>
                    <a:lnTo>
                      <a:pt x="446" y="3392"/>
                    </a:lnTo>
                    <a:cubicBezTo>
                      <a:pt x="304" y="3419"/>
                      <a:pt x="197" y="3535"/>
                      <a:pt x="161" y="3677"/>
                    </a:cubicBezTo>
                    <a:cubicBezTo>
                      <a:pt x="0" y="4355"/>
                      <a:pt x="18" y="5087"/>
                      <a:pt x="206" y="5765"/>
                    </a:cubicBezTo>
                    <a:cubicBezTo>
                      <a:pt x="249" y="5934"/>
                      <a:pt x="403" y="6030"/>
                      <a:pt x="560" y="6030"/>
                    </a:cubicBezTo>
                    <a:cubicBezTo>
                      <a:pt x="661" y="6030"/>
                      <a:pt x="763" y="5991"/>
                      <a:pt x="839" y="5908"/>
                    </a:cubicBezTo>
                    <a:cubicBezTo>
                      <a:pt x="839" y="5908"/>
                      <a:pt x="839" y="5908"/>
                      <a:pt x="839" y="5899"/>
                    </a:cubicBezTo>
                    <a:cubicBezTo>
                      <a:pt x="917" y="5821"/>
                      <a:pt x="1014" y="5785"/>
                      <a:pt x="1110" y="5785"/>
                    </a:cubicBezTo>
                    <a:cubicBezTo>
                      <a:pt x="1288" y="5785"/>
                      <a:pt x="1461" y="5909"/>
                      <a:pt x="1490" y="6113"/>
                    </a:cubicBezTo>
                    <a:cubicBezTo>
                      <a:pt x="1535" y="6425"/>
                      <a:pt x="1481" y="6782"/>
                      <a:pt x="1472" y="7112"/>
                    </a:cubicBezTo>
                    <a:cubicBezTo>
                      <a:pt x="1448" y="7622"/>
                      <a:pt x="1734" y="8277"/>
                      <a:pt x="2213" y="8277"/>
                    </a:cubicBezTo>
                    <a:cubicBezTo>
                      <a:pt x="2253" y="8277"/>
                      <a:pt x="2295" y="8272"/>
                      <a:pt x="2338" y="8263"/>
                    </a:cubicBezTo>
                    <a:cubicBezTo>
                      <a:pt x="2721" y="8173"/>
                      <a:pt x="2882" y="7718"/>
                      <a:pt x="3203" y="7478"/>
                    </a:cubicBezTo>
                    <a:cubicBezTo>
                      <a:pt x="3357" y="7360"/>
                      <a:pt x="3532" y="7309"/>
                      <a:pt x="3712" y="7309"/>
                    </a:cubicBezTo>
                    <a:cubicBezTo>
                      <a:pt x="4232" y="7309"/>
                      <a:pt x="4793" y="7737"/>
                      <a:pt x="5005" y="8254"/>
                    </a:cubicBezTo>
                    <a:cubicBezTo>
                      <a:pt x="5299" y="8950"/>
                      <a:pt x="5210" y="9735"/>
                      <a:pt x="5362" y="10475"/>
                    </a:cubicBezTo>
                    <a:cubicBezTo>
                      <a:pt x="5501" y="11195"/>
                      <a:pt x="6028" y="11958"/>
                      <a:pt x="6754" y="11958"/>
                    </a:cubicBezTo>
                    <a:cubicBezTo>
                      <a:pt x="6775" y="11958"/>
                      <a:pt x="6795" y="11957"/>
                      <a:pt x="6816" y="11956"/>
                    </a:cubicBezTo>
                    <a:cubicBezTo>
                      <a:pt x="7646" y="11902"/>
                      <a:pt x="8074" y="10903"/>
                      <a:pt x="8083" y="10074"/>
                    </a:cubicBezTo>
                    <a:cubicBezTo>
                      <a:pt x="8101" y="9244"/>
                      <a:pt x="7922" y="8352"/>
                      <a:pt x="8342" y="7638"/>
                    </a:cubicBezTo>
                    <a:cubicBezTo>
                      <a:pt x="8501" y="7373"/>
                      <a:pt x="8783" y="7133"/>
                      <a:pt x="9077" y="7133"/>
                    </a:cubicBezTo>
                    <a:cubicBezTo>
                      <a:pt x="9129" y="7133"/>
                      <a:pt x="9182" y="7140"/>
                      <a:pt x="9234" y="7156"/>
                    </a:cubicBezTo>
                    <a:cubicBezTo>
                      <a:pt x="9698" y="7290"/>
                      <a:pt x="9814" y="7950"/>
                      <a:pt x="10268" y="8111"/>
                    </a:cubicBezTo>
                    <a:cubicBezTo>
                      <a:pt x="10333" y="8133"/>
                      <a:pt x="10396" y="8143"/>
                      <a:pt x="10457" y="8143"/>
                    </a:cubicBezTo>
                    <a:cubicBezTo>
                      <a:pt x="10897" y="8143"/>
                      <a:pt x="11257" y="7623"/>
                      <a:pt x="11500" y="7192"/>
                    </a:cubicBezTo>
                    <a:cubicBezTo>
                      <a:pt x="11702" y="6827"/>
                      <a:pt x="12110" y="6447"/>
                      <a:pt x="12474" y="6447"/>
                    </a:cubicBezTo>
                    <a:cubicBezTo>
                      <a:pt x="12591" y="6447"/>
                      <a:pt x="12703" y="6486"/>
                      <a:pt x="12802" y="6577"/>
                    </a:cubicBezTo>
                    <a:cubicBezTo>
                      <a:pt x="13061" y="6817"/>
                      <a:pt x="13034" y="7290"/>
                      <a:pt x="13346" y="7460"/>
                    </a:cubicBezTo>
                    <a:cubicBezTo>
                      <a:pt x="13413" y="7496"/>
                      <a:pt x="13481" y="7511"/>
                      <a:pt x="13551" y="7511"/>
                    </a:cubicBezTo>
                    <a:cubicBezTo>
                      <a:pt x="13950" y="7511"/>
                      <a:pt x="14389" y="7006"/>
                      <a:pt x="14772" y="7006"/>
                    </a:cubicBezTo>
                    <a:cubicBezTo>
                      <a:pt x="14849" y="7006"/>
                      <a:pt x="14925" y="7026"/>
                      <a:pt x="14997" y="7076"/>
                    </a:cubicBezTo>
                    <a:cubicBezTo>
                      <a:pt x="15104" y="7156"/>
                      <a:pt x="15166" y="7281"/>
                      <a:pt x="15211" y="7415"/>
                    </a:cubicBezTo>
                    <a:cubicBezTo>
                      <a:pt x="15648" y="8602"/>
                      <a:pt x="15273" y="10065"/>
                      <a:pt x="16040" y="11073"/>
                    </a:cubicBezTo>
                    <a:cubicBezTo>
                      <a:pt x="16156" y="11216"/>
                      <a:pt x="16290" y="11349"/>
                      <a:pt x="16460" y="11421"/>
                    </a:cubicBezTo>
                    <a:cubicBezTo>
                      <a:pt x="16543" y="11452"/>
                      <a:pt x="16631" y="11466"/>
                      <a:pt x="16720" y="11466"/>
                    </a:cubicBezTo>
                    <a:cubicBezTo>
                      <a:pt x="16908" y="11466"/>
                      <a:pt x="17102" y="11404"/>
                      <a:pt x="17272" y="11314"/>
                    </a:cubicBezTo>
                    <a:cubicBezTo>
                      <a:pt x="18262" y="10761"/>
                      <a:pt x="18360" y="9387"/>
                      <a:pt x="18244" y="8263"/>
                    </a:cubicBezTo>
                    <a:cubicBezTo>
                      <a:pt x="18217" y="7959"/>
                      <a:pt x="18208" y="7594"/>
                      <a:pt x="18476" y="7442"/>
                    </a:cubicBezTo>
                    <a:cubicBezTo>
                      <a:pt x="18538" y="7406"/>
                      <a:pt x="18606" y="7390"/>
                      <a:pt x="18675" y="7390"/>
                    </a:cubicBezTo>
                    <a:cubicBezTo>
                      <a:pt x="18866" y="7390"/>
                      <a:pt x="19067" y="7513"/>
                      <a:pt x="19172" y="7683"/>
                    </a:cubicBezTo>
                    <a:cubicBezTo>
                      <a:pt x="19243" y="7808"/>
                      <a:pt x="19288" y="7950"/>
                      <a:pt x="19306" y="8102"/>
                    </a:cubicBezTo>
                    <a:cubicBezTo>
                      <a:pt x="19335" y="8293"/>
                      <a:pt x="19492" y="8424"/>
                      <a:pt x="19671" y="8424"/>
                    </a:cubicBezTo>
                    <a:cubicBezTo>
                      <a:pt x="19709" y="8424"/>
                      <a:pt x="19748" y="8418"/>
                      <a:pt x="19787" y="8405"/>
                    </a:cubicBezTo>
                    <a:cubicBezTo>
                      <a:pt x="20251" y="8272"/>
                      <a:pt x="20635" y="7861"/>
                      <a:pt x="20813" y="7406"/>
                    </a:cubicBezTo>
                    <a:cubicBezTo>
                      <a:pt x="21054" y="6809"/>
                      <a:pt x="21018" y="6139"/>
                      <a:pt x="20983" y="5497"/>
                    </a:cubicBezTo>
                    <a:cubicBezTo>
                      <a:pt x="20947" y="4819"/>
                      <a:pt x="20911" y="4141"/>
                      <a:pt x="20867" y="3463"/>
                    </a:cubicBezTo>
                    <a:cubicBezTo>
                      <a:pt x="20849" y="3044"/>
                      <a:pt x="20822" y="2616"/>
                      <a:pt x="20697" y="2214"/>
                    </a:cubicBezTo>
                    <a:cubicBezTo>
                      <a:pt x="20331" y="1081"/>
                      <a:pt x="19181" y="341"/>
                      <a:pt x="18012" y="109"/>
                    </a:cubicBezTo>
                    <a:cubicBezTo>
                      <a:pt x="17619" y="32"/>
                      <a:pt x="17224" y="1"/>
                      <a:pt x="1682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9" name="Google Shape;319;p10"/>
              <p:cNvSpPr/>
              <p:nvPr/>
            </p:nvSpPr>
            <p:spPr>
              <a:xfrm flipH="1">
                <a:off x="2615551" y="-470265"/>
                <a:ext cx="1760908" cy="370395"/>
              </a:xfrm>
              <a:custGeom>
                <a:avLst/>
                <a:gdLst/>
                <a:ahLst/>
                <a:cxnLst/>
                <a:rect l="l" t="t" r="r" b="b"/>
                <a:pathLst>
                  <a:path w="14096" h="2965" extrusionOk="0">
                    <a:moveTo>
                      <a:pt x="7233" y="0"/>
                    </a:moveTo>
                    <a:cubicBezTo>
                      <a:pt x="7160" y="0"/>
                      <a:pt x="7087" y="4"/>
                      <a:pt x="7012" y="12"/>
                    </a:cubicBezTo>
                    <a:cubicBezTo>
                      <a:pt x="5977" y="119"/>
                      <a:pt x="5272" y="931"/>
                      <a:pt x="4487" y="1510"/>
                    </a:cubicBezTo>
                    <a:cubicBezTo>
                      <a:pt x="3718" y="2084"/>
                      <a:pt x="2849" y="2352"/>
                      <a:pt x="1954" y="2352"/>
                    </a:cubicBezTo>
                    <a:cubicBezTo>
                      <a:pt x="1428" y="2352"/>
                      <a:pt x="894" y="2260"/>
                      <a:pt x="366" y="2081"/>
                    </a:cubicBezTo>
                    <a:cubicBezTo>
                      <a:pt x="338" y="2072"/>
                      <a:pt x="312" y="2067"/>
                      <a:pt x="288" y="2067"/>
                    </a:cubicBezTo>
                    <a:cubicBezTo>
                      <a:pt x="70" y="2067"/>
                      <a:pt x="1" y="2430"/>
                      <a:pt x="250" y="2518"/>
                    </a:cubicBezTo>
                    <a:cubicBezTo>
                      <a:pt x="830" y="2716"/>
                      <a:pt x="1422" y="2827"/>
                      <a:pt x="2014" y="2827"/>
                    </a:cubicBezTo>
                    <a:cubicBezTo>
                      <a:pt x="2569" y="2827"/>
                      <a:pt x="3123" y="2730"/>
                      <a:pt x="3667" y="2518"/>
                    </a:cubicBezTo>
                    <a:cubicBezTo>
                      <a:pt x="4737" y="2099"/>
                      <a:pt x="5415" y="1162"/>
                      <a:pt x="6423" y="690"/>
                    </a:cubicBezTo>
                    <a:cubicBezTo>
                      <a:pt x="6688" y="567"/>
                      <a:pt x="6945" y="515"/>
                      <a:pt x="7196" y="515"/>
                    </a:cubicBezTo>
                    <a:cubicBezTo>
                      <a:pt x="8317" y="515"/>
                      <a:pt x="9317" y="1559"/>
                      <a:pt x="10286" y="2055"/>
                    </a:cubicBezTo>
                    <a:cubicBezTo>
                      <a:pt x="11366" y="2608"/>
                      <a:pt x="12552" y="2893"/>
                      <a:pt x="13774" y="2965"/>
                    </a:cubicBezTo>
                    <a:cubicBezTo>
                      <a:pt x="13780" y="2965"/>
                      <a:pt x="13785" y="2965"/>
                      <a:pt x="13791" y="2965"/>
                    </a:cubicBezTo>
                    <a:cubicBezTo>
                      <a:pt x="14095" y="2965"/>
                      <a:pt x="14090" y="2482"/>
                      <a:pt x="13774" y="2456"/>
                    </a:cubicBezTo>
                    <a:cubicBezTo>
                      <a:pt x="12293" y="2367"/>
                      <a:pt x="10928" y="1930"/>
                      <a:pt x="9697" y="1109"/>
                    </a:cubicBezTo>
                    <a:cubicBezTo>
                      <a:pt x="8944" y="612"/>
                      <a:pt x="8168" y="0"/>
                      <a:pt x="72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0" name="Google Shape;320;p10"/>
              <p:cNvSpPr/>
              <p:nvPr/>
            </p:nvSpPr>
            <p:spPr>
              <a:xfrm flipH="1">
                <a:off x="4188136" y="119145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1" name="Google Shape;321;p10"/>
              <p:cNvSpPr/>
              <p:nvPr/>
            </p:nvSpPr>
            <p:spPr>
              <a:xfrm flipH="1">
                <a:off x="4301997" y="276127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2" name="Google Shape;322;p10"/>
              <p:cNvSpPr/>
              <p:nvPr/>
            </p:nvSpPr>
            <p:spPr>
              <a:xfrm flipH="1">
                <a:off x="3879826" y="107300"/>
                <a:ext cx="62923" cy="48853"/>
              </a:xfrm>
              <a:custGeom>
                <a:avLst/>
                <a:gdLst/>
                <a:ahLst/>
                <a:cxnLst/>
                <a:rect l="l" t="t" r="r" b="b"/>
                <a:pathLst>
                  <a:path w="483" h="375" extrusionOk="0">
                    <a:moveTo>
                      <a:pt x="241" y="0"/>
                    </a:moveTo>
                    <a:cubicBezTo>
                      <a:pt x="1" y="0"/>
                      <a:pt x="1" y="375"/>
                      <a:pt x="241" y="375"/>
                    </a:cubicBezTo>
                    <a:cubicBezTo>
                      <a:pt x="482" y="375"/>
                      <a:pt x="482" y="0"/>
                      <a:pt x="2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23" name="Google Shape;323;p10"/>
            <p:cNvSpPr/>
            <p:nvPr/>
          </p:nvSpPr>
          <p:spPr>
            <a:xfrm flipH="1">
              <a:off x="4956329" y="-657667"/>
              <a:ext cx="2610188" cy="1789688"/>
            </a:xfrm>
            <a:custGeom>
              <a:avLst/>
              <a:gdLst/>
              <a:ahLst/>
              <a:cxnLst/>
              <a:rect l="l" t="t" r="r" b="b"/>
              <a:pathLst>
                <a:path w="22419" h="15839" extrusionOk="0">
                  <a:moveTo>
                    <a:pt x="11085" y="1"/>
                  </a:moveTo>
                  <a:cubicBezTo>
                    <a:pt x="6813" y="1"/>
                    <a:pt x="760" y="2365"/>
                    <a:pt x="429" y="3698"/>
                  </a:cubicBezTo>
                  <a:cubicBezTo>
                    <a:pt x="90" y="5063"/>
                    <a:pt x="0" y="11263"/>
                    <a:pt x="678" y="11665"/>
                  </a:cubicBezTo>
                  <a:cubicBezTo>
                    <a:pt x="994" y="11847"/>
                    <a:pt x="1246" y="11931"/>
                    <a:pt x="1457" y="11931"/>
                  </a:cubicBezTo>
                  <a:cubicBezTo>
                    <a:pt x="1700" y="11931"/>
                    <a:pt x="1889" y="11820"/>
                    <a:pt x="2061" y="11620"/>
                  </a:cubicBezTo>
                  <a:cubicBezTo>
                    <a:pt x="2373" y="11245"/>
                    <a:pt x="2141" y="8408"/>
                    <a:pt x="2989" y="8123"/>
                  </a:cubicBezTo>
                  <a:cubicBezTo>
                    <a:pt x="3259" y="8032"/>
                    <a:pt x="3528" y="7988"/>
                    <a:pt x="3776" y="7988"/>
                  </a:cubicBezTo>
                  <a:cubicBezTo>
                    <a:pt x="4307" y="7988"/>
                    <a:pt x="4743" y="8189"/>
                    <a:pt x="4889" y="8560"/>
                  </a:cubicBezTo>
                  <a:cubicBezTo>
                    <a:pt x="5106" y="9081"/>
                    <a:pt x="4367" y="15246"/>
                    <a:pt x="5540" y="15246"/>
                  </a:cubicBezTo>
                  <a:cubicBezTo>
                    <a:pt x="5571" y="15246"/>
                    <a:pt x="5604" y="15242"/>
                    <a:pt x="5638" y="15233"/>
                  </a:cubicBezTo>
                  <a:cubicBezTo>
                    <a:pt x="6950" y="14885"/>
                    <a:pt x="6352" y="11343"/>
                    <a:pt x="6593" y="10817"/>
                  </a:cubicBezTo>
                  <a:cubicBezTo>
                    <a:pt x="6620" y="10758"/>
                    <a:pt x="6642" y="10731"/>
                    <a:pt x="6659" y="10731"/>
                  </a:cubicBezTo>
                  <a:cubicBezTo>
                    <a:pt x="6801" y="10731"/>
                    <a:pt x="6723" y="12380"/>
                    <a:pt x="7467" y="12601"/>
                  </a:cubicBezTo>
                  <a:cubicBezTo>
                    <a:pt x="7502" y="12612"/>
                    <a:pt x="7535" y="12617"/>
                    <a:pt x="7565" y="12617"/>
                  </a:cubicBezTo>
                  <a:cubicBezTo>
                    <a:pt x="8251" y="12617"/>
                    <a:pt x="7668" y="9975"/>
                    <a:pt x="9002" y="9274"/>
                  </a:cubicBezTo>
                  <a:cubicBezTo>
                    <a:pt x="9124" y="9210"/>
                    <a:pt x="9232" y="9181"/>
                    <a:pt x="9330" y="9181"/>
                  </a:cubicBezTo>
                  <a:cubicBezTo>
                    <a:pt x="10350" y="9181"/>
                    <a:pt x="10166" y="12384"/>
                    <a:pt x="11901" y="12637"/>
                  </a:cubicBezTo>
                  <a:cubicBezTo>
                    <a:pt x="11974" y="12648"/>
                    <a:pt x="12044" y="12653"/>
                    <a:pt x="12109" y="12653"/>
                  </a:cubicBezTo>
                  <a:cubicBezTo>
                    <a:pt x="13735" y="12653"/>
                    <a:pt x="12959" y="9488"/>
                    <a:pt x="14183" y="9488"/>
                  </a:cubicBezTo>
                  <a:cubicBezTo>
                    <a:pt x="14189" y="9488"/>
                    <a:pt x="14196" y="9488"/>
                    <a:pt x="14203" y="9488"/>
                  </a:cubicBezTo>
                  <a:cubicBezTo>
                    <a:pt x="15468" y="9514"/>
                    <a:pt x="14182" y="15838"/>
                    <a:pt x="16505" y="15838"/>
                  </a:cubicBezTo>
                  <a:cubicBezTo>
                    <a:pt x="16573" y="15838"/>
                    <a:pt x="16644" y="15833"/>
                    <a:pt x="16718" y="15822"/>
                  </a:cubicBezTo>
                  <a:cubicBezTo>
                    <a:pt x="19319" y="15430"/>
                    <a:pt x="17457" y="8141"/>
                    <a:pt x="18594" y="8141"/>
                  </a:cubicBezTo>
                  <a:cubicBezTo>
                    <a:pt x="18597" y="8141"/>
                    <a:pt x="18599" y="8141"/>
                    <a:pt x="18601" y="8141"/>
                  </a:cubicBezTo>
                  <a:cubicBezTo>
                    <a:pt x="19720" y="8176"/>
                    <a:pt x="18516" y="12848"/>
                    <a:pt x="19703" y="12848"/>
                  </a:cubicBezTo>
                  <a:cubicBezTo>
                    <a:pt x="19727" y="12848"/>
                    <a:pt x="19752" y="12846"/>
                    <a:pt x="19778" y="12842"/>
                  </a:cubicBezTo>
                  <a:cubicBezTo>
                    <a:pt x="21081" y="12646"/>
                    <a:pt x="22419" y="5411"/>
                    <a:pt x="21393" y="3546"/>
                  </a:cubicBezTo>
                  <a:cubicBezTo>
                    <a:pt x="20367" y="1691"/>
                    <a:pt x="16736" y="139"/>
                    <a:pt x="11384" y="5"/>
                  </a:cubicBezTo>
                  <a:cubicBezTo>
                    <a:pt x="11285" y="2"/>
                    <a:pt x="11185" y="1"/>
                    <a:pt x="110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" name="Google Shape;324;p10"/>
            <p:cNvSpPr/>
            <p:nvPr/>
          </p:nvSpPr>
          <p:spPr>
            <a:xfrm flipH="1">
              <a:off x="5213939" y="-327118"/>
              <a:ext cx="2211027" cy="647278"/>
            </a:xfrm>
            <a:custGeom>
              <a:avLst/>
              <a:gdLst/>
              <a:ahLst/>
              <a:cxnLst/>
              <a:rect l="l" t="t" r="r" b="b"/>
              <a:pathLst>
                <a:path w="19770" h="8449" extrusionOk="0">
                  <a:moveTo>
                    <a:pt x="1696" y="0"/>
                  </a:moveTo>
                  <a:cubicBezTo>
                    <a:pt x="990" y="0"/>
                    <a:pt x="422" y="360"/>
                    <a:pt x="0" y="881"/>
                  </a:cubicBezTo>
                  <a:cubicBezTo>
                    <a:pt x="54" y="1077"/>
                    <a:pt x="99" y="1265"/>
                    <a:pt x="152" y="1452"/>
                  </a:cubicBezTo>
                  <a:cubicBezTo>
                    <a:pt x="322" y="1202"/>
                    <a:pt x="536" y="979"/>
                    <a:pt x="803" y="801"/>
                  </a:cubicBezTo>
                  <a:cubicBezTo>
                    <a:pt x="1113" y="602"/>
                    <a:pt x="1399" y="517"/>
                    <a:pt x="1662" y="517"/>
                  </a:cubicBezTo>
                  <a:cubicBezTo>
                    <a:pt x="2508" y="517"/>
                    <a:pt x="3127" y="1390"/>
                    <a:pt x="3569" y="2166"/>
                  </a:cubicBezTo>
                  <a:cubicBezTo>
                    <a:pt x="4327" y="3531"/>
                    <a:pt x="4702" y="5145"/>
                    <a:pt x="5674" y="6385"/>
                  </a:cubicBezTo>
                  <a:cubicBezTo>
                    <a:pt x="5913" y="6695"/>
                    <a:pt x="6274" y="7015"/>
                    <a:pt x="6673" y="7015"/>
                  </a:cubicBezTo>
                  <a:cubicBezTo>
                    <a:pt x="6781" y="7015"/>
                    <a:pt x="6892" y="6992"/>
                    <a:pt x="7003" y="6938"/>
                  </a:cubicBezTo>
                  <a:cubicBezTo>
                    <a:pt x="7494" y="6707"/>
                    <a:pt x="7565" y="6055"/>
                    <a:pt x="7628" y="5582"/>
                  </a:cubicBezTo>
                  <a:cubicBezTo>
                    <a:pt x="7753" y="4681"/>
                    <a:pt x="7699" y="3682"/>
                    <a:pt x="8163" y="2870"/>
                  </a:cubicBezTo>
                  <a:cubicBezTo>
                    <a:pt x="8340" y="2557"/>
                    <a:pt x="8808" y="1970"/>
                    <a:pt x="9271" y="1970"/>
                  </a:cubicBezTo>
                  <a:cubicBezTo>
                    <a:pt x="9439" y="1970"/>
                    <a:pt x="9607" y="2048"/>
                    <a:pt x="9760" y="2246"/>
                  </a:cubicBezTo>
                  <a:cubicBezTo>
                    <a:pt x="10010" y="2576"/>
                    <a:pt x="10045" y="3192"/>
                    <a:pt x="10135" y="3575"/>
                  </a:cubicBezTo>
                  <a:cubicBezTo>
                    <a:pt x="10331" y="4441"/>
                    <a:pt x="10527" y="5315"/>
                    <a:pt x="10723" y="6189"/>
                  </a:cubicBezTo>
                  <a:cubicBezTo>
                    <a:pt x="10875" y="6876"/>
                    <a:pt x="11018" y="7652"/>
                    <a:pt x="11589" y="8125"/>
                  </a:cubicBezTo>
                  <a:cubicBezTo>
                    <a:pt x="11868" y="8353"/>
                    <a:pt x="12149" y="8448"/>
                    <a:pt x="12425" y="8448"/>
                  </a:cubicBezTo>
                  <a:cubicBezTo>
                    <a:pt x="13213" y="8448"/>
                    <a:pt x="13949" y="7669"/>
                    <a:pt x="14426" y="7028"/>
                  </a:cubicBezTo>
                  <a:cubicBezTo>
                    <a:pt x="15362" y="5761"/>
                    <a:pt x="15808" y="4191"/>
                    <a:pt x="16817" y="2969"/>
                  </a:cubicBezTo>
                  <a:cubicBezTo>
                    <a:pt x="17120" y="2603"/>
                    <a:pt x="17477" y="2246"/>
                    <a:pt x="17896" y="2005"/>
                  </a:cubicBezTo>
                  <a:cubicBezTo>
                    <a:pt x="18048" y="1916"/>
                    <a:pt x="18244" y="1800"/>
                    <a:pt x="18413" y="1755"/>
                  </a:cubicBezTo>
                  <a:cubicBezTo>
                    <a:pt x="18497" y="1736"/>
                    <a:pt x="18572" y="1727"/>
                    <a:pt x="18639" y="1727"/>
                  </a:cubicBezTo>
                  <a:cubicBezTo>
                    <a:pt x="19132" y="1727"/>
                    <a:pt x="19215" y="2210"/>
                    <a:pt x="19270" y="2665"/>
                  </a:cubicBezTo>
                  <a:cubicBezTo>
                    <a:pt x="19306" y="3022"/>
                    <a:pt x="19359" y="3406"/>
                    <a:pt x="19529" y="3718"/>
                  </a:cubicBezTo>
                  <a:cubicBezTo>
                    <a:pt x="19609" y="3531"/>
                    <a:pt x="19689" y="3325"/>
                    <a:pt x="19769" y="3129"/>
                  </a:cubicBezTo>
                  <a:cubicBezTo>
                    <a:pt x="19760" y="3085"/>
                    <a:pt x="19752" y="3040"/>
                    <a:pt x="19743" y="2986"/>
                  </a:cubicBezTo>
                  <a:cubicBezTo>
                    <a:pt x="19671" y="2567"/>
                    <a:pt x="19716" y="2121"/>
                    <a:pt x="19573" y="1711"/>
                  </a:cubicBezTo>
                  <a:cubicBezTo>
                    <a:pt x="19438" y="1313"/>
                    <a:pt x="19162" y="1167"/>
                    <a:pt x="18834" y="1167"/>
                  </a:cubicBezTo>
                  <a:cubicBezTo>
                    <a:pt x="18166" y="1167"/>
                    <a:pt x="17279" y="1772"/>
                    <a:pt x="16897" y="2112"/>
                  </a:cubicBezTo>
                  <a:cubicBezTo>
                    <a:pt x="15737" y="3165"/>
                    <a:pt x="15211" y="4664"/>
                    <a:pt x="14435" y="5975"/>
                  </a:cubicBezTo>
                  <a:cubicBezTo>
                    <a:pt x="14090" y="6559"/>
                    <a:pt x="13288" y="7845"/>
                    <a:pt x="12460" y="7845"/>
                  </a:cubicBezTo>
                  <a:cubicBezTo>
                    <a:pt x="12300" y="7845"/>
                    <a:pt x="12140" y="7797"/>
                    <a:pt x="11981" y="7688"/>
                  </a:cubicBezTo>
                  <a:cubicBezTo>
                    <a:pt x="11286" y="7206"/>
                    <a:pt x="11196" y="5690"/>
                    <a:pt x="11018" y="4940"/>
                  </a:cubicBezTo>
                  <a:cubicBezTo>
                    <a:pt x="10822" y="4075"/>
                    <a:pt x="10706" y="3111"/>
                    <a:pt x="10384" y="2282"/>
                  </a:cubicBezTo>
                  <a:cubicBezTo>
                    <a:pt x="10215" y="1827"/>
                    <a:pt x="9903" y="1452"/>
                    <a:pt x="9385" y="1416"/>
                  </a:cubicBezTo>
                  <a:cubicBezTo>
                    <a:pt x="9353" y="1415"/>
                    <a:pt x="9322" y="1414"/>
                    <a:pt x="9290" y="1414"/>
                  </a:cubicBezTo>
                  <a:cubicBezTo>
                    <a:pt x="7948" y="1414"/>
                    <a:pt x="7348" y="3074"/>
                    <a:pt x="7209" y="4155"/>
                  </a:cubicBezTo>
                  <a:cubicBezTo>
                    <a:pt x="7146" y="4619"/>
                    <a:pt x="7119" y="5083"/>
                    <a:pt x="7048" y="5538"/>
                  </a:cubicBezTo>
                  <a:cubicBezTo>
                    <a:pt x="7014" y="5798"/>
                    <a:pt x="6995" y="6320"/>
                    <a:pt x="6638" y="6320"/>
                  </a:cubicBezTo>
                  <a:cubicBezTo>
                    <a:pt x="6530" y="6320"/>
                    <a:pt x="6390" y="6272"/>
                    <a:pt x="6209" y="6153"/>
                  </a:cubicBezTo>
                  <a:cubicBezTo>
                    <a:pt x="6049" y="6055"/>
                    <a:pt x="5879" y="5707"/>
                    <a:pt x="5781" y="5538"/>
                  </a:cubicBezTo>
                  <a:cubicBezTo>
                    <a:pt x="5308" y="4762"/>
                    <a:pt x="4969" y="3932"/>
                    <a:pt x="4604" y="3111"/>
                  </a:cubicBezTo>
                  <a:cubicBezTo>
                    <a:pt x="4086" y="1987"/>
                    <a:pt x="3319" y="123"/>
                    <a:pt x="1865" y="7"/>
                  </a:cubicBezTo>
                  <a:cubicBezTo>
                    <a:pt x="1808" y="2"/>
                    <a:pt x="1751" y="0"/>
                    <a:pt x="16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" name="Google Shape;325;p10"/>
            <p:cNvSpPr/>
            <p:nvPr/>
          </p:nvSpPr>
          <p:spPr>
            <a:xfrm flipH="1">
              <a:off x="7265096" y="-1124026"/>
              <a:ext cx="2888219" cy="2988396"/>
            </a:xfrm>
            <a:custGeom>
              <a:avLst/>
              <a:gdLst/>
              <a:ahLst/>
              <a:cxnLst/>
              <a:rect l="l" t="t" r="r" b="b"/>
              <a:pathLst>
                <a:path w="22438" h="23922" extrusionOk="0">
                  <a:moveTo>
                    <a:pt x="3165" y="1"/>
                  </a:moveTo>
                  <a:cubicBezTo>
                    <a:pt x="2537" y="1"/>
                    <a:pt x="1924" y="119"/>
                    <a:pt x="1419" y="447"/>
                  </a:cubicBezTo>
                  <a:cubicBezTo>
                    <a:pt x="688" y="920"/>
                    <a:pt x="277" y="1776"/>
                    <a:pt x="144" y="2651"/>
                  </a:cubicBezTo>
                  <a:cubicBezTo>
                    <a:pt x="1" y="3516"/>
                    <a:pt x="99" y="4426"/>
                    <a:pt x="188" y="5327"/>
                  </a:cubicBezTo>
                  <a:cubicBezTo>
                    <a:pt x="313" y="6487"/>
                    <a:pt x="438" y="7655"/>
                    <a:pt x="563" y="8824"/>
                  </a:cubicBezTo>
                  <a:cubicBezTo>
                    <a:pt x="652" y="9618"/>
                    <a:pt x="813" y="10537"/>
                    <a:pt x="1517" y="10947"/>
                  </a:cubicBezTo>
                  <a:cubicBezTo>
                    <a:pt x="1731" y="11074"/>
                    <a:pt x="1965" y="11129"/>
                    <a:pt x="2201" y="11129"/>
                  </a:cubicBezTo>
                  <a:cubicBezTo>
                    <a:pt x="2665" y="11129"/>
                    <a:pt x="3137" y="10916"/>
                    <a:pt x="3480" y="10608"/>
                  </a:cubicBezTo>
                  <a:cubicBezTo>
                    <a:pt x="3730" y="10385"/>
                    <a:pt x="3935" y="10109"/>
                    <a:pt x="4229" y="9948"/>
                  </a:cubicBezTo>
                  <a:cubicBezTo>
                    <a:pt x="4365" y="9876"/>
                    <a:pt x="4526" y="9835"/>
                    <a:pt x="4683" y="9835"/>
                  </a:cubicBezTo>
                  <a:cubicBezTo>
                    <a:pt x="4876" y="9835"/>
                    <a:pt x="5065" y="9898"/>
                    <a:pt x="5193" y="10046"/>
                  </a:cubicBezTo>
                  <a:cubicBezTo>
                    <a:pt x="5318" y="10189"/>
                    <a:pt x="5362" y="10358"/>
                    <a:pt x="5398" y="10537"/>
                  </a:cubicBezTo>
                  <a:cubicBezTo>
                    <a:pt x="5880" y="12705"/>
                    <a:pt x="5086" y="14953"/>
                    <a:pt x="5684" y="17103"/>
                  </a:cubicBezTo>
                  <a:cubicBezTo>
                    <a:pt x="5728" y="17263"/>
                    <a:pt x="5800" y="17442"/>
                    <a:pt x="5951" y="17495"/>
                  </a:cubicBezTo>
                  <a:cubicBezTo>
                    <a:pt x="5988" y="17509"/>
                    <a:pt x="6027" y="17513"/>
                    <a:pt x="6066" y="17513"/>
                  </a:cubicBezTo>
                  <a:cubicBezTo>
                    <a:pt x="6130" y="17513"/>
                    <a:pt x="6197" y="17501"/>
                    <a:pt x="6263" y="17495"/>
                  </a:cubicBezTo>
                  <a:cubicBezTo>
                    <a:pt x="6274" y="17495"/>
                    <a:pt x="6284" y="17494"/>
                    <a:pt x="6294" y="17494"/>
                  </a:cubicBezTo>
                  <a:cubicBezTo>
                    <a:pt x="6648" y="17494"/>
                    <a:pt x="6973" y="17790"/>
                    <a:pt x="7120" y="18120"/>
                  </a:cubicBezTo>
                  <a:cubicBezTo>
                    <a:pt x="7280" y="18459"/>
                    <a:pt x="7289" y="18842"/>
                    <a:pt x="7298" y="19208"/>
                  </a:cubicBezTo>
                  <a:cubicBezTo>
                    <a:pt x="7325" y="19966"/>
                    <a:pt x="7343" y="20725"/>
                    <a:pt x="7361" y="21492"/>
                  </a:cubicBezTo>
                  <a:cubicBezTo>
                    <a:pt x="7379" y="21973"/>
                    <a:pt x="7388" y="22464"/>
                    <a:pt x="7566" y="22919"/>
                  </a:cubicBezTo>
                  <a:cubicBezTo>
                    <a:pt x="7744" y="23383"/>
                    <a:pt x="8128" y="23811"/>
                    <a:pt x="8610" y="23900"/>
                  </a:cubicBezTo>
                  <a:cubicBezTo>
                    <a:pt x="8679" y="23915"/>
                    <a:pt x="8748" y="23921"/>
                    <a:pt x="8817" y="23921"/>
                  </a:cubicBezTo>
                  <a:cubicBezTo>
                    <a:pt x="9309" y="23921"/>
                    <a:pt x="9754" y="23572"/>
                    <a:pt x="9966" y="23133"/>
                  </a:cubicBezTo>
                  <a:cubicBezTo>
                    <a:pt x="10216" y="22625"/>
                    <a:pt x="10233" y="22036"/>
                    <a:pt x="10242" y="21465"/>
                  </a:cubicBezTo>
                  <a:cubicBezTo>
                    <a:pt x="10287" y="19529"/>
                    <a:pt x="10331" y="17602"/>
                    <a:pt x="10376" y="15675"/>
                  </a:cubicBezTo>
                  <a:cubicBezTo>
                    <a:pt x="10403" y="14382"/>
                    <a:pt x="10546" y="12883"/>
                    <a:pt x="11634" y="12241"/>
                  </a:cubicBezTo>
                  <a:cubicBezTo>
                    <a:pt x="11831" y="12122"/>
                    <a:pt x="12075" y="12052"/>
                    <a:pt x="12314" y="12052"/>
                  </a:cubicBezTo>
                  <a:cubicBezTo>
                    <a:pt x="12593" y="12052"/>
                    <a:pt x="12865" y="12148"/>
                    <a:pt x="13043" y="12374"/>
                  </a:cubicBezTo>
                  <a:cubicBezTo>
                    <a:pt x="13382" y="12803"/>
                    <a:pt x="13275" y="13543"/>
                    <a:pt x="13757" y="13784"/>
                  </a:cubicBezTo>
                  <a:cubicBezTo>
                    <a:pt x="13845" y="13830"/>
                    <a:pt x="13940" y="13848"/>
                    <a:pt x="14034" y="13848"/>
                  </a:cubicBezTo>
                  <a:cubicBezTo>
                    <a:pt x="14122" y="13848"/>
                    <a:pt x="14211" y="13832"/>
                    <a:pt x="14292" y="13811"/>
                  </a:cubicBezTo>
                  <a:cubicBezTo>
                    <a:pt x="14837" y="13668"/>
                    <a:pt x="15211" y="13213"/>
                    <a:pt x="15506" y="12749"/>
                  </a:cubicBezTo>
                  <a:cubicBezTo>
                    <a:pt x="15800" y="12294"/>
                    <a:pt x="16059" y="11786"/>
                    <a:pt x="16487" y="11447"/>
                  </a:cubicBezTo>
                  <a:cubicBezTo>
                    <a:pt x="16738" y="11248"/>
                    <a:pt x="17072" y="11120"/>
                    <a:pt x="17401" y="11120"/>
                  </a:cubicBezTo>
                  <a:cubicBezTo>
                    <a:pt x="17633" y="11120"/>
                    <a:pt x="17862" y="11183"/>
                    <a:pt x="18057" y="11331"/>
                  </a:cubicBezTo>
                  <a:cubicBezTo>
                    <a:pt x="18307" y="11518"/>
                    <a:pt x="18459" y="11812"/>
                    <a:pt x="18708" y="12009"/>
                  </a:cubicBezTo>
                  <a:cubicBezTo>
                    <a:pt x="18919" y="12177"/>
                    <a:pt x="19178" y="12252"/>
                    <a:pt x="19439" y="12252"/>
                  </a:cubicBezTo>
                  <a:cubicBezTo>
                    <a:pt x="19676" y="12252"/>
                    <a:pt x="19914" y="12190"/>
                    <a:pt x="20118" y="12080"/>
                  </a:cubicBezTo>
                  <a:cubicBezTo>
                    <a:pt x="20546" y="11848"/>
                    <a:pt x="20840" y="11447"/>
                    <a:pt x="21072" y="11027"/>
                  </a:cubicBezTo>
                  <a:cubicBezTo>
                    <a:pt x="21742" y="9823"/>
                    <a:pt x="22036" y="8422"/>
                    <a:pt x="22223" y="7031"/>
                  </a:cubicBezTo>
                  <a:cubicBezTo>
                    <a:pt x="22357" y="6014"/>
                    <a:pt x="22437" y="4952"/>
                    <a:pt x="22179" y="3926"/>
                  </a:cubicBezTo>
                  <a:cubicBezTo>
                    <a:pt x="21920" y="2900"/>
                    <a:pt x="21269" y="1892"/>
                    <a:pt x="20287" y="1446"/>
                  </a:cubicBezTo>
                  <a:cubicBezTo>
                    <a:pt x="19592" y="1125"/>
                    <a:pt x="18815" y="1116"/>
                    <a:pt x="18066" y="1116"/>
                  </a:cubicBezTo>
                  <a:lnTo>
                    <a:pt x="16240" y="1116"/>
                  </a:lnTo>
                  <a:cubicBezTo>
                    <a:pt x="15137" y="528"/>
                    <a:pt x="13904" y="351"/>
                    <a:pt x="12677" y="351"/>
                  </a:cubicBezTo>
                  <a:cubicBezTo>
                    <a:pt x="12265" y="351"/>
                    <a:pt x="11853" y="371"/>
                    <a:pt x="11447" y="403"/>
                  </a:cubicBezTo>
                  <a:cubicBezTo>
                    <a:pt x="10277" y="486"/>
                    <a:pt x="9107" y="653"/>
                    <a:pt x="7930" y="653"/>
                  </a:cubicBezTo>
                  <a:cubicBezTo>
                    <a:pt x="7474" y="653"/>
                    <a:pt x="7017" y="628"/>
                    <a:pt x="6558" y="563"/>
                  </a:cubicBezTo>
                  <a:cubicBezTo>
                    <a:pt x="5684" y="438"/>
                    <a:pt x="4818" y="171"/>
                    <a:pt x="3944" y="55"/>
                  </a:cubicBezTo>
                  <a:cubicBezTo>
                    <a:pt x="3686" y="21"/>
                    <a:pt x="3424" y="1"/>
                    <a:pt x="31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" name="Google Shape;326;p10"/>
            <p:cNvSpPr/>
            <p:nvPr/>
          </p:nvSpPr>
          <p:spPr>
            <a:xfrm rot="440833" flipH="1">
              <a:off x="7305346" y="-309261"/>
              <a:ext cx="2796034" cy="611564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" name="Google Shape;327;p10"/>
            <p:cNvSpPr/>
            <p:nvPr/>
          </p:nvSpPr>
          <p:spPr>
            <a:xfrm flipH="1">
              <a:off x="8348927" y="162921"/>
              <a:ext cx="154639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" name="Google Shape;328;p10"/>
            <p:cNvSpPr/>
            <p:nvPr/>
          </p:nvSpPr>
          <p:spPr>
            <a:xfrm flipH="1">
              <a:off x="8171736" y="233791"/>
              <a:ext cx="107925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" name="Google Shape;329;p10"/>
            <p:cNvSpPr/>
            <p:nvPr/>
          </p:nvSpPr>
          <p:spPr>
            <a:xfrm flipH="1">
              <a:off x="8289058" y="390772"/>
              <a:ext cx="105509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" name="Google Shape;330;p10"/>
            <p:cNvSpPr/>
            <p:nvPr/>
          </p:nvSpPr>
          <p:spPr>
            <a:xfrm flipH="1">
              <a:off x="7941209" y="34134"/>
              <a:ext cx="87521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" name="Google Shape;331;p10"/>
            <p:cNvSpPr/>
            <p:nvPr/>
          </p:nvSpPr>
          <p:spPr>
            <a:xfrm flipH="1">
              <a:off x="5790378" y="-160096"/>
              <a:ext cx="107925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" name="Google Shape;332;p10"/>
            <p:cNvSpPr/>
            <p:nvPr/>
          </p:nvSpPr>
          <p:spPr>
            <a:xfrm flipH="1">
              <a:off x="5907700" y="-3115"/>
              <a:ext cx="105509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33" name="Google Shape;333;p10"/>
          <p:cNvSpPr txBox="1"/>
          <p:nvPr>
            <p:ph type="title"/>
          </p:nvPr>
        </p:nvSpPr>
        <p:spPr>
          <a:xfrm>
            <a:off x="4867400" y="1478100"/>
            <a:ext cx="3282300" cy="287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1"/>
          <p:cNvSpPr/>
          <p:nvPr/>
        </p:nvSpPr>
        <p:spPr>
          <a:xfrm>
            <a:off x="2550525" y="-203930"/>
            <a:ext cx="3709572" cy="1208351"/>
          </a:xfrm>
          <a:custGeom>
            <a:avLst/>
            <a:gdLst/>
            <a:ahLst/>
            <a:cxnLst/>
            <a:rect l="l" t="t" r="r" b="b"/>
            <a:pathLst>
              <a:path w="19663" h="6405" extrusionOk="0">
                <a:moveTo>
                  <a:pt x="15799" y="0"/>
                </a:moveTo>
                <a:cubicBezTo>
                  <a:pt x="14930" y="0"/>
                  <a:pt x="14048" y="589"/>
                  <a:pt x="13212" y="812"/>
                </a:cubicBezTo>
                <a:cubicBezTo>
                  <a:pt x="12864" y="905"/>
                  <a:pt x="12513" y="943"/>
                  <a:pt x="12160" y="943"/>
                </a:cubicBezTo>
                <a:cubicBezTo>
                  <a:pt x="10715" y="943"/>
                  <a:pt x="9235" y="318"/>
                  <a:pt x="7772" y="318"/>
                </a:cubicBezTo>
                <a:cubicBezTo>
                  <a:pt x="7530" y="318"/>
                  <a:pt x="7289" y="336"/>
                  <a:pt x="7048" y="375"/>
                </a:cubicBezTo>
                <a:cubicBezTo>
                  <a:pt x="6660" y="444"/>
                  <a:pt x="6281" y="563"/>
                  <a:pt x="5886" y="563"/>
                </a:cubicBezTo>
                <a:cubicBezTo>
                  <a:pt x="5872" y="563"/>
                  <a:pt x="5858" y="563"/>
                  <a:pt x="5844" y="563"/>
                </a:cubicBezTo>
                <a:cubicBezTo>
                  <a:pt x="5288" y="550"/>
                  <a:pt x="4709" y="284"/>
                  <a:pt x="4175" y="284"/>
                </a:cubicBezTo>
                <a:cubicBezTo>
                  <a:pt x="3971" y="284"/>
                  <a:pt x="3774" y="323"/>
                  <a:pt x="3587" y="429"/>
                </a:cubicBezTo>
                <a:cubicBezTo>
                  <a:pt x="3444" y="509"/>
                  <a:pt x="3319" y="616"/>
                  <a:pt x="3167" y="661"/>
                </a:cubicBezTo>
                <a:cubicBezTo>
                  <a:pt x="3094" y="682"/>
                  <a:pt x="3019" y="690"/>
                  <a:pt x="2941" y="690"/>
                </a:cubicBezTo>
                <a:cubicBezTo>
                  <a:pt x="2593" y="690"/>
                  <a:pt x="2206" y="519"/>
                  <a:pt x="1846" y="519"/>
                </a:cubicBezTo>
                <a:cubicBezTo>
                  <a:pt x="1668" y="519"/>
                  <a:pt x="1496" y="561"/>
                  <a:pt x="1338" y="688"/>
                </a:cubicBezTo>
                <a:cubicBezTo>
                  <a:pt x="1187" y="812"/>
                  <a:pt x="1071" y="991"/>
                  <a:pt x="883" y="1044"/>
                </a:cubicBezTo>
                <a:cubicBezTo>
                  <a:pt x="842" y="1055"/>
                  <a:pt x="799" y="1057"/>
                  <a:pt x="756" y="1057"/>
                </a:cubicBezTo>
                <a:cubicBezTo>
                  <a:pt x="721" y="1057"/>
                  <a:pt x="686" y="1056"/>
                  <a:pt x="651" y="1056"/>
                </a:cubicBezTo>
                <a:cubicBezTo>
                  <a:pt x="618" y="1056"/>
                  <a:pt x="585" y="1057"/>
                  <a:pt x="553" y="1062"/>
                </a:cubicBezTo>
                <a:cubicBezTo>
                  <a:pt x="268" y="1098"/>
                  <a:pt x="63" y="1392"/>
                  <a:pt x="27" y="1687"/>
                </a:cubicBezTo>
                <a:cubicBezTo>
                  <a:pt x="0" y="1981"/>
                  <a:pt x="107" y="2275"/>
                  <a:pt x="250" y="2534"/>
                </a:cubicBezTo>
                <a:cubicBezTo>
                  <a:pt x="535" y="3080"/>
                  <a:pt x="1051" y="3574"/>
                  <a:pt x="1628" y="3574"/>
                </a:cubicBezTo>
                <a:cubicBezTo>
                  <a:pt x="1682" y="3574"/>
                  <a:pt x="1738" y="3569"/>
                  <a:pt x="1793" y="3560"/>
                </a:cubicBezTo>
                <a:cubicBezTo>
                  <a:pt x="2025" y="3524"/>
                  <a:pt x="2239" y="3408"/>
                  <a:pt x="2462" y="3337"/>
                </a:cubicBezTo>
                <a:cubicBezTo>
                  <a:pt x="2635" y="3288"/>
                  <a:pt x="2809" y="3268"/>
                  <a:pt x="2985" y="3268"/>
                </a:cubicBezTo>
                <a:cubicBezTo>
                  <a:pt x="3537" y="3268"/>
                  <a:pt x="4102" y="3459"/>
                  <a:pt x="4657" y="3507"/>
                </a:cubicBezTo>
                <a:cubicBezTo>
                  <a:pt x="4746" y="3514"/>
                  <a:pt x="4836" y="3517"/>
                  <a:pt x="4925" y="3517"/>
                </a:cubicBezTo>
                <a:cubicBezTo>
                  <a:pt x="6130" y="3517"/>
                  <a:pt x="7329" y="2921"/>
                  <a:pt x="8502" y="2921"/>
                </a:cubicBezTo>
                <a:cubicBezTo>
                  <a:pt x="8786" y="2921"/>
                  <a:pt x="9069" y="2956"/>
                  <a:pt x="9350" y="3043"/>
                </a:cubicBezTo>
                <a:cubicBezTo>
                  <a:pt x="9813" y="3185"/>
                  <a:pt x="10393" y="3373"/>
                  <a:pt x="10822" y="3551"/>
                </a:cubicBezTo>
                <a:cubicBezTo>
                  <a:pt x="11294" y="3756"/>
                  <a:pt x="11384" y="4086"/>
                  <a:pt x="11223" y="4595"/>
                </a:cubicBezTo>
                <a:cubicBezTo>
                  <a:pt x="11143" y="4871"/>
                  <a:pt x="11036" y="5157"/>
                  <a:pt x="11125" y="5434"/>
                </a:cubicBezTo>
                <a:cubicBezTo>
                  <a:pt x="11204" y="5665"/>
                  <a:pt x="11444" y="5804"/>
                  <a:pt x="11680" y="5804"/>
                </a:cubicBezTo>
                <a:cubicBezTo>
                  <a:pt x="11817" y="5804"/>
                  <a:pt x="11951" y="5758"/>
                  <a:pt x="12053" y="5657"/>
                </a:cubicBezTo>
                <a:cubicBezTo>
                  <a:pt x="12293" y="5416"/>
                  <a:pt x="12276" y="5023"/>
                  <a:pt x="12204" y="4684"/>
                </a:cubicBezTo>
                <a:cubicBezTo>
                  <a:pt x="12124" y="4309"/>
                  <a:pt x="11928" y="3872"/>
                  <a:pt x="12035" y="3498"/>
                </a:cubicBezTo>
                <a:cubicBezTo>
                  <a:pt x="12169" y="3061"/>
                  <a:pt x="12731" y="2686"/>
                  <a:pt x="13114" y="2543"/>
                </a:cubicBezTo>
                <a:cubicBezTo>
                  <a:pt x="13328" y="2465"/>
                  <a:pt x="13554" y="2426"/>
                  <a:pt x="13779" y="2426"/>
                </a:cubicBezTo>
                <a:cubicBezTo>
                  <a:pt x="14120" y="2426"/>
                  <a:pt x="14461" y="2514"/>
                  <a:pt x="14756" y="2686"/>
                </a:cubicBezTo>
                <a:cubicBezTo>
                  <a:pt x="15014" y="2837"/>
                  <a:pt x="15246" y="3061"/>
                  <a:pt x="15344" y="3355"/>
                </a:cubicBezTo>
                <a:cubicBezTo>
                  <a:pt x="15478" y="3810"/>
                  <a:pt x="15246" y="4283"/>
                  <a:pt x="15095" y="4738"/>
                </a:cubicBezTo>
                <a:cubicBezTo>
                  <a:pt x="14970" y="5086"/>
                  <a:pt x="14889" y="5478"/>
                  <a:pt x="15005" y="5835"/>
                </a:cubicBezTo>
                <a:cubicBezTo>
                  <a:pt x="15107" y="6147"/>
                  <a:pt x="15393" y="6405"/>
                  <a:pt x="15701" y="6405"/>
                </a:cubicBezTo>
                <a:cubicBezTo>
                  <a:pt x="15746" y="6405"/>
                  <a:pt x="15790" y="6399"/>
                  <a:pt x="15835" y="6388"/>
                </a:cubicBezTo>
                <a:cubicBezTo>
                  <a:pt x="16210" y="6290"/>
                  <a:pt x="16397" y="5817"/>
                  <a:pt x="16388" y="5407"/>
                </a:cubicBezTo>
                <a:cubicBezTo>
                  <a:pt x="16388" y="4996"/>
                  <a:pt x="16272" y="4586"/>
                  <a:pt x="16317" y="4185"/>
                </a:cubicBezTo>
                <a:cubicBezTo>
                  <a:pt x="16379" y="3583"/>
                  <a:pt x="16671" y="3442"/>
                  <a:pt x="17037" y="3442"/>
                </a:cubicBezTo>
                <a:cubicBezTo>
                  <a:pt x="17360" y="3442"/>
                  <a:pt x="17739" y="3551"/>
                  <a:pt x="18068" y="3551"/>
                </a:cubicBezTo>
                <a:cubicBezTo>
                  <a:pt x="18119" y="3551"/>
                  <a:pt x="18169" y="3548"/>
                  <a:pt x="18217" y="3542"/>
                </a:cubicBezTo>
                <a:cubicBezTo>
                  <a:pt x="18654" y="3489"/>
                  <a:pt x="19020" y="3069"/>
                  <a:pt x="19038" y="2614"/>
                </a:cubicBezTo>
                <a:cubicBezTo>
                  <a:pt x="19038" y="2445"/>
                  <a:pt x="19011" y="2267"/>
                  <a:pt x="19091" y="2124"/>
                </a:cubicBezTo>
                <a:cubicBezTo>
                  <a:pt x="19145" y="2026"/>
                  <a:pt x="19243" y="1963"/>
                  <a:pt x="19323" y="1892"/>
                </a:cubicBezTo>
                <a:cubicBezTo>
                  <a:pt x="19662" y="1553"/>
                  <a:pt x="19537" y="902"/>
                  <a:pt x="19154" y="616"/>
                </a:cubicBezTo>
                <a:cubicBezTo>
                  <a:pt x="18952" y="462"/>
                  <a:pt x="18703" y="397"/>
                  <a:pt x="18449" y="397"/>
                </a:cubicBezTo>
                <a:cubicBezTo>
                  <a:pt x="18231" y="397"/>
                  <a:pt x="18008" y="445"/>
                  <a:pt x="17807" y="527"/>
                </a:cubicBezTo>
                <a:cubicBezTo>
                  <a:pt x="17672" y="577"/>
                  <a:pt x="17538" y="644"/>
                  <a:pt x="17403" y="644"/>
                </a:cubicBezTo>
                <a:cubicBezTo>
                  <a:pt x="17395" y="644"/>
                  <a:pt x="17387" y="643"/>
                  <a:pt x="17378" y="643"/>
                </a:cubicBezTo>
                <a:cubicBezTo>
                  <a:pt x="17164" y="634"/>
                  <a:pt x="16995" y="465"/>
                  <a:pt x="16825" y="340"/>
                </a:cubicBezTo>
                <a:cubicBezTo>
                  <a:pt x="16488" y="93"/>
                  <a:pt x="16144" y="0"/>
                  <a:pt x="1579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6" name="Google Shape;336;p11"/>
          <p:cNvSpPr/>
          <p:nvPr/>
        </p:nvSpPr>
        <p:spPr>
          <a:xfrm>
            <a:off x="5889220" y="-531598"/>
            <a:ext cx="3598453" cy="1378898"/>
          </a:xfrm>
          <a:custGeom>
            <a:avLst/>
            <a:gdLst/>
            <a:ahLst/>
            <a:cxnLst/>
            <a:rect l="l" t="t" r="r" b="b"/>
            <a:pathLst>
              <a:path w="19074" h="7309" extrusionOk="0">
                <a:moveTo>
                  <a:pt x="14216" y="14"/>
                </a:moveTo>
                <a:cubicBezTo>
                  <a:pt x="13596" y="14"/>
                  <a:pt x="12976" y="28"/>
                  <a:pt x="12356" y="46"/>
                </a:cubicBezTo>
                <a:cubicBezTo>
                  <a:pt x="10259" y="90"/>
                  <a:pt x="8163" y="161"/>
                  <a:pt x="6066" y="269"/>
                </a:cubicBezTo>
                <a:cubicBezTo>
                  <a:pt x="5023" y="322"/>
                  <a:pt x="3970" y="376"/>
                  <a:pt x="2926" y="447"/>
                </a:cubicBezTo>
                <a:cubicBezTo>
                  <a:pt x="1624" y="527"/>
                  <a:pt x="0" y="545"/>
                  <a:pt x="295" y="2329"/>
                </a:cubicBezTo>
                <a:cubicBezTo>
                  <a:pt x="348" y="2659"/>
                  <a:pt x="571" y="2981"/>
                  <a:pt x="901" y="3052"/>
                </a:cubicBezTo>
                <a:cubicBezTo>
                  <a:pt x="973" y="3070"/>
                  <a:pt x="1044" y="3070"/>
                  <a:pt x="1106" y="3114"/>
                </a:cubicBezTo>
                <a:cubicBezTo>
                  <a:pt x="1222" y="3195"/>
                  <a:pt x="1213" y="3364"/>
                  <a:pt x="1204" y="3507"/>
                </a:cubicBezTo>
                <a:cubicBezTo>
                  <a:pt x="1142" y="4096"/>
                  <a:pt x="1204" y="4738"/>
                  <a:pt x="1570" y="5202"/>
                </a:cubicBezTo>
                <a:cubicBezTo>
                  <a:pt x="1804" y="5504"/>
                  <a:pt x="2193" y="5693"/>
                  <a:pt x="2565" y="5693"/>
                </a:cubicBezTo>
                <a:cubicBezTo>
                  <a:pt x="2776" y="5693"/>
                  <a:pt x="2981" y="5632"/>
                  <a:pt x="3149" y="5496"/>
                </a:cubicBezTo>
                <a:cubicBezTo>
                  <a:pt x="3363" y="5318"/>
                  <a:pt x="3479" y="5059"/>
                  <a:pt x="3640" y="4836"/>
                </a:cubicBezTo>
                <a:cubicBezTo>
                  <a:pt x="3797" y="4618"/>
                  <a:pt x="4023" y="4408"/>
                  <a:pt x="4292" y="4408"/>
                </a:cubicBezTo>
                <a:cubicBezTo>
                  <a:pt x="4298" y="4408"/>
                  <a:pt x="4303" y="4408"/>
                  <a:pt x="4309" y="4408"/>
                </a:cubicBezTo>
                <a:cubicBezTo>
                  <a:pt x="4621" y="4426"/>
                  <a:pt x="4853" y="4720"/>
                  <a:pt x="4933" y="5023"/>
                </a:cubicBezTo>
                <a:cubicBezTo>
                  <a:pt x="5014" y="5327"/>
                  <a:pt x="4996" y="5648"/>
                  <a:pt x="5058" y="5951"/>
                </a:cubicBezTo>
                <a:cubicBezTo>
                  <a:pt x="5201" y="6611"/>
                  <a:pt x="5763" y="7156"/>
                  <a:pt x="6423" y="7280"/>
                </a:cubicBezTo>
                <a:cubicBezTo>
                  <a:pt x="6522" y="7299"/>
                  <a:pt x="6623" y="7308"/>
                  <a:pt x="6723" y="7308"/>
                </a:cubicBezTo>
                <a:cubicBezTo>
                  <a:pt x="7290" y="7308"/>
                  <a:pt x="7853" y="7018"/>
                  <a:pt x="8172" y="6540"/>
                </a:cubicBezTo>
                <a:cubicBezTo>
                  <a:pt x="8261" y="6397"/>
                  <a:pt x="8341" y="6237"/>
                  <a:pt x="8475" y="6139"/>
                </a:cubicBezTo>
                <a:cubicBezTo>
                  <a:pt x="8546" y="6082"/>
                  <a:pt x="8641" y="6048"/>
                  <a:pt x="8731" y="6048"/>
                </a:cubicBezTo>
                <a:cubicBezTo>
                  <a:pt x="8812" y="6048"/>
                  <a:pt x="8888" y="6075"/>
                  <a:pt x="8939" y="6139"/>
                </a:cubicBezTo>
                <a:cubicBezTo>
                  <a:pt x="8993" y="6219"/>
                  <a:pt x="9001" y="6317"/>
                  <a:pt x="9037" y="6406"/>
                </a:cubicBezTo>
                <a:cubicBezTo>
                  <a:pt x="9114" y="6603"/>
                  <a:pt x="9322" y="6703"/>
                  <a:pt x="9535" y="6703"/>
                </a:cubicBezTo>
                <a:cubicBezTo>
                  <a:pt x="9669" y="6703"/>
                  <a:pt x="9805" y="6664"/>
                  <a:pt x="9911" y="6585"/>
                </a:cubicBezTo>
                <a:cubicBezTo>
                  <a:pt x="10188" y="6379"/>
                  <a:pt x="10286" y="6014"/>
                  <a:pt x="10295" y="5666"/>
                </a:cubicBezTo>
                <a:cubicBezTo>
                  <a:pt x="10295" y="5327"/>
                  <a:pt x="10224" y="4988"/>
                  <a:pt x="10215" y="4640"/>
                </a:cubicBezTo>
                <a:cubicBezTo>
                  <a:pt x="10215" y="4256"/>
                  <a:pt x="10366" y="3855"/>
                  <a:pt x="10670" y="3614"/>
                </a:cubicBezTo>
                <a:cubicBezTo>
                  <a:pt x="10799" y="3515"/>
                  <a:pt x="10944" y="3462"/>
                  <a:pt x="11075" y="3462"/>
                </a:cubicBezTo>
                <a:cubicBezTo>
                  <a:pt x="11287" y="3462"/>
                  <a:pt x="11466" y="3600"/>
                  <a:pt x="11499" y="3908"/>
                </a:cubicBezTo>
                <a:cubicBezTo>
                  <a:pt x="11526" y="4140"/>
                  <a:pt x="11455" y="4390"/>
                  <a:pt x="11508" y="4631"/>
                </a:cubicBezTo>
                <a:cubicBezTo>
                  <a:pt x="11562" y="4899"/>
                  <a:pt x="11776" y="5139"/>
                  <a:pt x="12044" y="5211"/>
                </a:cubicBezTo>
                <a:cubicBezTo>
                  <a:pt x="12109" y="5231"/>
                  <a:pt x="12178" y="5240"/>
                  <a:pt x="12247" y="5240"/>
                </a:cubicBezTo>
                <a:cubicBezTo>
                  <a:pt x="12457" y="5240"/>
                  <a:pt x="12670" y="5151"/>
                  <a:pt x="12811" y="4997"/>
                </a:cubicBezTo>
                <a:lnTo>
                  <a:pt x="12811" y="4997"/>
                </a:lnTo>
                <a:cubicBezTo>
                  <a:pt x="12748" y="5443"/>
                  <a:pt x="13034" y="5907"/>
                  <a:pt x="13453" y="6058"/>
                </a:cubicBezTo>
                <a:cubicBezTo>
                  <a:pt x="13552" y="6091"/>
                  <a:pt x="13656" y="6107"/>
                  <a:pt x="13760" y="6107"/>
                </a:cubicBezTo>
                <a:cubicBezTo>
                  <a:pt x="14102" y="6107"/>
                  <a:pt x="14444" y="5934"/>
                  <a:pt x="14622" y="5639"/>
                </a:cubicBezTo>
                <a:cubicBezTo>
                  <a:pt x="14943" y="5104"/>
                  <a:pt x="14729" y="4328"/>
                  <a:pt x="15148" y="3864"/>
                </a:cubicBezTo>
                <a:cubicBezTo>
                  <a:pt x="15225" y="3779"/>
                  <a:pt x="15336" y="3707"/>
                  <a:pt x="15452" y="3707"/>
                </a:cubicBezTo>
                <a:cubicBezTo>
                  <a:pt x="15469" y="3707"/>
                  <a:pt x="15487" y="3708"/>
                  <a:pt x="15505" y="3712"/>
                </a:cubicBezTo>
                <a:cubicBezTo>
                  <a:pt x="15737" y="3757"/>
                  <a:pt x="15790" y="4060"/>
                  <a:pt x="15781" y="4301"/>
                </a:cubicBezTo>
                <a:cubicBezTo>
                  <a:pt x="15746" y="4818"/>
                  <a:pt x="15639" y="5327"/>
                  <a:pt x="15683" y="5844"/>
                </a:cubicBezTo>
                <a:cubicBezTo>
                  <a:pt x="15728" y="6353"/>
                  <a:pt x="15978" y="6897"/>
                  <a:pt x="16451" y="7093"/>
                </a:cubicBezTo>
                <a:cubicBezTo>
                  <a:pt x="16566" y="7142"/>
                  <a:pt x="16687" y="7164"/>
                  <a:pt x="16808" y="7164"/>
                </a:cubicBezTo>
                <a:cubicBezTo>
                  <a:pt x="17329" y="7164"/>
                  <a:pt x="17850" y="6746"/>
                  <a:pt x="17958" y="6210"/>
                </a:cubicBezTo>
                <a:cubicBezTo>
                  <a:pt x="18038" y="5773"/>
                  <a:pt x="17896" y="5327"/>
                  <a:pt x="17807" y="4890"/>
                </a:cubicBezTo>
                <a:cubicBezTo>
                  <a:pt x="17717" y="4452"/>
                  <a:pt x="17691" y="3953"/>
                  <a:pt x="17967" y="3605"/>
                </a:cubicBezTo>
                <a:cubicBezTo>
                  <a:pt x="18190" y="3748"/>
                  <a:pt x="18146" y="4185"/>
                  <a:pt x="18413" y="4221"/>
                </a:cubicBezTo>
                <a:cubicBezTo>
                  <a:pt x="18421" y="4221"/>
                  <a:pt x="18428" y="4222"/>
                  <a:pt x="18436" y="4222"/>
                </a:cubicBezTo>
                <a:cubicBezTo>
                  <a:pt x="18501" y="4222"/>
                  <a:pt x="18571" y="4189"/>
                  <a:pt x="18627" y="4149"/>
                </a:cubicBezTo>
                <a:cubicBezTo>
                  <a:pt x="18877" y="3962"/>
                  <a:pt x="18939" y="3614"/>
                  <a:pt x="18913" y="3302"/>
                </a:cubicBezTo>
                <a:cubicBezTo>
                  <a:pt x="18886" y="2998"/>
                  <a:pt x="18797" y="2695"/>
                  <a:pt x="18806" y="2383"/>
                </a:cubicBezTo>
                <a:cubicBezTo>
                  <a:pt x="18806" y="2088"/>
                  <a:pt x="18904" y="1803"/>
                  <a:pt x="18931" y="1517"/>
                </a:cubicBezTo>
                <a:cubicBezTo>
                  <a:pt x="19073" y="1"/>
                  <a:pt x="17066" y="126"/>
                  <a:pt x="16076" y="63"/>
                </a:cubicBezTo>
                <a:cubicBezTo>
                  <a:pt x="15456" y="28"/>
                  <a:pt x="14836" y="14"/>
                  <a:pt x="14216" y="1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7" name="Google Shape;337;p11"/>
          <p:cNvSpPr/>
          <p:nvPr/>
        </p:nvSpPr>
        <p:spPr>
          <a:xfrm>
            <a:off x="-479330" y="-531598"/>
            <a:ext cx="3598453" cy="1378898"/>
          </a:xfrm>
          <a:custGeom>
            <a:avLst/>
            <a:gdLst/>
            <a:ahLst/>
            <a:cxnLst/>
            <a:rect l="l" t="t" r="r" b="b"/>
            <a:pathLst>
              <a:path w="19074" h="7309" extrusionOk="0">
                <a:moveTo>
                  <a:pt x="14216" y="14"/>
                </a:moveTo>
                <a:cubicBezTo>
                  <a:pt x="13596" y="14"/>
                  <a:pt x="12976" y="28"/>
                  <a:pt x="12356" y="46"/>
                </a:cubicBezTo>
                <a:cubicBezTo>
                  <a:pt x="10259" y="90"/>
                  <a:pt x="8163" y="161"/>
                  <a:pt x="6066" y="269"/>
                </a:cubicBezTo>
                <a:cubicBezTo>
                  <a:pt x="5023" y="322"/>
                  <a:pt x="3970" y="376"/>
                  <a:pt x="2926" y="447"/>
                </a:cubicBezTo>
                <a:cubicBezTo>
                  <a:pt x="1624" y="527"/>
                  <a:pt x="0" y="545"/>
                  <a:pt x="295" y="2329"/>
                </a:cubicBezTo>
                <a:cubicBezTo>
                  <a:pt x="348" y="2659"/>
                  <a:pt x="571" y="2981"/>
                  <a:pt x="901" y="3052"/>
                </a:cubicBezTo>
                <a:cubicBezTo>
                  <a:pt x="973" y="3070"/>
                  <a:pt x="1044" y="3070"/>
                  <a:pt x="1106" y="3114"/>
                </a:cubicBezTo>
                <a:cubicBezTo>
                  <a:pt x="1222" y="3195"/>
                  <a:pt x="1213" y="3364"/>
                  <a:pt x="1204" y="3507"/>
                </a:cubicBezTo>
                <a:cubicBezTo>
                  <a:pt x="1142" y="4096"/>
                  <a:pt x="1204" y="4738"/>
                  <a:pt x="1570" y="5202"/>
                </a:cubicBezTo>
                <a:cubicBezTo>
                  <a:pt x="1804" y="5504"/>
                  <a:pt x="2193" y="5693"/>
                  <a:pt x="2565" y="5693"/>
                </a:cubicBezTo>
                <a:cubicBezTo>
                  <a:pt x="2776" y="5693"/>
                  <a:pt x="2981" y="5632"/>
                  <a:pt x="3149" y="5496"/>
                </a:cubicBezTo>
                <a:cubicBezTo>
                  <a:pt x="3363" y="5318"/>
                  <a:pt x="3479" y="5059"/>
                  <a:pt x="3640" y="4836"/>
                </a:cubicBezTo>
                <a:cubicBezTo>
                  <a:pt x="3797" y="4618"/>
                  <a:pt x="4023" y="4408"/>
                  <a:pt x="4292" y="4408"/>
                </a:cubicBezTo>
                <a:cubicBezTo>
                  <a:pt x="4298" y="4408"/>
                  <a:pt x="4303" y="4408"/>
                  <a:pt x="4309" y="4408"/>
                </a:cubicBezTo>
                <a:cubicBezTo>
                  <a:pt x="4621" y="4426"/>
                  <a:pt x="4853" y="4720"/>
                  <a:pt x="4933" y="5023"/>
                </a:cubicBezTo>
                <a:cubicBezTo>
                  <a:pt x="5014" y="5327"/>
                  <a:pt x="4996" y="5648"/>
                  <a:pt x="5058" y="5951"/>
                </a:cubicBezTo>
                <a:cubicBezTo>
                  <a:pt x="5201" y="6611"/>
                  <a:pt x="5763" y="7156"/>
                  <a:pt x="6423" y="7280"/>
                </a:cubicBezTo>
                <a:cubicBezTo>
                  <a:pt x="6522" y="7299"/>
                  <a:pt x="6623" y="7308"/>
                  <a:pt x="6723" y="7308"/>
                </a:cubicBezTo>
                <a:cubicBezTo>
                  <a:pt x="7290" y="7308"/>
                  <a:pt x="7853" y="7018"/>
                  <a:pt x="8172" y="6540"/>
                </a:cubicBezTo>
                <a:cubicBezTo>
                  <a:pt x="8261" y="6397"/>
                  <a:pt x="8341" y="6237"/>
                  <a:pt x="8475" y="6139"/>
                </a:cubicBezTo>
                <a:cubicBezTo>
                  <a:pt x="8546" y="6082"/>
                  <a:pt x="8641" y="6048"/>
                  <a:pt x="8731" y="6048"/>
                </a:cubicBezTo>
                <a:cubicBezTo>
                  <a:pt x="8812" y="6048"/>
                  <a:pt x="8888" y="6075"/>
                  <a:pt x="8939" y="6139"/>
                </a:cubicBezTo>
                <a:cubicBezTo>
                  <a:pt x="8993" y="6219"/>
                  <a:pt x="9001" y="6317"/>
                  <a:pt x="9037" y="6406"/>
                </a:cubicBezTo>
                <a:cubicBezTo>
                  <a:pt x="9114" y="6603"/>
                  <a:pt x="9322" y="6703"/>
                  <a:pt x="9535" y="6703"/>
                </a:cubicBezTo>
                <a:cubicBezTo>
                  <a:pt x="9669" y="6703"/>
                  <a:pt x="9805" y="6664"/>
                  <a:pt x="9911" y="6585"/>
                </a:cubicBezTo>
                <a:cubicBezTo>
                  <a:pt x="10188" y="6379"/>
                  <a:pt x="10286" y="6014"/>
                  <a:pt x="10295" y="5666"/>
                </a:cubicBezTo>
                <a:cubicBezTo>
                  <a:pt x="10295" y="5327"/>
                  <a:pt x="10224" y="4988"/>
                  <a:pt x="10215" y="4640"/>
                </a:cubicBezTo>
                <a:cubicBezTo>
                  <a:pt x="10215" y="4256"/>
                  <a:pt x="10366" y="3855"/>
                  <a:pt x="10670" y="3614"/>
                </a:cubicBezTo>
                <a:cubicBezTo>
                  <a:pt x="10799" y="3515"/>
                  <a:pt x="10944" y="3462"/>
                  <a:pt x="11075" y="3462"/>
                </a:cubicBezTo>
                <a:cubicBezTo>
                  <a:pt x="11287" y="3462"/>
                  <a:pt x="11466" y="3600"/>
                  <a:pt x="11499" y="3908"/>
                </a:cubicBezTo>
                <a:cubicBezTo>
                  <a:pt x="11526" y="4140"/>
                  <a:pt x="11455" y="4390"/>
                  <a:pt x="11508" y="4631"/>
                </a:cubicBezTo>
                <a:cubicBezTo>
                  <a:pt x="11562" y="4899"/>
                  <a:pt x="11776" y="5139"/>
                  <a:pt x="12044" y="5211"/>
                </a:cubicBezTo>
                <a:cubicBezTo>
                  <a:pt x="12109" y="5231"/>
                  <a:pt x="12178" y="5240"/>
                  <a:pt x="12247" y="5240"/>
                </a:cubicBezTo>
                <a:cubicBezTo>
                  <a:pt x="12457" y="5240"/>
                  <a:pt x="12670" y="5151"/>
                  <a:pt x="12811" y="4997"/>
                </a:cubicBezTo>
                <a:lnTo>
                  <a:pt x="12811" y="4997"/>
                </a:lnTo>
                <a:cubicBezTo>
                  <a:pt x="12748" y="5443"/>
                  <a:pt x="13034" y="5907"/>
                  <a:pt x="13453" y="6058"/>
                </a:cubicBezTo>
                <a:cubicBezTo>
                  <a:pt x="13552" y="6091"/>
                  <a:pt x="13656" y="6107"/>
                  <a:pt x="13760" y="6107"/>
                </a:cubicBezTo>
                <a:cubicBezTo>
                  <a:pt x="14102" y="6107"/>
                  <a:pt x="14444" y="5934"/>
                  <a:pt x="14622" y="5639"/>
                </a:cubicBezTo>
                <a:cubicBezTo>
                  <a:pt x="14943" y="5104"/>
                  <a:pt x="14729" y="4328"/>
                  <a:pt x="15148" y="3864"/>
                </a:cubicBezTo>
                <a:cubicBezTo>
                  <a:pt x="15225" y="3779"/>
                  <a:pt x="15336" y="3707"/>
                  <a:pt x="15452" y="3707"/>
                </a:cubicBezTo>
                <a:cubicBezTo>
                  <a:pt x="15469" y="3707"/>
                  <a:pt x="15487" y="3708"/>
                  <a:pt x="15505" y="3712"/>
                </a:cubicBezTo>
                <a:cubicBezTo>
                  <a:pt x="15737" y="3757"/>
                  <a:pt x="15790" y="4060"/>
                  <a:pt x="15781" y="4301"/>
                </a:cubicBezTo>
                <a:cubicBezTo>
                  <a:pt x="15746" y="4818"/>
                  <a:pt x="15639" y="5327"/>
                  <a:pt x="15683" y="5844"/>
                </a:cubicBezTo>
                <a:cubicBezTo>
                  <a:pt x="15728" y="6353"/>
                  <a:pt x="15978" y="6897"/>
                  <a:pt x="16451" y="7093"/>
                </a:cubicBezTo>
                <a:cubicBezTo>
                  <a:pt x="16566" y="7142"/>
                  <a:pt x="16687" y="7164"/>
                  <a:pt x="16808" y="7164"/>
                </a:cubicBezTo>
                <a:cubicBezTo>
                  <a:pt x="17329" y="7164"/>
                  <a:pt x="17850" y="6746"/>
                  <a:pt x="17958" y="6210"/>
                </a:cubicBezTo>
                <a:cubicBezTo>
                  <a:pt x="18038" y="5773"/>
                  <a:pt x="17896" y="5327"/>
                  <a:pt x="17807" y="4890"/>
                </a:cubicBezTo>
                <a:cubicBezTo>
                  <a:pt x="17717" y="4452"/>
                  <a:pt x="17691" y="3953"/>
                  <a:pt x="17967" y="3605"/>
                </a:cubicBezTo>
                <a:cubicBezTo>
                  <a:pt x="18190" y="3748"/>
                  <a:pt x="18146" y="4185"/>
                  <a:pt x="18413" y="4221"/>
                </a:cubicBezTo>
                <a:cubicBezTo>
                  <a:pt x="18421" y="4221"/>
                  <a:pt x="18428" y="4222"/>
                  <a:pt x="18436" y="4222"/>
                </a:cubicBezTo>
                <a:cubicBezTo>
                  <a:pt x="18501" y="4222"/>
                  <a:pt x="18571" y="4189"/>
                  <a:pt x="18627" y="4149"/>
                </a:cubicBezTo>
                <a:cubicBezTo>
                  <a:pt x="18877" y="3962"/>
                  <a:pt x="18939" y="3614"/>
                  <a:pt x="18913" y="3302"/>
                </a:cubicBezTo>
                <a:cubicBezTo>
                  <a:pt x="18886" y="2998"/>
                  <a:pt x="18797" y="2695"/>
                  <a:pt x="18806" y="2383"/>
                </a:cubicBezTo>
                <a:cubicBezTo>
                  <a:pt x="18806" y="2088"/>
                  <a:pt x="18904" y="1803"/>
                  <a:pt x="18931" y="1517"/>
                </a:cubicBezTo>
                <a:cubicBezTo>
                  <a:pt x="19073" y="1"/>
                  <a:pt x="17066" y="126"/>
                  <a:pt x="16076" y="63"/>
                </a:cubicBezTo>
                <a:cubicBezTo>
                  <a:pt x="15456" y="28"/>
                  <a:pt x="14836" y="14"/>
                  <a:pt x="14216" y="1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8" name="Google Shape;338;p11"/>
          <p:cNvSpPr/>
          <p:nvPr/>
        </p:nvSpPr>
        <p:spPr>
          <a:xfrm flipH="1">
            <a:off x="-114300" y="-67075"/>
            <a:ext cx="4068308" cy="295675"/>
          </a:xfrm>
          <a:custGeom>
            <a:avLst/>
            <a:gdLst/>
            <a:ahLst/>
            <a:cxnLst/>
            <a:rect l="l" t="t" r="r" b="b"/>
            <a:pathLst>
              <a:path w="163830" h="11827" extrusionOk="0">
                <a:moveTo>
                  <a:pt x="0" y="11827"/>
                </a:moveTo>
                <a:cubicBezTo>
                  <a:pt x="4491" y="9902"/>
                  <a:pt x="8463" y="6894"/>
                  <a:pt x="12954" y="4969"/>
                </a:cubicBezTo>
                <a:cubicBezTo>
                  <a:pt x="16697" y="3365"/>
                  <a:pt x="21196" y="5195"/>
                  <a:pt x="25146" y="4207"/>
                </a:cubicBezTo>
                <a:cubicBezTo>
                  <a:pt x="33524" y="2112"/>
                  <a:pt x="42497" y="3040"/>
                  <a:pt x="51054" y="4207"/>
                </a:cubicBezTo>
                <a:cubicBezTo>
                  <a:pt x="58708" y="5251"/>
                  <a:pt x="66486" y="10139"/>
                  <a:pt x="73914" y="8017"/>
                </a:cubicBezTo>
                <a:cubicBezTo>
                  <a:pt x="79494" y="6423"/>
                  <a:pt x="84225" y="2297"/>
                  <a:pt x="89916" y="1159"/>
                </a:cubicBezTo>
                <a:cubicBezTo>
                  <a:pt x="98633" y="-584"/>
                  <a:pt x="107771" y="9"/>
                  <a:pt x="116586" y="1159"/>
                </a:cubicBezTo>
                <a:cubicBezTo>
                  <a:pt x="125383" y="2306"/>
                  <a:pt x="134257" y="3960"/>
                  <a:pt x="142494" y="7255"/>
                </a:cubicBezTo>
                <a:cubicBezTo>
                  <a:pt x="146267" y="8764"/>
                  <a:pt x="150743" y="6269"/>
                  <a:pt x="154686" y="7255"/>
                </a:cubicBezTo>
                <a:cubicBezTo>
                  <a:pt x="157803" y="8034"/>
                  <a:pt x="160617" y="10303"/>
                  <a:pt x="163830" y="10303"/>
                </a:cubicBezTo>
              </a:path>
            </a:pathLst>
          </a:custGeom>
          <a:noFill/>
          <a:ln w="38100" cap="rnd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339" name="Google Shape;339;p11"/>
          <p:cNvGrpSpPr/>
          <p:nvPr/>
        </p:nvGrpSpPr>
        <p:grpSpPr>
          <a:xfrm flipH="1">
            <a:off x="2637733" y="-8304"/>
            <a:ext cx="1629157" cy="306928"/>
            <a:chOff x="6356635" y="162913"/>
            <a:chExt cx="1581091" cy="306928"/>
          </a:xfrm>
        </p:grpSpPr>
        <p:sp>
          <p:nvSpPr>
            <p:cNvPr id="340" name="Google Shape;340;p11"/>
            <p:cNvSpPr/>
            <p:nvPr/>
          </p:nvSpPr>
          <p:spPr>
            <a:xfrm flipH="1">
              <a:off x="7787649" y="162913"/>
              <a:ext cx="150077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" name="Google Shape;341;p11"/>
            <p:cNvSpPr/>
            <p:nvPr/>
          </p:nvSpPr>
          <p:spPr>
            <a:xfrm flipH="1">
              <a:off x="7615686" y="233783"/>
              <a:ext cx="104741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" name="Google Shape;342;p11"/>
            <p:cNvSpPr/>
            <p:nvPr/>
          </p:nvSpPr>
          <p:spPr>
            <a:xfrm flipH="1">
              <a:off x="7729547" y="390764"/>
              <a:ext cx="102396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" name="Google Shape;343;p11"/>
            <p:cNvSpPr/>
            <p:nvPr/>
          </p:nvSpPr>
          <p:spPr>
            <a:xfrm flipH="1">
              <a:off x="6356635" y="338926"/>
              <a:ext cx="84939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44" name="Google Shape;344;p11"/>
          <p:cNvSpPr/>
          <p:nvPr/>
        </p:nvSpPr>
        <p:spPr>
          <a:xfrm>
            <a:off x="6012327" y="-127900"/>
            <a:ext cx="3131610" cy="295675"/>
          </a:xfrm>
          <a:custGeom>
            <a:avLst/>
            <a:gdLst/>
            <a:ahLst/>
            <a:cxnLst/>
            <a:rect l="l" t="t" r="r" b="b"/>
            <a:pathLst>
              <a:path w="163830" h="11827" extrusionOk="0">
                <a:moveTo>
                  <a:pt x="0" y="11827"/>
                </a:moveTo>
                <a:cubicBezTo>
                  <a:pt x="4491" y="9902"/>
                  <a:pt x="8463" y="6894"/>
                  <a:pt x="12954" y="4969"/>
                </a:cubicBezTo>
                <a:cubicBezTo>
                  <a:pt x="16697" y="3365"/>
                  <a:pt x="21196" y="5195"/>
                  <a:pt x="25146" y="4207"/>
                </a:cubicBezTo>
                <a:cubicBezTo>
                  <a:pt x="33524" y="2112"/>
                  <a:pt x="42497" y="3040"/>
                  <a:pt x="51054" y="4207"/>
                </a:cubicBezTo>
                <a:cubicBezTo>
                  <a:pt x="58708" y="5251"/>
                  <a:pt x="66486" y="10139"/>
                  <a:pt x="73914" y="8017"/>
                </a:cubicBezTo>
                <a:cubicBezTo>
                  <a:pt x="79494" y="6423"/>
                  <a:pt x="84225" y="2297"/>
                  <a:pt x="89916" y="1159"/>
                </a:cubicBezTo>
                <a:cubicBezTo>
                  <a:pt x="98633" y="-584"/>
                  <a:pt x="107771" y="9"/>
                  <a:pt x="116586" y="1159"/>
                </a:cubicBezTo>
                <a:cubicBezTo>
                  <a:pt x="125383" y="2306"/>
                  <a:pt x="134257" y="3960"/>
                  <a:pt x="142494" y="7255"/>
                </a:cubicBezTo>
                <a:cubicBezTo>
                  <a:pt x="146267" y="8764"/>
                  <a:pt x="150743" y="6269"/>
                  <a:pt x="154686" y="7255"/>
                </a:cubicBezTo>
                <a:cubicBezTo>
                  <a:pt x="157803" y="8034"/>
                  <a:pt x="160617" y="10303"/>
                  <a:pt x="163830" y="10303"/>
                </a:cubicBezTo>
              </a:path>
            </a:pathLst>
          </a:custGeom>
          <a:noFill/>
          <a:ln w="38100" cap="rnd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345" name="Google Shape;345;p11"/>
          <p:cNvGrpSpPr/>
          <p:nvPr/>
        </p:nvGrpSpPr>
        <p:grpSpPr>
          <a:xfrm flipH="1">
            <a:off x="7068808" y="246784"/>
            <a:ext cx="331830" cy="306928"/>
            <a:chOff x="7615686" y="162913"/>
            <a:chExt cx="322040" cy="306928"/>
          </a:xfrm>
        </p:grpSpPr>
        <p:sp>
          <p:nvSpPr>
            <p:cNvPr id="346" name="Google Shape;346;p11"/>
            <p:cNvSpPr/>
            <p:nvPr/>
          </p:nvSpPr>
          <p:spPr>
            <a:xfrm flipH="1">
              <a:off x="7787649" y="162913"/>
              <a:ext cx="150077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" name="Google Shape;347;p11"/>
            <p:cNvSpPr/>
            <p:nvPr/>
          </p:nvSpPr>
          <p:spPr>
            <a:xfrm flipH="1">
              <a:off x="7615686" y="233783"/>
              <a:ext cx="104741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" name="Google Shape;348;p11"/>
            <p:cNvSpPr/>
            <p:nvPr/>
          </p:nvSpPr>
          <p:spPr>
            <a:xfrm flipH="1">
              <a:off x="7729547" y="390764"/>
              <a:ext cx="102396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49" name="Google Shape;349;p11"/>
          <p:cNvGrpSpPr/>
          <p:nvPr/>
        </p:nvGrpSpPr>
        <p:grpSpPr>
          <a:xfrm>
            <a:off x="-1024085" y="2690869"/>
            <a:ext cx="6349712" cy="3179532"/>
            <a:chOff x="-1024085" y="2690869"/>
            <a:chExt cx="6349712" cy="3179532"/>
          </a:xfrm>
        </p:grpSpPr>
        <p:sp>
          <p:nvSpPr>
            <p:cNvPr id="350" name="Google Shape;350;p11"/>
            <p:cNvSpPr/>
            <p:nvPr/>
          </p:nvSpPr>
          <p:spPr>
            <a:xfrm rot="10800000">
              <a:off x="-1024085" y="2690869"/>
              <a:ext cx="3316347" cy="3107450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" name="Google Shape;351;p11"/>
            <p:cNvSpPr/>
            <p:nvPr/>
          </p:nvSpPr>
          <p:spPr>
            <a:xfrm rot="10800000">
              <a:off x="376247" y="5119848"/>
              <a:ext cx="112681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" name="Google Shape;352;p11"/>
            <p:cNvSpPr/>
            <p:nvPr/>
          </p:nvSpPr>
          <p:spPr>
            <a:xfrm rot="10800000">
              <a:off x="675584" y="5108123"/>
              <a:ext cx="93471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" name="Google Shape;353;p11"/>
            <p:cNvSpPr/>
            <p:nvPr/>
          </p:nvSpPr>
          <p:spPr>
            <a:xfrm rot="10800000">
              <a:off x="75764" y="4912972"/>
              <a:ext cx="108810" cy="75690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" name="Google Shape;354;p11"/>
            <p:cNvSpPr/>
            <p:nvPr/>
          </p:nvSpPr>
          <p:spPr>
            <a:xfrm rot="10800000">
              <a:off x="-824672" y="4518618"/>
              <a:ext cx="3104174" cy="830503"/>
            </a:xfrm>
            <a:custGeom>
              <a:avLst/>
              <a:gdLst/>
              <a:ahLst/>
              <a:cxnLst/>
              <a:rect l="l" t="t" r="r" b="b"/>
              <a:pathLst>
                <a:path w="21653" h="6375" extrusionOk="0">
                  <a:moveTo>
                    <a:pt x="3331" y="0"/>
                  </a:moveTo>
                  <a:cubicBezTo>
                    <a:pt x="2868" y="0"/>
                    <a:pt x="2391" y="178"/>
                    <a:pt x="2035" y="470"/>
                  </a:cubicBezTo>
                  <a:cubicBezTo>
                    <a:pt x="1499" y="907"/>
                    <a:pt x="1241" y="1514"/>
                    <a:pt x="920" y="2112"/>
                  </a:cubicBezTo>
                  <a:cubicBezTo>
                    <a:pt x="857" y="2236"/>
                    <a:pt x="786" y="2451"/>
                    <a:pt x="670" y="2522"/>
                  </a:cubicBezTo>
                  <a:lnTo>
                    <a:pt x="152" y="2504"/>
                  </a:lnTo>
                  <a:cubicBezTo>
                    <a:pt x="117" y="2451"/>
                    <a:pt x="81" y="2406"/>
                    <a:pt x="45" y="2352"/>
                  </a:cubicBezTo>
                  <a:cubicBezTo>
                    <a:pt x="27" y="2504"/>
                    <a:pt x="10" y="2665"/>
                    <a:pt x="1" y="2825"/>
                  </a:cubicBezTo>
                  <a:cubicBezTo>
                    <a:pt x="81" y="2879"/>
                    <a:pt x="170" y="2914"/>
                    <a:pt x="286" y="2941"/>
                  </a:cubicBezTo>
                  <a:cubicBezTo>
                    <a:pt x="341" y="2955"/>
                    <a:pt x="394" y="2961"/>
                    <a:pt x="444" y="2961"/>
                  </a:cubicBezTo>
                  <a:cubicBezTo>
                    <a:pt x="760" y="2961"/>
                    <a:pt x="982" y="2712"/>
                    <a:pt x="1152" y="2451"/>
                  </a:cubicBezTo>
                  <a:cubicBezTo>
                    <a:pt x="1606" y="1719"/>
                    <a:pt x="1865" y="827"/>
                    <a:pt x="2739" y="488"/>
                  </a:cubicBezTo>
                  <a:cubicBezTo>
                    <a:pt x="2926" y="417"/>
                    <a:pt x="3116" y="378"/>
                    <a:pt x="3301" y="378"/>
                  </a:cubicBezTo>
                  <a:cubicBezTo>
                    <a:pt x="3602" y="378"/>
                    <a:pt x="3890" y="482"/>
                    <a:pt x="4122" y="720"/>
                  </a:cubicBezTo>
                  <a:cubicBezTo>
                    <a:pt x="4408" y="1023"/>
                    <a:pt x="4452" y="1416"/>
                    <a:pt x="4559" y="1799"/>
                  </a:cubicBezTo>
                  <a:cubicBezTo>
                    <a:pt x="4684" y="2290"/>
                    <a:pt x="4836" y="2798"/>
                    <a:pt x="5327" y="3030"/>
                  </a:cubicBezTo>
                  <a:cubicBezTo>
                    <a:pt x="5500" y="3117"/>
                    <a:pt x="5689" y="3156"/>
                    <a:pt x="5879" y="3156"/>
                  </a:cubicBezTo>
                  <a:cubicBezTo>
                    <a:pt x="6156" y="3156"/>
                    <a:pt x="6435" y="3074"/>
                    <a:pt x="6674" y="2941"/>
                  </a:cubicBezTo>
                  <a:cubicBezTo>
                    <a:pt x="6959" y="2790"/>
                    <a:pt x="7200" y="2558"/>
                    <a:pt x="7423" y="2326"/>
                  </a:cubicBezTo>
                  <a:cubicBezTo>
                    <a:pt x="7708" y="2022"/>
                    <a:pt x="7655" y="1978"/>
                    <a:pt x="8128" y="1942"/>
                  </a:cubicBezTo>
                  <a:cubicBezTo>
                    <a:pt x="8175" y="1937"/>
                    <a:pt x="8219" y="1935"/>
                    <a:pt x="8260" y="1935"/>
                  </a:cubicBezTo>
                  <a:cubicBezTo>
                    <a:pt x="8676" y="1935"/>
                    <a:pt x="8790" y="2178"/>
                    <a:pt x="8993" y="2584"/>
                  </a:cubicBezTo>
                  <a:cubicBezTo>
                    <a:pt x="9484" y="3601"/>
                    <a:pt x="9314" y="5725"/>
                    <a:pt x="10519" y="6269"/>
                  </a:cubicBezTo>
                  <a:cubicBezTo>
                    <a:pt x="10682" y="6342"/>
                    <a:pt x="10829" y="6374"/>
                    <a:pt x="10963" y="6374"/>
                  </a:cubicBezTo>
                  <a:cubicBezTo>
                    <a:pt x="11962" y="6374"/>
                    <a:pt x="12243" y="4566"/>
                    <a:pt x="12856" y="4047"/>
                  </a:cubicBezTo>
                  <a:cubicBezTo>
                    <a:pt x="13079" y="3861"/>
                    <a:pt x="13289" y="3784"/>
                    <a:pt x="13489" y="3784"/>
                  </a:cubicBezTo>
                  <a:cubicBezTo>
                    <a:pt x="14450" y="3784"/>
                    <a:pt x="15201" y="5552"/>
                    <a:pt x="16197" y="5552"/>
                  </a:cubicBezTo>
                  <a:cubicBezTo>
                    <a:pt x="16398" y="5552"/>
                    <a:pt x="16610" y="5479"/>
                    <a:pt x="16835" y="5305"/>
                  </a:cubicBezTo>
                  <a:cubicBezTo>
                    <a:pt x="17227" y="5002"/>
                    <a:pt x="17218" y="4502"/>
                    <a:pt x="17325" y="4065"/>
                  </a:cubicBezTo>
                  <a:cubicBezTo>
                    <a:pt x="17450" y="3557"/>
                    <a:pt x="17718" y="3173"/>
                    <a:pt x="18244" y="3030"/>
                  </a:cubicBezTo>
                  <a:cubicBezTo>
                    <a:pt x="18349" y="3002"/>
                    <a:pt x="18448" y="2989"/>
                    <a:pt x="18544" y="2989"/>
                  </a:cubicBezTo>
                  <a:cubicBezTo>
                    <a:pt x="18954" y="2989"/>
                    <a:pt x="19294" y="3224"/>
                    <a:pt x="19663" y="3441"/>
                  </a:cubicBezTo>
                  <a:cubicBezTo>
                    <a:pt x="19945" y="3607"/>
                    <a:pt x="20306" y="3773"/>
                    <a:pt x="20650" y="3773"/>
                  </a:cubicBezTo>
                  <a:cubicBezTo>
                    <a:pt x="20861" y="3773"/>
                    <a:pt x="21066" y="3710"/>
                    <a:pt x="21242" y="3548"/>
                  </a:cubicBezTo>
                  <a:cubicBezTo>
                    <a:pt x="21652" y="3182"/>
                    <a:pt x="21500" y="2486"/>
                    <a:pt x="21429" y="2013"/>
                  </a:cubicBezTo>
                  <a:cubicBezTo>
                    <a:pt x="21376" y="1666"/>
                    <a:pt x="21304" y="1327"/>
                    <a:pt x="21206" y="996"/>
                  </a:cubicBezTo>
                  <a:cubicBezTo>
                    <a:pt x="21028" y="827"/>
                    <a:pt x="20840" y="684"/>
                    <a:pt x="20635" y="541"/>
                  </a:cubicBezTo>
                  <a:lnTo>
                    <a:pt x="20635" y="541"/>
                  </a:lnTo>
                  <a:cubicBezTo>
                    <a:pt x="20778" y="898"/>
                    <a:pt x="20894" y="1273"/>
                    <a:pt x="20974" y="1657"/>
                  </a:cubicBezTo>
                  <a:cubicBezTo>
                    <a:pt x="21045" y="1969"/>
                    <a:pt x="21188" y="2433"/>
                    <a:pt x="21117" y="2754"/>
                  </a:cubicBezTo>
                  <a:cubicBezTo>
                    <a:pt x="21027" y="3192"/>
                    <a:pt x="20815" y="3353"/>
                    <a:pt x="20549" y="3353"/>
                  </a:cubicBezTo>
                  <a:cubicBezTo>
                    <a:pt x="20338" y="3353"/>
                    <a:pt x="20094" y="3252"/>
                    <a:pt x="19850" y="3111"/>
                  </a:cubicBezTo>
                  <a:cubicBezTo>
                    <a:pt x="19436" y="2871"/>
                    <a:pt x="19061" y="2615"/>
                    <a:pt x="18581" y="2615"/>
                  </a:cubicBezTo>
                  <a:cubicBezTo>
                    <a:pt x="18544" y="2615"/>
                    <a:pt x="18506" y="2617"/>
                    <a:pt x="18467" y="2620"/>
                  </a:cubicBezTo>
                  <a:cubicBezTo>
                    <a:pt x="18084" y="2647"/>
                    <a:pt x="17709" y="2816"/>
                    <a:pt x="17432" y="3075"/>
                  </a:cubicBezTo>
                  <a:cubicBezTo>
                    <a:pt x="17004" y="3485"/>
                    <a:pt x="17058" y="3931"/>
                    <a:pt x="16888" y="4449"/>
                  </a:cubicBezTo>
                  <a:cubicBezTo>
                    <a:pt x="16720" y="4958"/>
                    <a:pt x="16482" y="5142"/>
                    <a:pt x="16221" y="5142"/>
                  </a:cubicBezTo>
                  <a:cubicBezTo>
                    <a:pt x="15697" y="5142"/>
                    <a:pt x="15078" y="4396"/>
                    <a:pt x="14738" y="4056"/>
                  </a:cubicBezTo>
                  <a:cubicBezTo>
                    <a:pt x="14399" y="3726"/>
                    <a:pt x="13989" y="3405"/>
                    <a:pt x="13489" y="3405"/>
                  </a:cubicBezTo>
                  <a:cubicBezTo>
                    <a:pt x="13034" y="3405"/>
                    <a:pt x="12651" y="3691"/>
                    <a:pt x="12374" y="4030"/>
                  </a:cubicBezTo>
                  <a:cubicBezTo>
                    <a:pt x="12029" y="4455"/>
                    <a:pt x="11648" y="5954"/>
                    <a:pt x="10894" y="5954"/>
                  </a:cubicBezTo>
                  <a:cubicBezTo>
                    <a:pt x="10810" y="5954"/>
                    <a:pt x="10720" y="5935"/>
                    <a:pt x="10626" y="5894"/>
                  </a:cubicBezTo>
                  <a:cubicBezTo>
                    <a:pt x="10019" y="5626"/>
                    <a:pt x="9921" y="4485"/>
                    <a:pt x="9796" y="3923"/>
                  </a:cubicBezTo>
                  <a:cubicBezTo>
                    <a:pt x="9671" y="3334"/>
                    <a:pt x="9528" y="2727"/>
                    <a:pt x="9225" y="2192"/>
                  </a:cubicBezTo>
                  <a:cubicBezTo>
                    <a:pt x="9002" y="1826"/>
                    <a:pt x="8654" y="1327"/>
                    <a:pt x="8181" y="1309"/>
                  </a:cubicBezTo>
                  <a:cubicBezTo>
                    <a:pt x="8172" y="1308"/>
                    <a:pt x="8164" y="1308"/>
                    <a:pt x="8155" y="1308"/>
                  </a:cubicBezTo>
                  <a:cubicBezTo>
                    <a:pt x="7698" y="1308"/>
                    <a:pt x="7427" y="1760"/>
                    <a:pt x="7155" y="2049"/>
                  </a:cubicBezTo>
                  <a:cubicBezTo>
                    <a:pt x="6797" y="2427"/>
                    <a:pt x="6302" y="2720"/>
                    <a:pt x="5864" y="2720"/>
                  </a:cubicBezTo>
                  <a:cubicBezTo>
                    <a:pt x="5493" y="2720"/>
                    <a:pt x="5163" y="2512"/>
                    <a:pt x="4988" y="1969"/>
                  </a:cubicBezTo>
                  <a:cubicBezTo>
                    <a:pt x="4836" y="1487"/>
                    <a:pt x="4818" y="961"/>
                    <a:pt x="4497" y="541"/>
                  </a:cubicBezTo>
                  <a:cubicBezTo>
                    <a:pt x="4201" y="162"/>
                    <a:pt x="3772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55" name="Google Shape;355;p11"/>
            <p:cNvGrpSpPr/>
            <p:nvPr/>
          </p:nvGrpSpPr>
          <p:grpSpPr>
            <a:xfrm>
              <a:off x="2138092" y="4070572"/>
              <a:ext cx="3187535" cy="1799829"/>
              <a:chOff x="2138092" y="4070572"/>
              <a:chExt cx="3187535" cy="1799829"/>
            </a:xfrm>
          </p:grpSpPr>
          <p:grpSp>
            <p:nvGrpSpPr>
              <p:cNvPr id="356" name="Google Shape;356;p11"/>
              <p:cNvGrpSpPr/>
              <p:nvPr/>
            </p:nvGrpSpPr>
            <p:grpSpPr>
              <a:xfrm rot="10800000" flipH="1">
                <a:off x="2157161" y="4070572"/>
                <a:ext cx="3168466" cy="1799829"/>
                <a:chOff x="4129076" y="-686277"/>
                <a:chExt cx="2879377" cy="1635316"/>
              </a:xfrm>
            </p:grpSpPr>
            <p:sp>
              <p:nvSpPr>
                <p:cNvPr id="357" name="Google Shape;357;p11"/>
                <p:cNvSpPr/>
                <p:nvPr/>
              </p:nvSpPr>
              <p:spPr>
                <a:xfrm>
                  <a:off x="4129076" y="-686277"/>
                  <a:ext cx="2879377" cy="1635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55" h="11958" extrusionOk="0">
                      <a:moveTo>
                        <a:pt x="16827" y="1"/>
                      </a:moveTo>
                      <a:cubicBezTo>
                        <a:pt x="16033" y="1"/>
                        <a:pt x="15235" y="124"/>
                        <a:pt x="14444" y="243"/>
                      </a:cubicBezTo>
                      <a:cubicBezTo>
                        <a:pt x="14444" y="252"/>
                        <a:pt x="14435" y="252"/>
                        <a:pt x="14426" y="252"/>
                      </a:cubicBezTo>
                      <a:lnTo>
                        <a:pt x="446" y="3392"/>
                      </a:lnTo>
                      <a:cubicBezTo>
                        <a:pt x="304" y="3419"/>
                        <a:pt x="197" y="3535"/>
                        <a:pt x="161" y="3677"/>
                      </a:cubicBezTo>
                      <a:cubicBezTo>
                        <a:pt x="0" y="4355"/>
                        <a:pt x="18" y="5087"/>
                        <a:pt x="206" y="5765"/>
                      </a:cubicBezTo>
                      <a:cubicBezTo>
                        <a:pt x="249" y="5934"/>
                        <a:pt x="403" y="6030"/>
                        <a:pt x="560" y="6030"/>
                      </a:cubicBezTo>
                      <a:cubicBezTo>
                        <a:pt x="661" y="6030"/>
                        <a:pt x="763" y="5991"/>
                        <a:pt x="839" y="5908"/>
                      </a:cubicBezTo>
                      <a:cubicBezTo>
                        <a:pt x="839" y="5908"/>
                        <a:pt x="839" y="5908"/>
                        <a:pt x="839" y="5899"/>
                      </a:cubicBezTo>
                      <a:cubicBezTo>
                        <a:pt x="917" y="5821"/>
                        <a:pt x="1014" y="5785"/>
                        <a:pt x="1110" y="5785"/>
                      </a:cubicBezTo>
                      <a:cubicBezTo>
                        <a:pt x="1288" y="5785"/>
                        <a:pt x="1461" y="5909"/>
                        <a:pt x="1490" y="6113"/>
                      </a:cubicBezTo>
                      <a:cubicBezTo>
                        <a:pt x="1535" y="6425"/>
                        <a:pt x="1481" y="6782"/>
                        <a:pt x="1472" y="7112"/>
                      </a:cubicBezTo>
                      <a:cubicBezTo>
                        <a:pt x="1448" y="7622"/>
                        <a:pt x="1734" y="8277"/>
                        <a:pt x="2213" y="8277"/>
                      </a:cubicBezTo>
                      <a:cubicBezTo>
                        <a:pt x="2253" y="8277"/>
                        <a:pt x="2295" y="8272"/>
                        <a:pt x="2338" y="8263"/>
                      </a:cubicBezTo>
                      <a:cubicBezTo>
                        <a:pt x="2721" y="8173"/>
                        <a:pt x="2882" y="7718"/>
                        <a:pt x="3203" y="7478"/>
                      </a:cubicBezTo>
                      <a:cubicBezTo>
                        <a:pt x="3357" y="7360"/>
                        <a:pt x="3532" y="7309"/>
                        <a:pt x="3712" y="7309"/>
                      </a:cubicBezTo>
                      <a:cubicBezTo>
                        <a:pt x="4232" y="7309"/>
                        <a:pt x="4793" y="7737"/>
                        <a:pt x="5005" y="8254"/>
                      </a:cubicBezTo>
                      <a:cubicBezTo>
                        <a:pt x="5299" y="8950"/>
                        <a:pt x="5210" y="9735"/>
                        <a:pt x="5362" y="10475"/>
                      </a:cubicBezTo>
                      <a:cubicBezTo>
                        <a:pt x="5501" y="11195"/>
                        <a:pt x="6028" y="11958"/>
                        <a:pt x="6754" y="11958"/>
                      </a:cubicBezTo>
                      <a:cubicBezTo>
                        <a:pt x="6775" y="11958"/>
                        <a:pt x="6795" y="11957"/>
                        <a:pt x="6816" y="11956"/>
                      </a:cubicBezTo>
                      <a:cubicBezTo>
                        <a:pt x="7646" y="11902"/>
                        <a:pt x="8074" y="10903"/>
                        <a:pt x="8083" y="10074"/>
                      </a:cubicBezTo>
                      <a:cubicBezTo>
                        <a:pt x="8101" y="9244"/>
                        <a:pt x="7922" y="8352"/>
                        <a:pt x="8342" y="7638"/>
                      </a:cubicBezTo>
                      <a:cubicBezTo>
                        <a:pt x="8501" y="7373"/>
                        <a:pt x="8783" y="7133"/>
                        <a:pt x="9077" y="7133"/>
                      </a:cubicBezTo>
                      <a:cubicBezTo>
                        <a:pt x="9129" y="7133"/>
                        <a:pt x="9182" y="7140"/>
                        <a:pt x="9234" y="7156"/>
                      </a:cubicBezTo>
                      <a:cubicBezTo>
                        <a:pt x="9698" y="7290"/>
                        <a:pt x="9814" y="7950"/>
                        <a:pt x="10268" y="8111"/>
                      </a:cubicBezTo>
                      <a:cubicBezTo>
                        <a:pt x="10333" y="8133"/>
                        <a:pt x="10396" y="8143"/>
                        <a:pt x="10457" y="8143"/>
                      </a:cubicBezTo>
                      <a:cubicBezTo>
                        <a:pt x="10897" y="8143"/>
                        <a:pt x="11257" y="7623"/>
                        <a:pt x="11500" y="7192"/>
                      </a:cubicBezTo>
                      <a:cubicBezTo>
                        <a:pt x="11702" y="6827"/>
                        <a:pt x="12110" y="6447"/>
                        <a:pt x="12474" y="6447"/>
                      </a:cubicBezTo>
                      <a:cubicBezTo>
                        <a:pt x="12591" y="6447"/>
                        <a:pt x="12703" y="6486"/>
                        <a:pt x="12802" y="6577"/>
                      </a:cubicBezTo>
                      <a:cubicBezTo>
                        <a:pt x="13061" y="6817"/>
                        <a:pt x="13034" y="7290"/>
                        <a:pt x="13346" y="7460"/>
                      </a:cubicBezTo>
                      <a:cubicBezTo>
                        <a:pt x="13413" y="7496"/>
                        <a:pt x="13481" y="7511"/>
                        <a:pt x="13551" y="7511"/>
                      </a:cubicBezTo>
                      <a:cubicBezTo>
                        <a:pt x="13950" y="7511"/>
                        <a:pt x="14389" y="7006"/>
                        <a:pt x="14772" y="7006"/>
                      </a:cubicBezTo>
                      <a:cubicBezTo>
                        <a:pt x="14849" y="7006"/>
                        <a:pt x="14925" y="7026"/>
                        <a:pt x="14997" y="7076"/>
                      </a:cubicBezTo>
                      <a:cubicBezTo>
                        <a:pt x="15104" y="7156"/>
                        <a:pt x="15166" y="7281"/>
                        <a:pt x="15211" y="7415"/>
                      </a:cubicBezTo>
                      <a:cubicBezTo>
                        <a:pt x="15648" y="8602"/>
                        <a:pt x="15273" y="10065"/>
                        <a:pt x="16040" y="11073"/>
                      </a:cubicBezTo>
                      <a:cubicBezTo>
                        <a:pt x="16156" y="11216"/>
                        <a:pt x="16290" y="11349"/>
                        <a:pt x="16460" y="11421"/>
                      </a:cubicBezTo>
                      <a:cubicBezTo>
                        <a:pt x="16543" y="11452"/>
                        <a:pt x="16631" y="11466"/>
                        <a:pt x="16720" y="11466"/>
                      </a:cubicBezTo>
                      <a:cubicBezTo>
                        <a:pt x="16908" y="11466"/>
                        <a:pt x="17102" y="11404"/>
                        <a:pt x="17272" y="11314"/>
                      </a:cubicBezTo>
                      <a:cubicBezTo>
                        <a:pt x="18262" y="10761"/>
                        <a:pt x="18360" y="9387"/>
                        <a:pt x="18244" y="8263"/>
                      </a:cubicBezTo>
                      <a:cubicBezTo>
                        <a:pt x="18217" y="7959"/>
                        <a:pt x="18208" y="7594"/>
                        <a:pt x="18476" y="7442"/>
                      </a:cubicBezTo>
                      <a:cubicBezTo>
                        <a:pt x="18538" y="7406"/>
                        <a:pt x="18606" y="7390"/>
                        <a:pt x="18675" y="7390"/>
                      </a:cubicBezTo>
                      <a:cubicBezTo>
                        <a:pt x="18866" y="7390"/>
                        <a:pt x="19067" y="7513"/>
                        <a:pt x="19172" y="7683"/>
                      </a:cubicBezTo>
                      <a:cubicBezTo>
                        <a:pt x="19243" y="7808"/>
                        <a:pt x="19288" y="7950"/>
                        <a:pt x="19306" y="8102"/>
                      </a:cubicBezTo>
                      <a:cubicBezTo>
                        <a:pt x="19335" y="8293"/>
                        <a:pt x="19492" y="8424"/>
                        <a:pt x="19671" y="8424"/>
                      </a:cubicBezTo>
                      <a:cubicBezTo>
                        <a:pt x="19709" y="8424"/>
                        <a:pt x="19748" y="8418"/>
                        <a:pt x="19787" y="8405"/>
                      </a:cubicBezTo>
                      <a:cubicBezTo>
                        <a:pt x="20251" y="8272"/>
                        <a:pt x="20635" y="7861"/>
                        <a:pt x="20813" y="7406"/>
                      </a:cubicBezTo>
                      <a:cubicBezTo>
                        <a:pt x="21054" y="6809"/>
                        <a:pt x="21018" y="6139"/>
                        <a:pt x="20983" y="5497"/>
                      </a:cubicBezTo>
                      <a:cubicBezTo>
                        <a:pt x="20947" y="4819"/>
                        <a:pt x="20911" y="4141"/>
                        <a:pt x="20867" y="3463"/>
                      </a:cubicBezTo>
                      <a:cubicBezTo>
                        <a:pt x="20849" y="3044"/>
                        <a:pt x="20822" y="2616"/>
                        <a:pt x="20697" y="2214"/>
                      </a:cubicBezTo>
                      <a:cubicBezTo>
                        <a:pt x="20331" y="1081"/>
                        <a:pt x="19181" y="341"/>
                        <a:pt x="18012" y="109"/>
                      </a:cubicBezTo>
                      <a:cubicBezTo>
                        <a:pt x="17619" y="32"/>
                        <a:pt x="17224" y="1"/>
                        <a:pt x="1682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58" name="Google Shape;358;p11"/>
                <p:cNvSpPr/>
                <p:nvPr/>
              </p:nvSpPr>
              <p:spPr>
                <a:xfrm>
                  <a:off x="5076447" y="119145"/>
                  <a:ext cx="104741" cy="81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4" h="626" extrusionOk="0">
                      <a:moveTo>
                        <a:pt x="402" y="1"/>
                      </a:moveTo>
                      <a:cubicBezTo>
                        <a:pt x="1" y="1"/>
                        <a:pt x="1" y="625"/>
                        <a:pt x="402" y="625"/>
                      </a:cubicBezTo>
                      <a:cubicBezTo>
                        <a:pt x="803" y="625"/>
                        <a:pt x="803" y="1"/>
                        <a:pt x="4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59" name="Google Shape;359;p11"/>
                <p:cNvSpPr/>
                <p:nvPr/>
              </p:nvSpPr>
              <p:spPr>
                <a:xfrm>
                  <a:off x="4964931" y="276127"/>
                  <a:ext cx="102396" cy="79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6" h="607" extrusionOk="0">
                      <a:moveTo>
                        <a:pt x="393" y="0"/>
                      </a:moveTo>
                      <a:cubicBezTo>
                        <a:pt x="0" y="0"/>
                        <a:pt x="0" y="607"/>
                        <a:pt x="393" y="607"/>
                      </a:cubicBezTo>
                      <a:cubicBezTo>
                        <a:pt x="785" y="607"/>
                        <a:pt x="785" y="0"/>
                        <a:pt x="3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60" name="Google Shape;360;p11"/>
                <p:cNvSpPr/>
                <p:nvPr/>
              </p:nvSpPr>
              <p:spPr>
                <a:xfrm>
                  <a:off x="5426575" y="107300"/>
                  <a:ext cx="62923" cy="48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3" h="375" extrusionOk="0">
                      <a:moveTo>
                        <a:pt x="241" y="0"/>
                      </a:moveTo>
                      <a:cubicBezTo>
                        <a:pt x="1" y="0"/>
                        <a:pt x="1" y="375"/>
                        <a:pt x="241" y="375"/>
                      </a:cubicBezTo>
                      <a:cubicBezTo>
                        <a:pt x="482" y="375"/>
                        <a:pt x="482" y="0"/>
                        <a:pt x="24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361" name="Google Shape;361;p11"/>
              <p:cNvSpPr/>
              <p:nvPr/>
            </p:nvSpPr>
            <p:spPr>
              <a:xfrm rot="10800000">
                <a:off x="2138092" y="4940082"/>
                <a:ext cx="3172149" cy="611270"/>
              </a:xfrm>
              <a:custGeom>
                <a:avLst/>
                <a:gdLst/>
                <a:ahLst/>
                <a:cxnLst/>
                <a:rect l="l" t="t" r="r" b="b"/>
                <a:pathLst>
                  <a:path w="21733" h="4893" extrusionOk="0">
                    <a:moveTo>
                      <a:pt x="3008" y="0"/>
                    </a:moveTo>
                    <a:cubicBezTo>
                      <a:pt x="1945" y="0"/>
                      <a:pt x="940" y="367"/>
                      <a:pt x="1" y="872"/>
                    </a:cubicBezTo>
                    <a:cubicBezTo>
                      <a:pt x="10" y="1024"/>
                      <a:pt x="27" y="1184"/>
                      <a:pt x="45" y="1336"/>
                    </a:cubicBezTo>
                    <a:cubicBezTo>
                      <a:pt x="961" y="881"/>
                      <a:pt x="1925" y="542"/>
                      <a:pt x="2912" y="542"/>
                    </a:cubicBezTo>
                    <a:cubicBezTo>
                      <a:pt x="3377" y="542"/>
                      <a:pt x="3847" y="617"/>
                      <a:pt x="4318" y="792"/>
                    </a:cubicBezTo>
                    <a:cubicBezTo>
                      <a:pt x="5514" y="1229"/>
                      <a:pt x="5942" y="2076"/>
                      <a:pt x="6272" y="3245"/>
                    </a:cubicBezTo>
                    <a:cubicBezTo>
                      <a:pt x="6468" y="3968"/>
                      <a:pt x="6879" y="4797"/>
                      <a:pt x="7726" y="4886"/>
                    </a:cubicBezTo>
                    <a:cubicBezTo>
                      <a:pt x="7768" y="4891"/>
                      <a:pt x="7809" y="4893"/>
                      <a:pt x="7849" y="4893"/>
                    </a:cubicBezTo>
                    <a:cubicBezTo>
                      <a:pt x="8482" y="4893"/>
                      <a:pt x="8945" y="4383"/>
                      <a:pt x="9314" y="3905"/>
                    </a:cubicBezTo>
                    <a:cubicBezTo>
                      <a:pt x="9662" y="3450"/>
                      <a:pt x="9974" y="3013"/>
                      <a:pt x="10501" y="2736"/>
                    </a:cubicBezTo>
                    <a:cubicBezTo>
                      <a:pt x="10762" y="2599"/>
                      <a:pt x="11002" y="2543"/>
                      <a:pt x="11233" y="2543"/>
                    </a:cubicBezTo>
                    <a:cubicBezTo>
                      <a:pt x="11662" y="2543"/>
                      <a:pt x="12058" y="2739"/>
                      <a:pt x="12499" y="2977"/>
                    </a:cubicBezTo>
                    <a:cubicBezTo>
                      <a:pt x="12804" y="3137"/>
                      <a:pt x="13117" y="3206"/>
                      <a:pt x="13428" y="3206"/>
                    </a:cubicBezTo>
                    <a:cubicBezTo>
                      <a:pt x="13936" y="3206"/>
                      <a:pt x="14440" y="3022"/>
                      <a:pt x="14899" y="2745"/>
                    </a:cubicBezTo>
                    <a:cubicBezTo>
                      <a:pt x="15934" y="2121"/>
                      <a:pt x="16728" y="1327"/>
                      <a:pt x="18003" y="1247"/>
                    </a:cubicBezTo>
                    <a:cubicBezTo>
                      <a:pt x="18054" y="1243"/>
                      <a:pt x="18105" y="1242"/>
                      <a:pt x="18157" y="1242"/>
                    </a:cubicBezTo>
                    <a:cubicBezTo>
                      <a:pt x="19210" y="1242"/>
                      <a:pt x="20504" y="1905"/>
                      <a:pt x="21661" y="2041"/>
                    </a:cubicBezTo>
                    <a:cubicBezTo>
                      <a:pt x="21688" y="1907"/>
                      <a:pt x="21714" y="1773"/>
                      <a:pt x="21732" y="1639"/>
                    </a:cubicBezTo>
                    <a:cubicBezTo>
                      <a:pt x="21268" y="1595"/>
                      <a:pt x="20804" y="1461"/>
                      <a:pt x="20385" y="1318"/>
                    </a:cubicBezTo>
                    <a:cubicBezTo>
                      <a:pt x="19626" y="1063"/>
                      <a:pt x="18898" y="825"/>
                      <a:pt x="18116" y="825"/>
                    </a:cubicBezTo>
                    <a:cubicBezTo>
                      <a:pt x="17941" y="825"/>
                      <a:pt x="17764" y="837"/>
                      <a:pt x="17584" y="863"/>
                    </a:cubicBezTo>
                    <a:cubicBezTo>
                      <a:pt x="16540" y="1015"/>
                      <a:pt x="15800" y="1550"/>
                      <a:pt x="14952" y="2130"/>
                    </a:cubicBezTo>
                    <a:cubicBezTo>
                      <a:pt x="14506" y="2434"/>
                      <a:pt x="13992" y="2713"/>
                      <a:pt x="13455" y="2713"/>
                    </a:cubicBezTo>
                    <a:cubicBezTo>
                      <a:pt x="13284" y="2713"/>
                      <a:pt x="13110" y="2685"/>
                      <a:pt x="12936" y="2620"/>
                    </a:cubicBezTo>
                    <a:cubicBezTo>
                      <a:pt x="12499" y="2451"/>
                      <a:pt x="12160" y="2130"/>
                      <a:pt x="11687" y="2041"/>
                    </a:cubicBezTo>
                    <a:cubicBezTo>
                      <a:pt x="11567" y="2017"/>
                      <a:pt x="11445" y="2006"/>
                      <a:pt x="11325" y="2006"/>
                    </a:cubicBezTo>
                    <a:cubicBezTo>
                      <a:pt x="10703" y="2006"/>
                      <a:pt x="10089" y="2296"/>
                      <a:pt x="9626" y="2692"/>
                    </a:cubicBezTo>
                    <a:cubicBezTo>
                      <a:pt x="9139" y="3107"/>
                      <a:pt x="8440" y="4288"/>
                      <a:pt x="7772" y="4288"/>
                    </a:cubicBezTo>
                    <a:cubicBezTo>
                      <a:pt x="7522" y="4288"/>
                      <a:pt x="7276" y="4123"/>
                      <a:pt x="7048" y="3691"/>
                    </a:cubicBezTo>
                    <a:cubicBezTo>
                      <a:pt x="6575" y="2808"/>
                      <a:pt x="6647" y="1871"/>
                      <a:pt x="5897" y="1122"/>
                    </a:cubicBezTo>
                    <a:cubicBezTo>
                      <a:pt x="5362" y="578"/>
                      <a:pt x="4631" y="239"/>
                      <a:pt x="3890" y="87"/>
                    </a:cubicBezTo>
                    <a:cubicBezTo>
                      <a:pt x="3592" y="28"/>
                      <a:pt x="3298" y="0"/>
                      <a:pt x="30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362" name="Google Shape;362;p11"/>
          <p:cNvGrpSpPr/>
          <p:nvPr/>
        </p:nvGrpSpPr>
        <p:grpSpPr>
          <a:xfrm>
            <a:off x="5165718" y="4147549"/>
            <a:ext cx="4120382" cy="1208351"/>
            <a:chOff x="5165718" y="4147549"/>
            <a:chExt cx="4120382" cy="1208351"/>
          </a:xfrm>
        </p:grpSpPr>
        <p:sp>
          <p:nvSpPr>
            <p:cNvPr id="363" name="Google Shape;363;p11"/>
            <p:cNvSpPr/>
            <p:nvPr/>
          </p:nvSpPr>
          <p:spPr>
            <a:xfrm rot="10800000">
              <a:off x="5165718" y="4147549"/>
              <a:ext cx="4120382" cy="1208351"/>
            </a:xfrm>
            <a:custGeom>
              <a:avLst/>
              <a:gdLst/>
              <a:ahLst/>
              <a:cxnLst/>
              <a:rect l="l" t="t" r="r" b="b"/>
              <a:pathLst>
                <a:path w="19663" h="6405" extrusionOk="0">
                  <a:moveTo>
                    <a:pt x="15799" y="0"/>
                  </a:moveTo>
                  <a:cubicBezTo>
                    <a:pt x="14930" y="0"/>
                    <a:pt x="14048" y="589"/>
                    <a:pt x="13212" y="812"/>
                  </a:cubicBezTo>
                  <a:cubicBezTo>
                    <a:pt x="12864" y="905"/>
                    <a:pt x="12513" y="943"/>
                    <a:pt x="12160" y="943"/>
                  </a:cubicBezTo>
                  <a:cubicBezTo>
                    <a:pt x="10715" y="943"/>
                    <a:pt x="9235" y="318"/>
                    <a:pt x="7772" y="318"/>
                  </a:cubicBezTo>
                  <a:cubicBezTo>
                    <a:pt x="7530" y="318"/>
                    <a:pt x="7289" y="336"/>
                    <a:pt x="7048" y="375"/>
                  </a:cubicBezTo>
                  <a:cubicBezTo>
                    <a:pt x="6660" y="444"/>
                    <a:pt x="6281" y="563"/>
                    <a:pt x="5886" y="563"/>
                  </a:cubicBezTo>
                  <a:cubicBezTo>
                    <a:pt x="5872" y="563"/>
                    <a:pt x="5858" y="563"/>
                    <a:pt x="5844" y="563"/>
                  </a:cubicBezTo>
                  <a:cubicBezTo>
                    <a:pt x="5288" y="550"/>
                    <a:pt x="4709" y="284"/>
                    <a:pt x="4175" y="284"/>
                  </a:cubicBezTo>
                  <a:cubicBezTo>
                    <a:pt x="3971" y="284"/>
                    <a:pt x="3774" y="323"/>
                    <a:pt x="3587" y="429"/>
                  </a:cubicBezTo>
                  <a:cubicBezTo>
                    <a:pt x="3444" y="509"/>
                    <a:pt x="3319" y="616"/>
                    <a:pt x="3167" y="661"/>
                  </a:cubicBezTo>
                  <a:cubicBezTo>
                    <a:pt x="3094" y="682"/>
                    <a:pt x="3019" y="690"/>
                    <a:pt x="2941" y="690"/>
                  </a:cubicBezTo>
                  <a:cubicBezTo>
                    <a:pt x="2593" y="690"/>
                    <a:pt x="2206" y="519"/>
                    <a:pt x="1846" y="519"/>
                  </a:cubicBezTo>
                  <a:cubicBezTo>
                    <a:pt x="1668" y="519"/>
                    <a:pt x="1496" y="561"/>
                    <a:pt x="1338" y="688"/>
                  </a:cubicBezTo>
                  <a:cubicBezTo>
                    <a:pt x="1187" y="812"/>
                    <a:pt x="1071" y="991"/>
                    <a:pt x="883" y="1044"/>
                  </a:cubicBezTo>
                  <a:cubicBezTo>
                    <a:pt x="842" y="1055"/>
                    <a:pt x="799" y="1057"/>
                    <a:pt x="756" y="1057"/>
                  </a:cubicBezTo>
                  <a:cubicBezTo>
                    <a:pt x="721" y="1057"/>
                    <a:pt x="686" y="1056"/>
                    <a:pt x="651" y="1056"/>
                  </a:cubicBezTo>
                  <a:cubicBezTo>
                    <a:pt x="618" y="1056"/>
                    <a:pt x="585" y="1057"/>
                    <a:pt x="553" y="1062"/>
                  </a:cubicBezTo>
                  <a:cubicBezTo>
                    <a:pt x="268" y="1098"/>
                    <a:pt x="63" y="1392"/>
                    <a:pt x="27" y="1687"/>
                  </a:cubicBezTo>
                  <a:cubicBezTo>
                    <a:pt x="0" y="1981"/>
                    <a:pt x="107" y="2275"/>
                    <a:pt x="250" y="2534"/>
                  </a:cubicBezTo>
                  <a:cubicBezTo>
                    <a:pt x="535" y="3080"/>
                    <a:pt x="1051" y="3574"/>
                    <a:pt x="1628" y="3574"/>
                  </a:cubicBezTo>
                  <a:cubicBezTo>
                    <a:pt x="1682" y="3574"/>
                    <a:pt x="1738" y="3569"/>
                    <a:pt x="1793" y="3560"/>
                  </a:cubicBezTo>
                  <a:cubicBezTo>
                    <a:pt x="2025" y="3524"/>
                    <a:pt x="2239" y="3408"/>
                    <a:pt x="2462" y="3337"/>
                  </a:cubicBezTo>
                  <a:cubicBezTo>
                    <a:pt x="2635" y="3288"/>
                    <a:pt x="2809" y="3268"/>
                    <a:pt x="2985" y="3268"/>
                  </a:cubicBezTo>
                  <a:cubicBezTo>
                    <a:pt x="3537" y="3268"/>
                    <a:pt x="4102" y="3459"/>
                    <a:pt x="4657" y="3507"/>
                  </a:cubicBezTo>
                  <a:cubicBezTo>
                    <a:pt x="4746" y="3514"/>
                    <a:pt x="4836" y="3517"/>
                    <a:pt x="4925" y="3517"/>
                  </a:cubicBezTo>
                  <a:cubicBezTo>
                    <a:pt x="6130" y="3517"/>
                    <a:pt x="7329" y="2921"/>
                    <a:pt x="8502" y="2921"/>
                  </a:cubicBezTo>
                  <a:cubicBezTo>
                    <a:pt x="8786" y="2921"/>
                    <a:pt x="9069" y="2956"/>
                    <a:pt x="9350" y="3043"/>
                  </a:cubicBezTo>
                  <a:cubicBezTo>
                    <a:pt x="9813" y="3185"/>
                    <a:pt x="10393" y="3373"/>
                    <a:pt x="10822" y="3551"/>
                  </a:cubicBezTo>
                  <a:cubicBezTo>
                    <a:pt x="11294" y="3756"/>
                    <a:pt x="11384" y="4086"/>
                    <a:pt x="11223" y="4595"/>
                  </a:cubicBezTo>
                  <a:cubicBezTo>
                    <a:pt x="11143" y="4871"/>
                    <a:pt x="11036" y="5157"/>
                    <a:pt x="11125" y="5434"/>
                  </a:cubicBezTo>
                  <a:cubicBezTo>
                    <a:pt x="11204" y="5665"/>
                    <a:pt x="11444" y="5804"/>
                    <a:pt x="11680" y="5804"/>
                  </a:cubicBezTo>
                  <a:cubicBezTo>
                    <a:pt x="11817" y="5804"/>
                    <a:pt x="11951" y="5758"/>
                    <a:pt x="12053" y="5657"/>
                  </a:cubicBezTo>
                  <a:cubicBezTo>
                    <a:pt x="12293" y="5416"/>
                    <a:pt x="12276" y="5023"/>
                    <a:pt x="12204" y="4684"/>
                  </a:cubicBezTo>
                  <a:cubicBezTo>
                    <a:pt x="12124" y="4309"/>
                    <a:pt x="11928" y="3872"/>
                    <a:pt x="12035" y="3498"/>
                  </a:cubicBezTo>
                  <a:cubicBezTo>
                    <a:pt x="12169" y="3061"/>
                    <a:pt x="12731" y="2686"/>
                    <a:pt x="13114" y="2543"/>
                  </a:cubicBezTo>
                  <a:cubicBezTo>
                    <a:pt x="13328" y="2465"/>
                    <a:pt x="13554" y="2426"/>
                    <a:pt x="13779" y="2426"/>
                  </a:cubicBezTo>
                  <a:cubicBezTo>
                    <a:pt x="14120" y="2426"/>
                    <a:pt x="14461" y="2514"/>
                    <a:pt x="14756" y="2686"/>
                  </a:cubicBezTo>
                  <a:cubicBezTo>
                    <a:pt x="15014" y="2837"/>
                    <a:pt x="15246" y="3061"/>
                    <a:pt x="15344" y="3355"/>
                  </a:cubicBezTo>
                  <a:cubicBezTo>
                    <a:pt x="15478" y="3810"/>
                    <a:pt x="15246" y="4283"/>
                    <a:pt x="15095" y="4738"/>
                  </a:cubicBezTo>
                  <a:cubicBezTo>
                    <a:pt x="14970" y="5086"/>
                    <a:pt x="14889" y="5478"/>
                    <a:pt x="15005" y="5835"/>
                  </a:cubicBezTo>
                  <a:cubicBezTo>
                    <a:pt x="15107" y="6147"/>
                    <a:pt x="15393" y="6405"/>
                    <a:pt x="15701" y="6405"/>
                  </a:cubicBezTo>
                  <a:cubicBezTo>
                    <a:pt x="15746" y="6405"/>
                    <a:pt x="15790" y="6399"/>
                    <a:pt x="15835" y="6388"/>
                  </a:cubicBezTo>
                  <a:cubicBezTo>
                    <a:pt x="16210" y="6290"/>
                    <a:pt x="16397" y="5817"/>
                    <a:pt x="16388" y="5407"/>
                  </a:cubicBezTo>
                  <a:cubicBezTo>
                    <a:pt x="16388" y="4996"/>
                    <a:pt x="16272" y="4586"/>
                    <a:pt x="16317" y="4185"/>
                  </a:cubicBezTo>
                  <a:cubicBezTo>
                    <a:pt x="16379" y="3583"/>
                    <a:pt x="16671" y="3442"/>
                    <a:pt x="17037" y="3442"/>
                  </a:cubicBezTo>
                  <a:cubicBezTo>
                    <a:pt x="17360" y="3442"/>
                    <a:pt x="17739" y="3551"/>
                    <a:pt x="18068" y="3551"/>
                  </a:cubicBezTo>
                  <a:cubicBezTo>
                    <a:pt x="18119" y="3551"/>
                    <a:pt x="18169" y="3548"/>
                    <a:pt x="18217" y="3542"/>
                  </a:cubicBezTo>
                  <a:cubicBezTo>
                    <a:pt x="18654" y="3489"/>
                    <a:pt x="19020" y="3069"/>
                    <a:pt x="19038" y="2614"/>
                  </a:cubicBezTo>
                  <a:cubicBezTo>
                    <a:pt x="19038" y="2445"/>
                    <a:pt x="19011" y="2267"/>
                    <a:pt x="19091" y="2124"/>
                  </a:cubicBezTo>
                  <a:cubicBezTo>
                    <a:pt x="19145" y="2026"/>
                    <a:pt x="19243" y="1963"/>
                    <a:pt x="19323" y="1892"/>
                  </a:cubicBezTo>
                  <a:cubicBezTo>
                    <a:pt x="19662" y="1553"/>
                    <a:pt x="19537" y="902"/>
                    <a:pt x="19154" y="616"/>
                  </a:cubicBezTo>
                  <a:cubicBezTo>
                    <a:pt x="18952" y="462"/>
                    <a:pt x="18703" y="397"/>
                    <a:pt x="18449" y="397"/>
                  </a:cubicBezTo>
                  <a:cubicBezTo>
                    <a:pt x="18231" y="397"/>
                    <a:pt x="18008" y="445"/>
                    <a:pt x="17807" y="527"/>
                  </a:cubicBezTo>
                  <a:cubicBezTo>
                    <a:pt x="17672" y="577"/>
                    <a:pt x="17538" y="644"/>
                    <a:pt x="17403" y="644"/>
                  </a:cubicBezTo>
                  <a:cubicBezTo>
                    <a:pt x="17395" y="644"/>
                    <a:pt x="17387" y="643"/>
                    <a:pt x="17378" y="643"/>
                  </a:cubicBezTo>
                  <a:cubicBezTo>
                    <a:pt x="17164" y="634"/>
                    <a:pt x="16995" y="465"/>
                    <a:pt x="16825" y="340"/>
                  </a:cubicBezTo>
                  <a:cubicBezTo>
                    <a:pt x="16488" y="93"/>
                    <a:pt x="16144" y="0"/>
                    <a:pt x="157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64" name="Google Shape;364;p11"/>
            <p:cNvGrpSpPr/>
            <p:nvPr/>
          </p:nvGrpSpPr>
          <p:grpSpPr>
            <a:xfrm rot="10800000" flipH="1">
              <a:off x="7158932" y="4853341"/>
              <a:ext cx="1629157" cy="306928"/>
              <a:chOff x="6356635" y="162913"/>
              <a:chExt cx="1581091" cy="306928"/>
            </a:xfrm>
          </p:grpSpPr>
          <p:sp>
            <p:nvSpPr>
              <p:cNvPr id="365" name="Google Shape;365;p11"/>
              <p:cNvSpPr/>
              <p:nvPr/>
            </p:nvSpPr>
            <p:spPr>
              <a:xfrm flipH="1">
                <a:off x="7787649" y="162913"/>
                <a:ext cx="150077" cy="11633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893" extrusionOk="0">
                    <a:moveTo>
                      <a:pt x="571" y="1"/>
                    </a:moveTo>
                    <a:cubicBezTo>
                      <a:pt x="0" y="1"/>
                      <a:pt x="0" y="893"/>
                      <a:pt x="571" y="893"/>
                    </a:cubicBezTo>
                    <a:cubicBezTo>
                      <a:pt x="1151" y="893"/>
                      <a:pt x="1151" y="1"/>
                      <a:pt x="5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6" name="Google Shape;366;p11"/>
              <p:cNvSpPr/>
              <p:nvPr/>
            </p:nvSpPr>
            <p:spPr>
              <a:xfrm flipH="1">
                <a:off x="7615686" y="233783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7" name="Google Shape;367;p11"/>
              <p:cNvSpPr/>
              <p:nvPr/>
            </p:nvSpPr>
            <p:spPr>
              <a:xfrm flipH="1">
                <a:off x="7729547" y="390764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8" name="Google Shape;368;p11"/>
              <p:cNvSpPr/>
              <p:nvPr/>
            </p:nvSpPr>
            <p:spPr>
              <a:xfrm flipH="1">
                <a:off x="6356635" y="338926"/>
                <a:ext cx="84939" cy="6644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510" extrusionOk="0">
                    <a:moveTo>
                      <a:pt x="331" y="1"/>
                    </a:moveTo>
                    <a:cubicBezTo>
                      <a:pt x="0" y="1"/>
                      <a:pt x="0" y="509"/>
                      <a:pt x="331" y="509"/>
                    </a:cubicBezTo>
                    <a:cubicBezTo>
                      <a:pt x="652" y="509"/>
                      <a:pt x="652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369" name="Google Shape;369;p11"/>
          <p:cNvGrpSpPr/>
          <p:nvPr/>
        </p:nvGrpSpPr>
        <p:grpSpPr>
          <a:xfrm>
            <a:off x="605331" y="521704"/>
            <a:ext cx="8321138" cy="3775889"/>
            <a:chOff x="520355" y="521704"/>
            <a:chExt cx="8321138" cy="3775889"/>
          </a:xfrm>
        </p:grpSpPr>
        <p:sp>
          <p:nvSpPr>
            <p:cNvPr id="370" name="Google Shape;370;p11"/>
            <p:cNvSpPr/>
            <p:nvPr/>
          </p:nvSpPr>
          <p:spPr>
            <a:xfrm rot="2115196">
              <a:off x="7446434" y="524282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" name="Google Shape;371;p11"/>
            <p:cNvSpPr/>
            <p:nvPr/>
          </p:nvSpPr>
          <p:spPr>
            <a:xfrm rot="3277097">
              <a:off x="8201208" y="3247545"/>
              <a:ext cx="56744" cy="123224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" name="Google Shape;372;p11"/>
            <p:cNvSpPr/>
            <p:nvPr/>
          </p:nvSpPr>
          <p:spPr>
            <a:xfrm rot="-9378507">
              <a:off x="4432843" y="1525686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" name="Google Shape;373;p11"/>
            <p:cNvSpPr/>
            <p:nvPr/>
          </p:nvSpPr>
          <p:spPr>
            <a:xfrm rot="3574462">
              <a:off x="6534170" y="1385258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" name="Google Shape;374;p11"/>
            <p:cNvSpPr/>
            <p:nvPr/>
          </p:nvSpPr>
          <p:spPr>
            <a:xfrm rot="1625383">
              <a:off x="5175929" y="3873285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" name="Google Shape;375;p11"/>
            <p:cNvSpPr/>
            <p:nvPr/>
          </p:nvSpPr>
          <p:spPr>
            <a:xfrm rot="3522601">
              <a:off x="3338685" y="9935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" name="Google Shape;376;p11"/>
            <p:cNvSpPr/>
            <p:nvPr/>
          </p:nvSpPr>
          <p:spPr>
            <a:xfrm rot="3418413">
              <a:off x="1687037" y="1228565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" name="Google Shape;377;p11"/>
            <p:cNvSpPr/>
            <p:nvPr/>
          </p:nvSpPr>
          <p:spPr>
            <a:xfrm rot="-6529139">
              <a:off x="504219" y="2492386"/>
              <a:ext cx="151480" cy="7431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" name="Google Shape;378;p11"/>
            <p:cNvSpPr/>
            <p:nvPr/>
          </p:nvSpPr>
          <p:spPr>
            <a:xfrm rot="3522601">
              <a:off x="3561997" y="41007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" name="Google Shape;379;p11"/>
            <p:cNvSpPr/>
            <p:nvPr/>
          </p:nvSpPr>
          <p:spPr>
            <a:xfrm rot="-3266906">
              <a:off x="5424310" y="781269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" name="Google Shape;380;p11"/>
            <p:cNvSpPr/>
            <p:nvPr/>
          </p:nvSpPr>
          <p:spPr>
            <a:xfrm rot="-1501670">
              <a:off x="656585" y="1238778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" name="Google Shape;381;p11"/>
            <p:cNvSpPr/>
            <p:nvPr/>
          </p:nvSpPr>
          <p:spPr>
            <a:xfrm rot="1867268">
              <a:off x="8741899" y="2157689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" name="Google Shape;382;p11"/>
            <p:cNvSpPr/>
            <p:nvPr/>
          </p:nvSpPr>
          <p:spPr>
            <a:xfrm rot="-2342076">
              <a:off x="7774935" y="1525652"/>
              <a:ext cx="57301" cy="147211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" name="Google Shape;383;p11"/>
            <p:cNvSpPr/>
            <p:nvPr/>
          </p:nvSpPr>
          <p:spPr>
            <a:xfrm rot="-3266906">
              <a:off x="2005557" y="4112720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" name="Google Shape;384;p11"/>
            <p:cNvSpPr/>
            <p:nvPr/>
          </p:nvSpPr>
          <p:spPr>
            <a:xfrm rot="3522601">
              <a:off x="1206272" y="3357078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" name="Google Shape;385;p11"/>
            <p:cNvSpPr/>
            <p:nvPr/>
          </p:nvSpPr>
          <p:spPr>
            <a:xfrm rot="-2695393">
              <a:off x="7770148" y="414995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86" name="Google Shape;386;p11"/>
          <p:cNvSpPr txBox="1"/>
          <p:nvPr>
            <p:ph type="title" hasCustomPrompt="1"/>
          </p:nvPr>
        </p:nvSpPr>
        <p:spPr>
          <a:xfrm>
            <a:off x="1284000" y="1566175"/>
            <a:ext cx="6576000" cy="1513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7" name="Google Shape;387;p11"/>
          <p:cNvSpPr txBox="1"/>
          <p:nvPr>
            <p:ph type="subTitle" idx="1"/>
          </p:nvPr>
        </p:nvSpPr>
        <p:spPr>
          <a:xfrm>
            <a:off x="1284000" y="3080225"/>
            <a:ext cx="6576000" cy="49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1" name="Google Shape;391;p13"/>
          <p:cNvSpPr txBox="1"/>
          <p:nvPr>
            <p:ph type="title" idx="2"/>
          </p:nvPr>
        </p:nvSpPr>
        <p:spPr>
          <a:xfrm>
            <a:off x="720000" y="1759050"/>
            <a:ext cx="2305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2" name="Google Shape;392;p13"/>
          <p:cNvSpPr txBox="1"/>
          <p:nvPr>
            <p:ph type="subTitle" idx="1"/>
          </p:nvPr>
        </p:nvSpPr>
        <p:spPr>
          <a:xfrm>
            <a:off x="720000" y="2286750"/>
            <a:ext cx="2305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93" name="Google Shape;393;p13"/>
          <p:cNvSpPr txBox="1"/>
          <p:nvPr>
            <p:ph type="title" idx="3"/>
          </p:nvPr>
        </p:nvSpPr>
        <p:spPr>
          <a:xfrm>
            <a:off x="3419269" y="1759050"/>
            <a:ext cx="2305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4" name="Google Shape;394;p13"/>
          <p:cNvSpPr txBox="1"/>
          <p:nvPr>
            <p:ph type="subTitle" idx="4"/>
          </p:nvPr>
        </p:nvSpPr>
        <p:spPr>
          <a:xfrm>
            <a:off x="3419271" y="2286750"/>
            <a:ext cx="2305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95" name="Google Shape;395;p13"/>
          <p:cNvSpPr txBox="1"/>
          <p:nvPr>
            <p:ph type="title" idx="5"/>
          </p:nvPr>
        </p:nvSpPr>
        <p:spPr>
          <a:xfrm>
            <a:off x="3419263" y="3591600"/>
            <a:ext cx="2305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6" name="Google Shape;396;p13"/>
          <p:cNvSpPr txBox="1"/>
          <p:nvPr>
            <p:ph type="subTitle" idx="6"/>
          </p:nvPr>
        </p:nvSpPr>
        <p:spPr>
          <a:xfrm>
            <a:off x="3419263" y="4119300"/>
            <a:ext cx="23055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97" name="Google Shape;397;p13"/>
          <p:cNvSpPr txBox="1"/>
          <p:nvPr>
            <p:ph type="title" idx="7"/>
          </p:nvPr>
        </p:nvSpPr>
        <p:spPr>
          <a:xfrm>
            <a:off x="6118532" y="3591600"/>
            <a:ext cx="2305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8" name="Google Shape;398;p13"/>
          <p:cNvSpPr txBox="1"/>
          <p:nvPr>
            <p:ph type="subTitle" idx="8"/>
          </p:nvPr>
        </p:nvSpPr>
        <p:spPr>
          <a:xfrm>
            <a:off x="6118532" y="4119300"/>
            <a:ext cx="23055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99" name="Google Shape;399;p13"/>
          <p:cNvSpPr txBox="1"/>
          <p:nvPr>
            <p:ph type="title" idx="9"/>
          </p:nvPr>
        </p:nvSpPr>
        <p:spPr>
          <a:xfrm>
            <a:off x="6118545" y="1759050"/>
            <a:ext cx="2305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00" name="Google Shape;400;p13"/>
          <p:cNvSpPr txBox="1"/>
          <p:nvPr>
            <p:ph type="subTitle" idx="13"/>
          </p:nvPr>
        </p:nvSpPr>
        <p:spPr>
          <a:xfrm>
            <a:off x="6118549" y="2286750"/>
            <a:ext cx="2305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401" name="Google Shape;401;p13"/>
          <p:cNvSpPr txBox="1"/>
          <p:nvPr>
            <p:ph type="title" idx="14" hasCustomPrompt="1"/>
          </p:nvPr>
        </p:nvSpPr>
        <p:spPr>
          <a:xfrm>
            <a:off x="1566750" y="1274250"/>
            <a:ext cx="6120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02" name="Google Shape;402;p13"/>
          <p:cNvSpPr txBox="1"/>
          <p:nvPr>
            <p:ph type="title" idx="15" hasCustomPrompt="1"/>
          </p:nvPr>
        </p:nvSpPr>
        <p:spPr>
          <a:xfrm>
            <a:off x="4266025" y="1274250"/>
            <a:ext cx="6120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03" name="Google Shape;403;p13"/>
          <p:cNvSpPr txBox="1"/>
          <p:nvPr>
            <p:ph type="title" idx="16" hasCustomPrompt="1"/>
          </p:nvPr>
        </p:nvSpPr>
        <p:spPr>
          <a:xfrm>
            <a:off x="4212050" y="3106800"/>
            <a:ext cx="7200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04" name="Google Shape;404;p13"/>
          <p:cNvSpPr txBox="1"/>
          <p:nvPr>
            <p:ph type="title" idx="17" hasCustomPrompt="1"/>
          </p:nvPr>
        </p:nvSpPr>
        <p:spPr>
          <a:xfrm>
            <a:off x="6965288" y="3106800"/>
            <a:ext cx="6120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05" name="Google Shape;405;p13"/>
          <p:cNvSpPr txBox="1"/>
          <p:nvPr>
            <p:ph type="title" idx="18" hasCustomPrompt="1"/>
          </p:nvPr>
        </p:nvSpPr>
        <p:spPr>
          <a:xfrm>
            <a:off x="6965300" y="1274250"/>
            <a:ext cx="6120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grpSp>
        <p:nvGrpSpPr>
          <p:cNvPr id="406" name="Google Shape;406;p13"/>
          <p:cNvGrpSpPr/>
          <p:nvPr/>
        </p:nvGrpSpPr>
        <p:grpSpPr>
          <a:xfrm>
            <a:off x="204792" y="178992"/>
            <a:ext cx="8653671" cy="4766588"/>
            <a:chOff x="204792" y="178992"/>
            <a:chExt cx="8653671" cy="4766588"/>
          </a:xfrm>
        </p:grpSpPr>
        <p:sp>
          <p:nvSpPr>
            <p:cNvPr id="407" name="Google Shape;407;p13"/>
            <p:cNvSpPr/>
            <p:nvPr/>
          </p:nvSpPr>
          <p:spPr>
            <a:xfrm rot="-3266906">
              <a:off x="5442210" y="183257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8" name="Google Shape;408;p13"/>
            <p:cNvSpPr/>
            <p:nvPr/>
          </p:nvSpPr>
          <p:spPr>
            <a:xfrm rot="-3266906">
              <a:off x="243044" y="3168170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9" name="Google Shape;409;p13"/>
            <p:cNvSpPr/>
            <p:nvPr/>
          </p:nvSpPr>
          <p:spPr>
            <a:xfrm rot="-2695393">
              <a:off x="379561" y="33575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0" name="Google Shape;410;p13"/>
            <p:cNvSpPr/>
            <p:nvPr/>
          </p:nvSpPr>
          <p:spPr>
            <a:xfrm rot="3522601">
              <a:off x="8752035" y="29499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1" name="Google Shape;411;p13"/>
            <p:cNvSpPr/>
            <p:nvPr/>
          </p:nvSpPr>
          <p:spPr>
            <a:xfrm rot="1601515">
              <a:off x="3766234" y="183257"/>
              <a:ext cx="48619" cy="124906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2" name="Google Shape;412;p13"/>
            <p:cNvSpPr/>
            <p:nvPr/>
          </p:nvSpPr>
          <p:spPr>
            <a:xfrm rot="-2700000">
              <a:off x="8641009" y="1441966"/>
              <a:ext cx="57299" cy="147206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3" name="Google Shape;413;p13"/>
            <p:cNvSpPr/>
            <p:nvPr/>
          </p:nvSpPr>
          <p:spPr>
            <a:xfrm rot="3522601">
              <a:off x="335310" y="16617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4" name="Google Shape;414;p13"/>
            <p:cNvSpPr/>
            <p:nvPr/>
          </p:nvSpPr>
          <p:spPr>
            <a:xfrm rot="-3266906">
              <a:off x="2930507" y="475429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5" name="Google Shape;415;p13"/>
            <p:cNvSpPr/>
            <p:nvPr/>
          </p:nvSpPr>
          <p:spPr>
            <a:xfrm rot="3522601">
              <a:off x="5519785" y="480926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6" name="Google Shape;416;p13"/>
            <p:cNvSpPr/>
            <p:nvPr/>
          </p:nvSpPr>
          <p:spPr>
            <a:xfrm rot="-2695393">
              <a:off x="8747248" y="4368314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17" name="Google Shape;417;p13"/>
          <p:cNvGrpSpPr/>
          <p:nvPr/>
        </p:nvGrpSpPr>
        <p:grpSpPr>
          <a:xfrm>
            <a:off x="6264626" y="-805827"/>
            <a:ext cx="2879381" cy="1635316"/>
            <a:chOff x="6264626" y="-805827"/>
            <a:chExt cx="2879381" cy="1635316"/>
          </a:xfrm>
        </p:grpSpPr>
        <p:sp>
          <p:nvSpPr>
            <p:cNvPr id="418" name="Google Shape;418;p13"/>
            <p:cNvSpPr/>
            <p:nvPr/>
          </p:nvSpPr>
          <p:spPr>
            <a:xfrm>
              <a:off x="6264626" y="-805827"/>
              <a:ext cx="2879377" cy="1635316"/>
            </a:xfrm>
            <a:custGeom>
              <a:avLst/>
              <a:gdLst/>
              <a:ahLst/>
              <a:cxnLst/>
              <a:rect l="l" t="t" r="r" b="b"/>
              <a:pathLst>
                <a:path w="21055" h="11958" extrusionOk="0">
                  <a:moveTo>
                    <a:pt x="16827" y="1"/>
                  </a:moveTo>
                  <a:cubicBezTo>
                    <a:pt x="16033" y="1"/>
                    <a:pt x="15235" y="124"/>
                    <a:pt x="14444" y="243"/>
                  </a:cubicBezTo>
                  <a:cubicBezTo>
                    <a:pt x="14444" y="252"/>
                    <a:pt x="14435" y="252"/>
                    <a:pt x="14426" y="252"/>
                  </a:cubicBezTo>
                  <a:lnTo>
                    <a:pt x="446" y="3392"/>
                  </a:lnTo>
                  <a:cubicBezTo>
                    <a:pt x="304" y="3419"/>
                    <a:pt x="197" y="3535"/>
                    <a:pt x="161" y="3677"/>
                  </a:cubicBezTo>
                  <a:cubicBezTo>
                    <a:pt x="0" y="4355"/>
                    <a:pt x="18" y="5087"/>
                    <a:pt x="206" y="5765"/>
                  </a:cubicBezTo>
                  <a:cubicBezTo>
                    <a:pt x="249" y="5934"/>
                    <a:pt x="403" y="6030"/>
                    <a:pt x="560" y="6030"/>
                  </a:cubicBezTo>
                  <a:cubicBezTo>
                    <a:pt x="661" y="6030"/>
                    <a:pt x="763" y="5991"/>
                    <a:pt x="839" y="5908"/>
                  </a:cubicBezTo>
                  <a:cubicBezTo>
                    <a:pt x="839" y="5908"/>
                    <a:pt x="839" y="5908"/>
                    <a:pt x="839" y="5899"/>
                  </a:cubicBezTo>
                  <a:cubicBezTo>
                    <a:pt x="917" y="5821"/>
                    <a:pt x="1014" y="5785"/>
                    <a:pt x="1110" y="5785"/>
                  </a:cubicBezTo>
                  <a:cubicBezTo>
                    <a:pt x="1288" y="5785"/>
                    <a:pt x="1461" y="5909"/>
                    <a:pt x="1490" y="6113"/>
                  </a:cubicBezTo>
                  <a:cubicBezTo>
                    <a:pt x="1535" y="6425"/>
                    <a:pt x="1481" y="6782"/>
                    <a:pt x="1472" y="7112"/>
                  </a:cubicBezTo>
                  <a:cubicBezTo>
                    <a:pt x="1448" y="7622"/>
                    <a:pt x="1734" y="8277"/>
                    <a:pt x="2213" y="8277"/>
                  </a:cubicBezTo>
                  <a:cubicBezTo>
                    <a:pt x="2253" y="8277"/>
                    <a:pt x="2295" y="8272"/>
                    <a:pt x="2338" y="8263"/>
                  </a:cubicBezTo>
                  <a:cubicBezTo>
                    <a:pt x="2721" y="8173"/>
                    <a:pt x="2882" y="7718"/>
                    <a:pt x="3203" y="7478"/>
                  </a:cubicBezTo>
                  <a:cubicBezTo>
                    <a:pt x="3357" y="7360"/>
                    <a:pt x="3532" y="7309"/>
                    <a:pt x="3712" y="7309"/>
                  </a:cubicBezTo>
                  <a:cubicBezTo>
                    <a:pt x="4232" y="7309"/>
                    <a:pt x="4793" y="7737"/>
                    <a:pt x="5005" y="8254"/>
                  </a:cubicBezTo>
                  <a:cubicBezTo>
                    <a:pt x="5299" y="8950"/>
                    <a:pt x="5210" y="9735"/>
                    <a:pt x="5362" y="10475"/>
                  </a:cubicBezTo>
                  <a:cubicBezTo>
                    <a:pt x="5501" y="11195"/>
                    <a:pt x="6028" y="11958"/>
                    <a:pt x="6754" y="11958"/>
                  </a:cubicBezTo>
                  <a:cubicBezTo>
                    <a:pt x="6775" y="11958"/>
                    <a:pt x="6795" y="11957"/>
                    <a:pt x="6816" y="11956"/>
                  </a:cubicBezTo>
                  <a:cubicBezTo>
                    <a:pt x="7646" y="11902"/>
                    <a:pt x="8074" y="10903"/>
                    <a:pt x="8083" y="10074"/>
                  </a:cubicBezTo>
                  <a:cubicBezTo>
                    <a:pt x="8101" y="9244"/>
                    <a:pt x="7922" y="8352"/>
                    <a:pt x="8342" y="7638"/>
                  </a:cubicBezTo>
                  <a:cubicBezTo>
                    <a:pt x="8501" y="7373"/>
                    <a:pt x="8783" y="7133"/>
                    <a:pt x="9077" y="7133"/>
                  </a:cubicBezTo>
                  <a:cubicBezTo>
                    <a:pt x="9129" y="7133"/>
                    <a:pt x="9182" y="7140"/>
                    <a:pt x="9234" y="7156"/>
                  </a:cubicBezTo>
                  <a:cubicBezTo>
                    <a:pt x="9698" y="7290"/>
                    <a:pt x="9814" y="7950"/>
                    <a:pt x="10268" y="8111"/>
                  </a:cubicBezTo>
                  <a:cubicBezTo>
                    <a:pt x="10333" y="8133"/>
                    <a:pt x="10396" y="8143"/>
                    <a:pt x="10457" y="8143"/>
                  </a:cubicBezTo>
                  <a:cubicBezTo>
                    <a:pt x="10897" y="8143"/>
                    <a:pt x="11257" y="7623"/>
                    <a:pt x="11500" y="7192"/>
                  </a:cubicBezTo>
                  <a:cubicBezTo>
                    <a:pt x="11702" y="6827"/>
                    <a:pt x="12110" y="6447"/>
                    <a:pt x="12474" y="6447"/>
                  </a:cubicBezTo>
                  <a:cubicBezTo>
                    <a:pt x="12591" y="6447"/>
                    <a:pt x="12703" y="6486"/>
                    <a:pt x="12802" y="6577"/>
                  </a:cubicBezTo>
                  <a:cubicBezTo>
                    <a:pt x="13061" y="6817"/>
                    <a:pt x="13034" y="7290"/>
                    <a:pt x="13346" y="7460"/>
                  </a:cubicBezTo>
                  <a:cubicBezTo>
                    <a:pt x="13413" y="7496"/>
                    <a:pt x="13481" y="7511"/>
                    <a:pt x="13551" y="7511"/>
                  </a:cubicBezTo>
                  <a:cubicBezTo>
                    <a:pt x="13950" y="7511"/>
                    <a:pt x="14389" y="7006"/>
                    <a:pt x="14772" y="7006"/>
                  </a:cubicBezTo>
                  <a:cubicBezTo>
                    <a:pt x="14849" y="7006"/>
                    <a:pt x="14925" y="7026"/>
                    <a:pt x="14997" y="7076"/>
                  </a:cubicBezTo>
                  <a:cubicBezTo>
                    <a:pt x="15104" y="7156"/>
                    <a:pt x="15166" y="7281"/>
                    <a:pt x="15211" y="7415"/>
                  </a:cubicBezTo>
                  <a:cubicBezTo>
                    <a:pt x="15648" y="8602"/>
                    <a:pt x="15273" y="10065"/>
                    <a:pt x="16040" y="11073"/>
                  </a:cubicBezTo>
                  <a:cubicBezTo>
                    <a:pt x="16156" y="11216"/>
                    <a:pt x="16290" y="11349"/>
                    <a:pt x="16460" y="11421"/>
                  </a:cubicBezTo>
                  <a:cubicBezTo>
                    <a:pt x="16543" y="11452"/>
                    <a:pt x="16631" y="11466"/>
                    <a:pt x="16720" y="11466"/>
                  </a:cubicBezTo>
                  <a:cubicBezTo>
                    <a:pt x="16908" y="11466"/>
                    <a:pt x="17102" y="11404"/>
                    <a:pt x="17272" y="11314"/>
                  </a:cubicBezTo>
                  <a:cubicBezTo>
                    <a:pt x="18262" y="10761"/>
                    <a:pt x="18360" y="9387"/>
                    <a:pt x="18244" y="8263"/>
                  </a:cubicBezTo>
                  <a:cubicBezTo>
                    <a:pt x="18217" y="7959"/>
                    <a:pt x="18208" y="7594"/>
                    <a:pt x="18476" y="7442"/>
                  </a:cubicBezTo>
                  <a:cubicBezTo>
                    <a:pt x="18538" y="7406"/>
                    <a:pt x="18606" y="7390"/>
                    <a:pt x="18675" y="7390"/>
                  </a:cubicBezTo>
                  <a:cubicBezTo>
                    <a:pt x="18866" y="7390"/>
                    <a:pt x="19067" y="7513"/>
                    <a:pt x="19172" y="7683"/>
                  </a:cubicBezTo>
                  <a:cubicBezTo>
                    <a:pt x="19243" y="7808"/>
                    <a:pt x="19288" y="7950"/>
                    <a:pt x="19306" y="8102"/>
                  </a:cubicBezTo>
                  <a:cubicBezTo>
                    <a:pt x="19335" y="8293"/>
                    <a:pt x="19492" y="8424"/>
                    <a:pt x="19671" y="8424"/>
                  </a:cubicBezTo>
                  <a:cubicBezTo>
                    <a:pt x="19709" y="8424"/>
                    <a:pt x="19748" y="8418"/>
                    <a:pt x="19787" y="8405"/>
                  </a:cubicBezTo>
                  <a:cubicBezTo>
                    <a:pt x="20251" y="8272"/>
                    <a:pt x="20635" y="7861"/>
                    <a:pt x="20813" y="7406"/>
                  </a:cubicBezTo>
                  <a:cubicBezTo>
                    <a:pt x="21054" y="6809"/>
                    <a:pt x="21018" y="6139"/>
                    <a:pt x="20983" y="5497"/>
                  </a:cubicBezTo>
                  <a:cubicBezTo>
                    <a:pt x="20947" y="4819"/>
                    <a:pt x="20911" y="4141"/>
                    <a:pt x="20867" y="3463"/>
                  </a:cubicBezTo>
                  <a:cubicBezTo>
                    <a:pt x="20849" y="3044"/>
                    <a:pt x="20822" y="2616"/>
                    <a:pt x="20697" y="2214"/>
                  </a:cubicBezTo>
                  <a:cubicBezTo>
                    <a:pt x="20331" y="1081"/>
                    <a:pt x="19181" y="341"/>
                    <a:pt x="18012" y="109"/>
                  </a:cubicBezTo>
                  <a:cubicBezTo>
                    <a:pt x="17619" y="32"/>
                    <a:pt x="17224" y="1"/>
                    <a:pt x="168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9" name="Google Shape;419;p13"/>
            <p:cNvSpPr/>
            <p:nvPr/>
          </p:nvSpPr>
          <p:spPr>
            <a:xfrm rot="10506407" flipH="1">
              <a:off x="7857251" y="-258107"/>
              <a:ext cx="1273281" cy="370388"/>
            </a:xfrm>
            <a:custGeom>
              <a:avLst/>
              <a:gdLst/>
              <a:ahLst/>
              <a:cxnLst/>
              <a:rect l="l" t="t" r="r" b="b"/>
              <a:pathLst>
                <a:path w="14096" h="2965" extrusionOk="0">
                  <a:moveTo>
                    <a:pt x="7233" y="0"/>
                  </a:moveTo>
                  <a:cubicBezTo>
                    <a:pt x="7160" y="0"/>
                    <a:pt x="7087" y="4"/>
                    <a:pt x="7012" y="12"/>
                  </a:cubicBezTo>
                  <a:cubicBezTo>
                    <a:pt x="5977" y="119"/>
                    <a:pt x="5272" y="931"/>
                    <a:pt x="4487" y="1510"/>
                  </a:cubicBezTo>
                  <a:cubicBezTo>
                    <a:pt x="3718" y="2084"/>
                    <a:pt x="2849" y="2352"/>
                    <a:pt x="1954" y="2352"/>
                  </a:cubicBezTo>
                  <a:cubicBezTo>
                    <a:pt x="1428" y="2352"/>
                    <a:pt x="894" y="2260"/>
                    <a:pt x="366" y="2081"/>
                  </a:cubicBezTo>
                  <a:cubicBezTo>
                    <a:pt x="338" y="2072"/>
                    <a:pt x="312" y="2067"/>
                    <a:pt x="288" y="2067"/>
                  </a:cubicBezTo>
                  <a:cubicBezTo>
                    <a:pt x="70" y="2067"/>
                    <a:pt x="1" y="2430"/>
                    <a:pt x="250" y="2518"/>
                  </a:cubicBezTo>
                  <a:cubicBezTo>
                    <a:pt x="830" y="2716"/>
                    <a:pt x="1422" y="2827"/>
                    <a:pt x="2014" y="2827"/>
                  </a:cubicBezTo>
                  <a:cubicBezTo>
                    <a:pt x="2569" y="2827"/>
                    <a:pt x="3123" y="2730"/>
                    <a:pt x="3667" y="2518"/>
                  </a:cubicBezTo>
                  <a:cubicBezTo>
                    <a:pt x="4737" y="2099"/>
                    <a:pt x="5415" y="1162"/>
                    <a:pt x="6423" y="690"/>
                  </a:cubicBezTo>
                  <a:cubicBezTo>
                    <a:pt x="6688" y="567"/>
                    <a:pt x="6945" y="515"/>
                    <a:pt x="7196" y="515"/>
                  </a:cubicBezTo>
                  <a:cubicBezTo>
                    <a:pt x="8317" y="515"/>
                    <a:pt x="9317" y="1559"/>
                    <a:pt x="10286" y="2055"/>
                  </a:cubicBezTo>
                  <a:cubicBezTo>
                    <a:pt x="11366" y="2608"/>
                    <a:pt x="12552" y="2893"/>
                    <a:pt x="13774" y="2965"/>
                  </a:cubicBezTo>
                  <a:cubicBezTo>
                    <a:pt x="13780" y="2965"/>
                    <a:pt x="13785" y="2965"/>
                    <a:pt x="13791" y="2965"/>
                  </a:cubicBezTo>
                  <a:cubicBezTo>
                    <a:pt x="14095" y="2965"/>
                    <a:pt x="14090" y="2482"/>
                    <a:pt x="13774" y="2456"/>
                  </a:cubicBezTo>
                  <a:cubicBezTo>
                    <a:pt x="12293" y="2367"/>
                    <a:pt x="10928" y="1930"/>
                    <a:pt x="9697" y="1109"/>
                  </a:cubicBezTo>
                  <a:cubicBezTo>
                    <a:pt x="8944" y="612"/>
                    <a:pt x="8168" y="0"/>
                    <a:pt x="7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0" name="Google Shape;420;p13"/>
            <p:cNvSpPr/>
            <p:nvPr/>
          </p:nvSpPr>
          <p:spPr>
            <a:xfrm>
              <a:off x="7211997" y="-405"/>
              <a:ext cx="104741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1" name="Google Shape;421;p13"/>
            <p:cNvSpPr/>
            <p:nvPr/>
          </p:nvSpPr>
          <p:spPr>
            <a:xfrm>
              <a:off x="7100481" y="156577"/>
              <a:ext cx="102396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2" name="Google Shape;422;p13"/>
            <p:cNvSpPr/>
            <p:nvPr/>
          </p:nvSpPr>
          <p:spPr>
            <a:xfrm>
              <a:off x="7562125" y="-12250"/>
              <a:ext cx="62923" cy="48853"/>
            </a:xfrm>
            <a:custGeom>
              <a:avLst/>
              <a:gdLst/>
              <a:ahLst/>
              <a:cxnLst/>
              <a:rect l="l" t="t" r="r" b="b"/>
              <a:pathLst>
                <a:path w="483" h="375" extrusionOk="0">
                  <a:moveTo>
                    <a:pt x="241" y="0"/>
                  </a:moveTo>
                  <a:cubicBezTo>
                    <a:pt x="1" y="0"/>
                    <a:pt x="1" y="375"/>
                    <a:pt x="241" y="375"/>
                  </a:cubicBezTo>
                  <a:cubicBezTo>
                    <a:pt x="482" y="375"/>
                    <a:pt x="482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3" name="Google Shape;423;p13"/>
            <p:cNvSpPr/>
            <p:nvPr/>
          </p:nvSpPr>
          <p:spPr>
            <a:xfrm rot="10506407" flipH="1">
              <a:off x="6634663" y="-88594"/>
              <a:ext cx="1273281" cy="370388"/>
            </a:xfrm>
            <a:custGeom>
              <a:avLst/>
              <a:gdLst/>
              <a:ahLst/>
              <a:cxnLst/>
              <a:rect l="l" t="t" r="r" b="b"/>
              <a:pathLst>
                <a:path w="14096" h="2965" extrusionOk="0">
                  <a:moveTo>
                    <a:pt x="7233" y="0"/>
                  </a:moveTo>
                  <a:cubicBezTo>
                    <a:pt x="7160" y="0"/>
                    <a:pt x="7087" y="4"/>
                    <a:pt x="7012" y="12"/>
                  </a:cubicBezTo>
                  <a:cubicBezTo>
                    <a:pt x="5977" y="119"/>
                    <a:pt x="5272" y="931"/>
                    <a:pt x="4487" y="1510"/>
                  </a:cubicBezTo>
                  <a:cubicBezTo>
                    <a:pt x="3718" y="2084"/>
                    <a:pt x="2849" y="2352"/>
                    <a:pt x="1954" y="2352"/>
                  </a:cubicBezTo>
                  <a:cubicBezTo>
                    <a:pt x="1428" y="2352"/>
                    <a:pt x="894" y="2260"/>
                    <a:pt x="366" y="2081"/>
                  </a:cubicBezTo>
                  <a:cubicBezTo>
                    <a:pt x="338" y="2072"/>
                    <a:pt x="312" y="2067"/>
                    <a:pt x="288" y="2067"/>
                  </a:cubicBezTo>
                  <a:cubicBezTo>
                    <a:pt x="70" y="2067"/>
                    <a:pt x="1" y="2430"/>
                    <a:pt x="250" y="2518"/>
                  </a:cubicBezTo>
                  <a:cubicBezTo>
                    <a:pt x="830" y="2716"/>
                    <a:pt x="1422" y="2827"/>
                    <a:pt x="2014" y="2827"/>
                  </a:cubicBezTo>
                  <a:cubicBezTo>
                    <a:pt x="2569" y="2827"/>
                    <a:pt x="3123" y="2730"/>
                    <a:pt x="3667" y="2518"/>
                  </a:cubicBezTo>
                  <a:cubicBezTo>
                    <a:pt x="4737" y="2099"/>
                    <a:pt x="5415" y="1162"/>
                    <a:pt x="6423" y="690"/>
                  </a:cubicBezTo>
                  <a:cubicBezTo>
                    <a:pt x="6688" y="567"/>
                    <a:pt x="6945" y="515"/>
                    <a:pt x="7196" y="515"/>
                  </a:cubicBezTo>
                  <a:cubicBezTo>
                    <a:pt x="8317" y="515"/>
                    <a:pt x="9317" y="1559"/>
                    <a:pt x="10286" y="2055"/>
                  </a:cubicBezTo>
                  <a:cubicBezTo>
                    <a:pt x="11366" y="2608"/>
                    <a:pt x="12552" y="2893"/>
                    <a:pt x="13774" y="2965"/>
                  </a:cubicBezTo>
                  <a:cubicBezTo>
                    <a:pt x="13780" y="2965"/>
                    <a:pt x="13785" y="2965"/>
                    <a:pt x="13791" y="2965"/>
                  </a:cubicBezTo>
                  <a:cubicBezTo>
                    <a:pt x="14095" y="2965"/>
                    <a:pt x="14090" y="2482"/>
                    <a:pt x="13774" y="2456"/>
                  </a:cubicBezTo>
                  <a:cubicBezTo>
                    <a:pt x="12293" y="2367"/>
                    <a:pt x="10928" y="1930"/>
                    <a:pt x="9697" y="1109"/>
                  </a:cubicBezTo>
                  <a:cubicBezTo>
                    <a:pt x="8944" y="612"/>
                    <a:pt x="8168" y="0"/>
                    <a:pt x="7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14"/>
          <p:cNvGrpSpPr/>
          <p:nvPr/>
        </p:nvGrpSpPr>
        <p:grpSpPr>
          <a:xfrm>
            <a:off x="-169480" y="-1124034"/>
            <a:ext cx="9936883" cy="3706228"/>
            <a:chOff x="-169480" y="-1124034"/>
            <a:chExt cx="9936883" cy="3706228"/>
          </a:xfrm>
        </p:grpSpPr>
        <p:sp>
          <p:nvSpPr>
            <p:cNvPr id="426" name="Google Shape;426;p14"/>
            <p:cNvSpPr/>
            <p:nvPr/>
          </p:nvSpPr>
          <p:spPr>
            <a:xfrm>
              <a:off x="4129076" y="-686277"/>
              <a:ext cx="2879377" cy="1635316"/>
            </a:xfrm>
            <a:custGeom>
              <a:avLst/>
              <a:gdLst/>
              <a:ahLst/>
              <a:cxnLst/>
              <a:rect l="l" t="t" r="r" b="b"/>
              <a:pathLst>
                <a:path w="21055" h="11958" extrusionOk="0">
                  <a:moveTo>
                    <a:pt x="16827" y="1"/>
                  </a:moveTo>
                  <a:cubicBezTo>
                    <a:pt x="16033" y="1"/>
                    <a:pt x="15235" y="124"/>
                    <a:pt x="14444" y="243"/>
                  </a:cubicBezTo>
                  <a:cubicBezTo>
                    <a:pt x="14444" y="252"/>
                    <a:pt x="14435" y="252"/>
                    <a:pt x="14426" y="252"/>
                  </a:cubicBezTo>
                  <a:lnTo>
                    <a:pt x="446" y="3392"/>
                  </a:lnTo>
                  <a:cubicBezTo>
                    <a:pt x="304" y="3419"/>
                    <a:pt x="197" y="3535"/>
                    <a:pt x="161" y="3677"/>
                  </a:cubicBezTo>
                  <a:cubicBezTo>
                    <a:pt x="0" y="4355"/>
                    <a:pt x="18" y="5087"/>
                    <a:pt x="206" y="5765"/>
                  </a:cubicBezTo>
                  <a:cubicBezTo>
                    <a:pt x="249" y="5934"/>
                    <a:pt x="403" y="6030"/>
                    <a:pt x="560" y="6030"/>
                  </a:cubicBezTo>
                  <a:cubicBezTo>
                    <a:pt x="661" y="6030"/>
                    <a:pt x="763" y="5991"/>
                    <a:pt x="839" y="5908"/>
                  </a:cubicBezTo>
                  <a:cubicBezTo>
                    <a:pt x="839" y="5908"/>
                    <a:pt x="839" y="5908"/>
                    <a:pt x="839" y="5899"/>
                  </a:cubicBezTo>
                  <a:cubicBezTo>
                    <a:pt x="917" y="5821"/>
                    <a:pt x="1014" y="5785"/>
                    <a:pt x="1110" y="5785"/>
                  </a:cubicBezTo>
                  <a:cubicBezTo>
                    <a:pt x="1288" y="5785"/>
                    <a:pt x="1461" y="5909"/>
                    <a:pt x="1490" y="6113"/>
                  </a:cubicBezTo>
                  <a:cubicBezTo>
                    <a:pt x="1535" y="6425"/>
                    <a:pt x="1481" y="6782"/>
                    <a:pt x="1472" y="7112"/>
                  </a:cubicBezTo>
                  <a:cubicBezTo>
                    <a:pt x="1448" y="7622"/>
                    <a:pt x="1734" y="8277"/>
                    <a:pt x="2213" y="8277"/>
                  </a:cubicBezTo>
                  <a:cubicBezTo>
                    <a:pt x="2253" y="8277"/>
                    <a:pt x="2295" y="8272"/>
                    <a:pt x="2338" y="8263"/>
                  </a:cubicBezTo>
                  <a:cubicBezTo>
                    <a:pt x="2721" y="8173"/>
                    <a:pt x="2882" y="7718"/>
                    <a:pt x="3203" y="7478"/>
                  </a:cubicBezTo>
                  <a:cubicBezTo>
                    <a:pt x="3357" y="7360"/>
                    <a:pt x="3532" y="7309"/>
                    <a:pt x="3712" y="7309"/>
                  </a:cubicBezTo>
                  <a:cubicBezTo>
                    <a:pt x="4232" y="7309"/>
                    <a:pt x="4793" y="7737"/>
                    <a:pt x="5005" y="8254"/>
                  </a:cubicBezTo>
                  <a:cubicBezTo>
                    <a:pt x="5299" y="8950"/>
                    <a:pt x="5210" y="9735"/>
                    <a:pt x="5362" y="10475"/>
                  </a:cubicBezTo>
                  <a:cubicBezTo>
                    <a:pt x="5501" y="11195"/>
                    <a:pt x="6028" y="11958"/>
                    <a:pt x="6754" y="11958"/>
                  </a:cubicBezTo>
                  <a:cubicBezTo>
                    <a:pt x="6775" y="11958"/>
                    <a:pt x="6795" y="11957"/>
                    <a:pt x="6816" y="11956"/>
                  </a:cubicBezTo>
                  <a:cubicBezTo>
                    <a:pt x="7646" y="11902"/>
                    <a:pt x="8074" y="10903"/>
                    <a:pt x="8083" y="10074"/>
                  </a:cubicBezTo>
                  <a:cubicBezTo>
                    <a:pt x="8101" y="9244"/>
                    <a:pt x="7922" y="8352"/>
                    <a:pt x="8342" y="7638"/>
                  </a:cubicBezTo>
                  <a:cubicBezTo>
                    <a:pt x="8501" y="7373"/>
                    <a:pt x="8783" y="7133"/>
                    <a:pt x="9077" y="7133"/>
                  </a:cubicBezTo>
                  <a:cubicBezTo>
                    <a:pt x="9129" y="7133"/>
                    <a:pt x="9182" y="7140"/>
                    <a:pt x="9234" y="7156"/>
                  </a:cubicBezTo>
                  <a:cubicBezTo>
                    <a:pt x="9698" y="7290"/>
                    <a:pt x="9814" y="7950"/>
                    <a:pt x="10268" y="8111"/>
                  </a:cubicBezTo>
                  <a:cubicBezTo>
                    <a:pt x="10333" y="8133"/>
                    <a:pt x="10396" y="8143"/>
                    <a:pt x="10457" y="8143"/>
                  </a:cubicBezTo>
                  <a:cubicBezTo>
                    <a:pt x="10897" y="8143"/>
                    <a:pt x="11257" y="7623"/>
                    <a:pt x="11500" y="7192"/>
                  </a:cubicBezTo>
                  <a:cubicBezTo>
                    <a:pt x="11702" y="6827"/>
                    <a:pt x="12110" y="6447"/>
                    <a:pt x="12474" y="6447"/>
                  </a:cubicBezTo>
                  <a:cubicBezTo>
                    <a:pt x="12591" y="6447"/>
                    <a:pt x="12703" y="6486"/>
                    <a:pt x="12802" y="6577"/>
                  </a:cubicBezTo>
                  <a:cubicBezTo>
                    <a:pt x="13061" y="6817"/>
                    <a:pt x="13034" y="7290"/>
                    <a:pt x="13346" y="7460"/>
                  </a:cubicBezTo>
                  <a:cubicBezTo>
                    <a:pt x="13413" y="7496"/>
                    <a:pt x="13481" y="7511"/>
                    <a:pt x="13551" y="7511"/>
                  </a:cubicBezTo>
                  <a:cubicBezTo>
                    <a:pt x="13950" y="7511"/>
                    <a:pt x="14389" y="7006"/>
                    <a:pt x="14772" y="7006"/>
                  </a:cubicBezTo>
                  <a:cubicBezTo>
                    <a:pt x="14849" y="7006"/>
                    <a:pt x="14925" y="7026"/>
                    <a:pt x="14997" y="7076"/>
                  </a:cubicBezTo>
                  <a:cubicBezTo>
                    <a:pt x="15104" y="7156"/>
                    <a:pt x="15166" y="7281"/>
                    <a:pt x="15211" y="7415"/>
                  </a:cubicBezTo>
                  <a:cubicBezTo>
                    <a:pt x="15648" y="8602"/>
                    <a:pt x="15273" y="10065"/>
                    <a:pt x="16040" y="11073"/>
                  </a:cubicBezTo>
                  <a:cubicBezTo>
                    <a:pt x="16156" y="11216"/>
                    <a:pt x="16290" y="11349"/>
                    <a:pt x="16460" y="11421"/>
                  </a:cubicBezTo>
                  <a:cubicBezTo>
                    <a:pt x="16543" y="11452"/>
                    <a:pt x="16631" y="11466"/>
                    <a:pt x="16720" y="11466"/>
                  </a:cubicBezTo>
                  <a:cubicBezTo>
                    <a:pt x="16908" y="11466"/>
                    <a:pt x="17102" y="11404"/>
                    <a:pt x="17272" y="11314"/>
                  </a:cubicBezTo>
                  <a:cubicBezTo>
                    <a:pt x="18262" y="10761"/>
                    <a:pt x="18360" y="9387"/>
                    <a:pt x="18244" y="8263"/>
                  </a:cubicBezTo>
                  <a:cubicBezTo>
                    <a:pt x="18217" y="7959"/>
                    <a:pt x="18208" y="7594"/>
                    <a:pt x="18476" y="7442"/>
                  </a:cubicBezTo>
                  <a:cubicBezTo>
                    <a:pt x="18538" y="7406"/>
                    <a:pt x="18606" y="7390"/>
                    <a:pt x="18675" y="7390"/>
                  </a:cubicBezTo>
                  <a:cubicBezTo>
                    <a:pt x="18866" y="7390"/>
                    <a:pt x="19067" y="7513"/>
                    <a:pt x="19172" y="7683"/>
                  </a:cubicBezTo>
                  <a:cubicBezTo>
                    <a:pt x="19243" y="7808"/>
                    <a:pt x="19288" y="7950"/>
                    <a:pt x="19306" y="8102"/>
                  </a:cubicBezTo>
                  <a:cubicBezTo>
                    <a:pt x="19335" y="8293"/>
                    <a:pt x="19492" y="8424"/>
                    <a:pt x="19671" y="8424"/>
                  </a:cubicBezTo>
                  <a:cubicBezTo>
                    <a:pt x="19709" y="8424"/>
                    <a:pt x="19748" y="8418"/>
                    <a:pt x="19787" y="8405"/>
                  </a:cubicBezTo>
                  <a:cubicBezTo>
                    <a:pt x="20251" y="8272"/>
                    <a:pt x="20635" y="7861"/>
                    <a:pt x="20813" y="7406"/>
                  </a:cubicBezTo>
                  <a:cubicBezTo>
                    <a:pt x="21054" y="6809"/>
                    <a:pt x="21018" y="6139"/>
                    <a:pt x="20983" y="5497"/>
                  </a:cubicBezTo>
                  <a:cubicBezTo>
                    <a:pt x="20947" y="4819"/>
                    <a:pt x="20911" y="4141"/>
                    <a:pt x="20867" y="3463"/>
                  </a:cubicBezTo>
                  <a:cubicBezTo>
                    <a:pt x="20849" y="3044"/>
                    <a:pt x="20822" y="2616"/>
                    <a:pt x="20697" y="2214"/>
                  </a:cubicBezTo>
                  <a:cubicBezTo>
                    <a:pt x="20331" y="1081"/>
                    <a:pt x="19181" y="341"/>
                    <a:pt x="18012" y="109"/>
                  </a:cubicBezTo>
                  <a:cubicBezTo>
                    <a:pt x="17619" y="32"/>
                    <a:pt x="17224" y="1"/>
                    <a:pt x="168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14"/>
            <p:cNvSpPr/>
            <p:nvPr/>
          </p:nvSpPr>
          <p:spPr>
            <a:xfrm>
              <a:off x="6753752" y="-525256"/>
              <a:ext cx="3013652" cy="3107450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428;p14"/>
            <p:cNvSpPr/>
            <p:nvPr/>
          </p:nvSpPr>
          <p:spPr>
            <a:xfrm>
              <a:off x="8286698" y="-153712"/>
              <a:ext cx="150077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9" name="Google Shape;429;p14"/>
            <p:cNvSpPr/>
            <p:nvPr/>
          </p:nvSpPr>
          <p:spPr>
            <a:xfrm>
              <a:off x="8503997" y="-82842"/>
              <a:ext cx="104741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0" name="Google Shape;430;p14"/>
            <p:cNvSpPr/>
            <p:nvPr/>
          </p:nvSpPr>
          <p:spPr>
            <a:xfrm>
              <a:off x="8392481" y="74139"/>
              <a:ext cx="102396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1" name="Google Shape;431;p14"/>
            <p:cNvSpPr/>
            <p:nvPr/>
          </p:nvSpPr>
          <p:spPr>
            <a:xfrm>
              <a:off x="8137924" y="98501"/>
              <a:ext cx="84939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2" name="Google Shape;432;p14"/>
            <p:cNvSpPr/>
            <p:nvPr/>
          </p:nvSpPr>
          <p:spPr>
            <a:xfrm>
              <a:off x="8669055" y="284403"/>
              <a:ext cx="98879" cy="75690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3" name="Google Shape;433;p14"/>
            <p:cNvSpPr/>
            <p:nvPr/>
          </p:nvSpPr>
          <p:spPr>
            <a:xfrm>
              <a:off x="2341000" y="-657675"/>
              <a:ext cx="2533179" cy="1789688"/>
            </a:xfrm>
            <a:custGeom>
              <a:avLst/>
              <a:gdLst/>
              <a:ahLst/>
              <a:cxnLst/>
              <a:rect l="l" t="t" r="r" b="b"/>
              <a:pathLst>
                <a:path w="22419" h="15839" extrusionOk="0">
                  <a:moveTo>
                    <a:pt x="11085" y="1"/>
                  </a:moveTo>
                  <a:cubicBezTo>
                    <a:pt x="6813" y="1"/>
                    <a:pt x="760" y="2365"/>
                    <a:pt x="429" y="3698"/>
                  </a:cubicBezTo>
                  <a:cubicBezTo>
                    <a:pt x="90" y="5063"/>
                    <a:pt x="0" y="11263"/>
                    <a:pt x="678" y="11665"/>
                  </a:cubicBezTo>
                  <a:cubicBezTo>
                    <a:pt x="994" y="11847"/>
                    <a:pt x="1246" y="11931"/>
                    <a:pt x="1457" y="11931"/>
                  </a:cubicBezTo>
                  <a:cubicBezTo>
                    <a:pt x="1700" y="11931"/>
                    <a:pt x="1889" y="11820"/>
                    <a:pt x="2061" y="11620"/>
                  </a:cubicBezTo>
                  <a:cubicBezTo>
                    <a:pt x="2373" y="11245"/>
                    <a:pt x="2141" y="8408"/>
                    <a:pt x="2989" y="8123"/>
                  </a:cubicBezTo>
                  <a:cubicBezTo>
                    <a:pt x="3259" y="8032"/>
                    <a:pt x="3528" y="7988"/>
                    <a:pt x="3776" y="7988"/>
                  </a:cubicBezTo>
                  <a:cubicBezTo>
                    <a:pt x="4307" y="7988"/>
                    <a:pt x="4743" y="8189"/>
                    <a:pt x="4889" y="8560"/>
                  </a:cubicBezTo>
                  <a:cubicBezTo>
                    <a:pt x="5106" y="9081"/>
                    <a:pt x="4367" y="15246"/>
                    <a:pt x="5540" y="15246"/>
                  </a:cubicBezTo>
                  <a:cubicBezTo>
                    <a:pt x="5571" y="15246"/>
                    <a:pt x="5604" y="15242"/>
                    <a:pt x="5638" y="15233"/>
                  </a:cubicBezTo>
                  <a:cubicBezTo>
                    <a:pt x="6950" y="14885"/>
                    <a:pt x="6352" y="11343"/>
                    <a:pt x="6593" y="10817"/>
                  </a:cubicBezTo>
                  <a:cubicBezTo>
                    <a:pt x="6620" y="10758"/>
                    <a:pt x="6642" y="10731"/>
                    <a:pt x="6659" y="10731"/>
                  </a:cubicBezTo>
                  <a:cubicBezTo>
                    <a:pt x="6801" y="10731"/>
                    <a:pt x="6723" y="12380"/>
                    <a:pt x="7467" y="12601"/>
                  </a:cubicBezTo>
                  <a:cubicBezTo>
                    <a:pt x="7502" y="12612"/>
                    <a:pt x="7535" y="12617"/>
                    <a:pt x="7565" y="12617"/>
                  </a:cubicBezTo>
                  <a:cubicBezTo>
                    <a:pt x="8251" y="12617"/>
                    <a:pt x="7668" y="9975"/>
                    <a:pt x="9002" y="9274"/>
                  </a:cubicBezTo>
                  <a:cubicBezTo>
                    <a:pt x="9124" y="9210"/>
                    <a:pt x="9232" y="9181"/>
                    <a:pt x="9330" y="9181"/>
                  </a:cubicBezTo>
                  <a:cubicBezTo>
                    <a:pt x="10350" y="9181"/>
                    <a:pt x="10166" y="12384"/>
                    <a:pt x="11901" y="12637"/>
                  </a:cubicBezTo>
                  <a:cubicBezTo>
                    <a:pt x="11974" y="12648"/>
                    <a:pt x="12044" y="12653"/>
                    <a:pt x="12109" y="12653"/>
                  </a:cubicBezTo>
                  <a:cubicBezTo>
                    <a:pt x="13735" y="12653"/>
                    <a:pt x="12959" y="9488"/>
                    <a:pt x="14183" y="9488"/>
                  </a:cubicBezTo>
                  <a:cubicBezTo>
                    <a:pt x="14189" y="9488"/>
                    <a:pt x="14196" y="9488"/>
                    <a:pt x="14203" y="9488"/>
                  </a:cubicBezTo>
                  <a:cubicBezTo>
                    <a:pt x="15468" y="9514"/>
                    <a:pt x="14182" y="15838"/>
                    <a:pt x="16505" y="15838"/>
                  </a:cubicBezTo>
                  <a:cubicBezTo>
                    <a:pt x="16573" y="15838"/>
                    <a:pt x="16644" y="15833"/>
                    <a:pt x="16718" y="15822"/>
                  </a:cubicBezTo>
                  <a:cubicBezTo>
                    <a:pt x="19319" y="15430"/>
                    <a:pt x="17457" y="8141"/>
                    <a:pt x="18594" y="8141"/>
                  </a:cubicBezTo>
                  <a:cubicBezTo>
                    <a:pt x="18597" y="8141"/>
                    <a:pt x="18599" y="8141"/>
                    <a:pt x="18601" y="8141"/>
                  </a:cubicBezTo>
                  <a:cubicBezTo>
                    <a:pt x="19720" y="8176"/>
                    <a:pt x="18516" y="12848"/>
                    <a:pt x="19703" y="12848"/>
                  </a:cubicBezTo>
                  <a:cubicBezTo>
                    <a:pt x="19727" y="12848"/>
                    <a:pt x="19752" y="12846"/>
                    <a:pt x="19778" y="12842"/>
                  </a:cubicBezTo>
                  <a:cubicBezTo>
                    <a:pt x="21081" y="12646"/>
                    <a:pt x="22419" y="5411"/>
                    <a:pt x="21393" y="3546"/>
                  </a:cubicBezTo>
                  <a:cubicBezTo>
                    <a:pt x="20367" y="1691"/>
                    <a:pt x="16736" y="139"/>
                    <a:pt x="11384" y="5"/>
                  </a:cubicBezTo>
                  <a:cubicBezTo>
                    <a:pt x="11285" y="2"/>
                    <a:pt x="11185" y="1"/>
                    <a:pt x="110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4" name="Google Shape;434;p14"/>
            <p:cNvSpPr/>
            <p:nvPr/>
          </p:nvSpPr>
          <p:spPr>
            <a:xfrm>
              <a:off x="2478375" y="-327126"/>
              <a:ext cx="2145786" cy="647278"/>
            </a:xfrm>
            <a:custGeom>
              <a:avLst/>
              <a:gdLst/>
              <a:ahLst/>
              <a:cxnLst/>
              <a:rect l="l" t="t" r="r" b="b"/>
              <a:pathLst>
                <a:path w="19770" h="8449" extrusionOk="0">
                  <a:moveTo>
                    <a:pt x="1696" y="0"/>
                  </a:moveTo>
                  <a:cubicBezTo>
                    <a:pt x="990" y="0"/>
                    <a:pt x="422" y="360"/>
                    <a:pt x="0" y="881"/>
                  </a:cubicBezTo>
                  <a:cubicBezTo>
                    <a:pt x="54" y="1077"/>
                    <a:pt x="99" y="1265"/>
                    <a:pt x="152" y="1452"/>
                  </a:cubicBezTo>
                  <a:cubicBezTo>
                    <a:pt x="322" y="1202"/>
                    <a:pt x="536" y="979"/>
                    <a:pt x="803" y="801"/>
                  </a:cubicBezTo>
                  <a:cubicBezTo>
                    <a:pt x="1113" y="602"/>
                    <a:pt x="1399" y="517"/>
                    <a:pt x="1662" y="517"/>
                  </a:cubicBezTo>
                  <a:cubicBezTo>
                    <a:pt x="2508" y="517"/>
                    <a:pt x="3127" y="1390"/>
                    <a:pt x="3569" y="2166"/>
                  </a:cubicBezTo>
                  <a:cubicBezTo>
                    <a:pt x="4327" y="3531"/>
                    <a:pt x="4702" y="5145"/>
                    <a:pt x="5674" y="6385"/>
                  </a:cubicBezTo>
                  <a:cubicBezTo>
                    <a:pt x="5913" y="6695"/>
                    <a:pt x="6274" y="7015"/>
                    <a:pt x="6673" y="7015"/>
                  </a:cubicBezTo>
                  <a:cubicBezTo>
                    <a:pt x="6781" y="7015"/>
                    <a:pt x="6892" y="6992"/>
                    <a:pt x="7003" y="6938"/>
                  </a:cubicBezTo>
                  <a:cubicBezTo>
                    <a:pt x="7494" y="6707"/>
                    <a:pt x="7565" y="6055"/>
                    <a:pt x="7628" y="5582"/>
                  </a:cubicBezTo>
                  <a:cubicBezTo>
                    <a:pt x="7753" y="4681"/>
                    <a:pt x="7699" y="3682"/>
                    <a:pt x="8163" y="2870"/>
                  </a:cubicBezTo>
                  <a:cubicBezTo>
                    <a:pt x="8340" y="2557"/>
                    <a:pt x="8808" y="1970"/>
                    <a:pt x="9271" y="1970"/>
                  </a:cubicBezTo>
                  <a:cubicBezTo>
                    <a:pt x="9439" y="1970"/>
                    <a:pt x="9607" y="2048"/>
                    <a:pt x="9760" y="2246"/>
                  </a:cubicBezTo>
                  <a:cubicBezTo>
                    <a:pt x="10010" y="2576"/>
                    <a:pt x="10045" y="3192"/>
                    <a:pt x="10135" y="3575"/>
                  </a:cubicBezTo>
                  <a:cubicBezTo>
                    <a:pt x="10331" y="4441"/>
                    <a:pt x="10527" y="5315"/>
                    <a:pt x="10723" y="6189"/>
                  </a:cubicBezTo>
                  <a:cubicBezTo>
                    <a:pt x="10875" y="6876"/>
                    <a:pt x="11018" y="7652"/>
                    <a:pt x="11589" y="8125"/>
                  </a:cubicBezTo>
                  <a:cubicBezTo>
                    <a:pt x="11868" y="8353"/>
                    <a:pt x="12149" y="8448"/>
                    <a:pt x="12425" y="8448"/>
                  </a:cubicBezTo>
                  <a:cubicBezTo>
                    <a:pt x="13213" y="8448"/>
                    <a:pt x="13949" y="7669"/>
                    <a:pt x="14426" y="7028"/>
                  </a:cubicBezTo>
                  <a:cubicBezTo>
                    <a:pt x="15362" y="5761"/>
                    <a:pt x="15808" y="4191"/>
                    <a:pt x="16817" y="2969"/>
                  </a:cubicBezTo>
                  <a:cubicBezTo>
                    <a:pt x="17120" y="2603"/>
                    <a:pt x="17477" y="2246"/>
                    <a:pt x="17896" y="2005"/>
                  </a:cubicBezTo>
                  <a:cubicBezTo>
                    <a:pt x="18048" y="1916"/>
                    <a:pt x="18244" y="1800"/>
                    <a:pt x="18413" y="1755"/>
                  </a:cubicBezTo>
                  <a:cubicBezTo>
                    <a:pt x="18497" y="1736"/>
                    <a:pt x="18572" y="1727"/>
                    <a:pt x="18639" y="1727"/>
                  </a:cubicBezTo>
                  <a:cubicBezTo>
                    <a:pt x="19132" y="1727"/>
                    <a:pt x="19215" y="2210"/>
                    <a:pt x="19270" y="2665"/>
                  </a:cubicBezTo>
                  <a:cubicBezTo>
                    <a:pt x="19306" y="3022"/>
                    <a:pt x="19359" y="3406"/>
                    <a:pt x="19529" y="3718"/>
                  </a:cubicBezTo>
                  <a:cubicBezTo>
                    <a:pt x="19609" y="3531"/>
                    <a:pt x="19689" y="3325"/>
                    <a:pt x="19769" y="3129"/>
                  </a:cubicBezTo>
                  <a:cubicBezTo>
                    <a:pt x="19760" y="3085"/>
                    <a:pt x="19752" y="3040"/>
                    <a:pt x="19743" y="2986"/>
                  </a:cubicBezTo>
                  <a:cubicBezTo>
                    <a:pt x="19671" y="2567"/>
                    <a:pt x="19716" y="2121"/>
                    <a:pt x="19573" y="1711"/>
                  </a:cubicBezTo>
                  <a:cubicBezTo>
                    <a:pt x="19438" y="1313"/>
                    <a:pt x="19162" y="1167"/>
                    <a:pt x="18834" y="1167"/>
                  </a:cubicBezTo>
                  <a:cubicBezTo>
                    <a:pt x="18166" y="1167"/>
                    <a:pt x="17279" y="1772"/>
                    <a:pt x="16897" y="2112"/>
                  </a:cubicBezTo>
                  <a:cubicBezTo>
                    <a:pt x="15737" y="3165"/>
                    <a:pt x="15211" y="4664"/>
                    <a:pt x="14435" y="5975"/>
                  </a:cubicBezTo>
                  <a:cubicBezTo>
                    <a:pt x="14090" y="6559"/>
                    <a:pt x="13288" y="7845"/>
                    <a:pt x="12460" y="7845"/>
                  </a:cubicBezTo>
                  <a:cubicBezTo>
                    <a:pt x="12300" y="7845"/>
                    <a:pt x="12140" y="7797"/>
                    <a:pt x="11981" y="7688"/>
                  </a:cubicBezTo>
                  <a:cubicBezTo>
                    <a:pt x="11286" y="7206"/>
                    <a:pt x="11196" y="5690"/>
                    <a:pt x="11018" y="4940"/>
                  </a:cubicBezTo>
                  <a:cubicBezTo>
                    <a:pt x="10822" y="4075"/>
                    <a:pt x="10706" y="3111"/>
                    <a:pt x="10384" y="2282"/>
                  </a:cubicBezTo>
                  <a:cubicBezTo>
                    <a:pt x="10215" y="1827"/>
                    <a:pt x="9903" y="1452"/>
                    <a:pt x="9385" y="1416"/>
                  </a:cubicBezTo>
                  <a:cubicBezTo>
                    <a:pt x="9353" y="1415"/>
                    <a:pt x="9322" y="1414"/>
                    <a:pt x="9290" y="1414"/>
                  </a:cubicBezTo>
                  <a:cubicBezTo>
                    <a:pt x="7948" y="1414"/>
                    <a:pt x="7348" y="3074"/>
                    <a:pt x="7209" y="4155"/>
                  </a:cubicBezTo>
                  <a:cubicBezTo>
                    <a:pt x="7146" y="4619"/>
                    <a:pt x="7119" y="5083"/>
                    <a:pt x="7048" y="5538"/>
                  </a:cubicBezTo>
                  <a:cubicBezTo>
                    <a:pt x="7014" y="5798"/>
                    <a:pt x="6995" y="6320"/>
                    <a:pt x="6638" y="6320"/>
                  </a:cubicBezTo>
                  <a:cubicBezTo>
                    <a:pt x="6530" y="6320"/>
                    <a:pt x="6390" y="6272"/>
                    <a:pt x="6209" y="6153"/>
                  </a:cubicBezTo>
                  <a:cubicBezTo>
                    <a:pt x="6049" y="6055"/>
                    <a:pt x="5879" y="5707"/>
                    <a:pt x="5781" y="5538"/>
                  </a:cubicBezTo>
                  <a:cubicBezTo>
                    <a:pt x="5308" y="4762"/>
                    <a:pt x="4969" y="3932"/>
                    <a:pt x="4604" y="3111"/>
                  </a:cubicBezTo>
                  <a:cubicBezTo>
                    <a:pt x="4086" y="1987"/>
                    <a:pt x="3319" y="123"/>
                    <a:pt x="1865" y="7"/>
                  </a:cubicBezTo>
                  <a:cubicBezTo>
                    <a:pt x="1808" y="2"/>
                    <a:pt x="1751" y="0"/>
                    <a:pt x="16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435" name="Google Shape;435;p14"/>
            <p:cNvGrpSpPr/>
            <p:nvPr/>
          </p:nvGrpSpPr>
          <p:grpSpPr>
            <a:xfrm rot="10800000">
              <a:off x="-169480" y="-1124034"/>
              <a:ext cx="6923242" cy="2988378"/>
              <a:chOff x="-5676750" y="3065162"/>
              <a:chExt cx="7443545" cy="3212964"/>
            </a:xfrm>
          </p:grpSpPr>
          <p:sp>
            <p:nvSpPr>
              <p:cNvPr id="436" name="Google Shape;436;p14"/>
              <p:cNvSpPr/>
              <p:nvPr/>
            </p:nvSpPr>
            <p:spPr>
              <a:xfrm rot="10800000">
                <a:off x="-1246852" y="3065162"/>
                <a:ext cx="3013648" cy="3212964"/>
              </a:xfrm>
              <a:custGeom>
                <a:avLst/>
                <a:gdLst/>
                <a:ahLst/>
                <a:cxnLst/>
                <a:rect l="l" t="t" r="r" b="b"/>
                <a:pathLst>
                  <a:path w="22438" h="23922" extrusionOk="0">
                    <a:moveTo>
                      <a:pt x="3165" y="1"/>
                    </a:moveTo>
                    <a:cubicBezTo>
                      <a:pt x="2537" y="1"/>
                      <a:pt x="1924" y="119"/>
                      <a:pt x="1419" y="447"/>
                    </a:cubicBezTo>
                    <a:cubicBezTo>
                      <a:pt x="688" y="920"/>
                      <a:pt x="277" y="1776"/>
                      <a:pt x="144" y="2651"/>
                    </a:cubicBezTo>
                    <a:cubicBezTo>
                      <a:pt x="1" y="3516"/>
                      <a:pt x="99" y="4426"/>
                      <a:pt x="188" y="5327"/>
                    </a:cubicBezTo>
                    <a:cubicBezTo>
                      <a:pt x="313" y="6487"/>
                      <a:pt x="438" y="7655"/>
                      <a:pt x="563" y="8824"/>
                    </a:cubicBezTo>
                    <a:cubicBezTo>
                      <a:pt x="652" y="9618"/>
                      <a:pt x="813" y="10537"/>
                      <a:pt x="1517" y="10947"/>
                    </a:cubicBezTo>
                    <a:cubicBezTo>
                      <a:pt x="1731" y="11074"/>
                      <a:pt x="1965" y="11129"/>
                      <a:pt x="2201" y="11129"/>
                    </a:cubicBezTo>
                    <a:cubicBezTo>
                      <a:pt x="2665" y="11129"/>
                      <a:pt x="3137" y="10916"/>
                      <a:pt x="3480" y="10608"/>
                    </a:cubicBezTo>
                    <a:cubicBezTo>
                      <a:pt x="3730" y="10385"/>
                      <a:pt x="3935" y="10109"/>
                      <a:pt x="4229" y="9948"/>
                    </a:cubicBezTo>
                    <a:cubicBezTo>
                      <a:pt x="4365" y="9876"/>
                      <a:pt x="4526" y="9835"/>
                      <a:pt x="4683" y="9835"/>
                    </a:cubicBezTo>
                    <a:cubicBezTo>
                      <a:pt x="4876" y="9835"/>
                      <a:pt x="5065" y="9898"/>
                      <a:pt x="5193" y="10046"/>
                    </a:cubicBezTo>
                    <a:cubicBezTo>
                      <a:pt x="5318" y="10189"/>
                      <a:pt x="5362" y="10358"/>
                      <a:pt x="5398" y="10537"/>
                    </a:cubicBezTo>
                    <a:cubicBezTo>
                      <a:pt x="5880" y="12705"/>
                      <a:pt x="5086" y="14953"/>
                      <a:pt x="5684" y="17103"/>
                    </a:cubicBezTo>
                    <a:cubicBezTo>
                      <a:pt x="5728" y="17263"/>
                      <a:pt x="5800" y="17442"/>
                      <a:pt x="5951" y="17495"/>
                    </a:cubicBezTo>
                    <a:cubicBezTo>
                      <a:pt x="5988" y="17509"/>
                      <a:pt x="6027" y="17513"/>
                      <a:pt x="6066" y="17513"/>
                    </a:cubicBezTo>
                    <a:cubicBezTo>
                      <a:pt x="6130" y="17513"/>
                      <a:pt x="6197" y="17501"/>
                      <a:pt x="6263" y="17495"/>
                    </a:cubicBezTo>
                    <a:cubicBezTo>
                      <a:pt x="6274" y="17495"/>
                      <a:pt x="6284" y="17494"/>
                      <a:pt x="6294" y="17494"/>
                    </a:cubicBezTo>
                    <a:cubicBezTo>
                      <a:pt x="6648" y="17494"/>
                      <a:pt x="6973" y="17790"/>
                      <a:pt x="7120" y="18120"/>
                    </a:cubicBezTo>
                    <a:cubicBezTo>
                      <a:pt x="7280" y="18459"/>
                      <a:pt x="7289" y="18842"/>
                      <a:pt x="7298" y="19208"/>
                    </a:cubicBezTo>
                    <a:cubicBezTo>
                      <a:pt x="7325" y="19966"/>
                      <a:pt x="7343" y="20725"/>
                      <a:pt x="7361" y="21492"/>
                    </a:cubicBezTo>
                    <a:cubicBezTo>
                      <a:pt x="7379" y="21973"/>
                      <a:pt x="7388" y="22464"/>
                      <a:pt x="7566" y="22919"/>
                    </a:cubicBezTo>
                    <a:cubicBezTo>
                      <a:pt x="7744" y="23383"/>
                      <a:pt x="8128" y="23811"/>
                      <a:pt x="8610" y="23900"/>
                    </a:cubicBezTo>
                    <a:cubicBezTo>
                      <a:pt x="8679" y="23915"/>
                      <a:pt x="8748" y="23921"/>
                      <a:pt x="8817" y="23921"/>
                    </a:cubicBezTo>
                    <a:cubicBezTo>
                      <a:pt x="9309" y="23921"/>
                      <a:pt x="9754" y="23572"/>
                      <a:pt x="9966" y="23133"/>
                    </a:cubicBezTo>
                    <a:cubicBezTo>
                      <a:pt x="10216" y="22625"/>
                      <a:pt x="10233" y="22036"/>
                      <a:pt x="10242" y="21465"/>
                    </a:cubicBezTo>
                    <a:cubicBezTo>
                      <a:pt x="10287" y="19529"/>
                      <a:pt x="10331" y="17602"/>
                      <a:pt x="10376" y="15675"/>
                    </a:cubicBezTo>
                    <a:cubicBezTo>
                      <a:pt x="10403" y="14382"/>
                      <a:pt x="10546" y="12883"/>
                      <a:pt x="11634" y="12241"/>
                    </a:cubicBezTo>
                    <a:cubicBezTo>
                      <a:pt x="11831" y="12122"/>
                      <a:pt x="12075" y="12052"/>
                      <a:pt x="12314" y="12052"/>
                    </a:cubicBezTo>
                    <a:cubicBezTo>
                      <a:pt x="12593" y="12052"/>
                      <a:pt x="12865" y="12148"/>
                      <a:pt x="13043" y="12374"/>
                    </a:cubicBezTo>
                    <a:cubicBezTo>
                      <a:pt x="13382" y="12803"/>
                      <a:pt x="13275" y="13543"/>
                      <a:pt x="13757" y="13784"/>
                    </a:cubicBezTo>
                    <a:cubicBezTo>
                      <a:pt x="13845" y="13830"/>
                      <a:pt x="13940" y="13848"/>
                      <a:pt x="14034" y="13848"/>
                    </a:cubicBezTo>
                    <a:cubicBezTo>
                      <a:pt x="14122" y="13848"/>
                      <a:pt x="14211" y="13832"/>
                      <a:pt x="14292" y="13811"/>
                    </a:cubicBezTo>
                    <a:cubicBezTo>
                      <a:pt x="14837" y="13668"/>
                      <a:pt x="15211" y="13213"/>
                      <a:pt x="15506" y="12749"/>
                    </a:cubicBezTo>
                    <a:cubicBezTo>
                      <a:pt x="15800" y="12294"/>
                      <a:pt x="16059" y="11786"/>
                      <a:pt x="16487" y="11447"/>
                    </a:cubicBezTo>
                    <a:cubicBezTo>
                      <a:pt x="16738" y="11248"/>
                      <a:pt x="17072" y="11120"/>
                      <a:pt x="17401" y="11120"/>
                    </a:cubicBezTo>
                    <a:cubicBezTo>
                      <a:pt x="17633" y="11120"/>
                      <a:pt x="17862" y="11183"/>
                      <a:pt x="18057" y="11331"/>
                    </a:cubicBezTo>
                    <a:cubicBezTo>
                      <a:pt x="18307" y="11518"/>
                      <a:pt x="18459" y="11812"/>
                      <a:pt x="18708" y="12009"/>
                    </a:cubicBezTo>
                    <a:cubicBezTo>
                      <a:pt x="18919" y="12177"/>
                      <a:pt x="19178" y="12252"/>
                      <a:pt x="19439" y="12252"/>
                    </a:cubicBezTo>
                    <a:cubicBezTo>
                      <a:pt x="19676" y="12252"/>
                      <a:pt x="19914" y="12190"/>
                      <a:pt x="20118" y="12080"/>
                    </a:cubicBezTo>
                    <a:cubicBezTo>
                      <a:pt x="20546" y="11848"/>
                      <a:pt x="20840" y="11447"/>
                      <a:pt x="21072" y="11027"/>
                    </a:cubicBezTo>
                    <a:cubicBezTo>
                      <a:pt x="21742" y="9823"/>
                      <a:pt x="22036" y="8422"/>
                      <a:pt x="22223" y="7031"/>
                    </a:cubicBezTo>
                    <a:cubicBezTo>
                      <a:pt x="22357" y="6014"/>
                      <a:pt x="22437" y="4952"/>
                      <a:pt x="22179" y="3926"/>
                    </a:cubicBezTo>
                    <a:cubicBezTo>
                      <a:pt x="21920" y="2900"/>
                      <a:pt x="21269" y="1892"/>
                      <a:pt x="20287" y="1446"/>
                    </a:cubicBezTo>
                    <a:cubicBezTo>
                      <a:pt x="19592" y="1125"/>
                      <a:pt x="18815" y="1116"/>
                      <a:pt x="18066" y="1116"/>
                    </a:cubicBezTo>
                    <a:lnTo>
                      <a:pt x="16240" y="1116"/>
                    </a:lnTo>
                    <a:cubicBezTo>
                      <a:pt x="15137" y="528"/>
                      <a:pt x="13904" y="351"/>
                      <a:pt x="12677" y="351"/>
                    </a:cubicBezTo>
                    <a:cubicBezTo>
                      <a:pt x="12265" y="351"/>
                      <a:pt x="11853" y="371"/>
                      <a:pt x="11447" y="403"/>
                    </a:cubicBezTo>
                    <a:cubicBezTo>
                      <a:pt x="10277" y="486"/>
                      <a:pt x="9107" y="653"/>
                      <a:pt x="7930" y="653"/>
                    </a:cubicBezTo>
                    <a:cubicBezTo>
                      <a:pt x="7474" y="653"/>
                      <a:pt x="7017" y="628"/>
                      <a:pt x="6558" y="563"/>
                    </a:cubicBezTo>
                    <a:cubicBezTo>
                      <a:pt x="5684" y="438"/>
                      <a:pt x="4818" y="171"/>
                      <a:pt x="3944" y="55"/>
                    </a:cubicBezTo>
                    <a:cubicBezTo>
                      <a:pt x="3686" y="21"/>
                      <a:pt x="3424" y="1"/>
                      <a:pt x="31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7" name="Google Shape;437;p14"/>
              <p:cNvSpPr/>
              <p:nvPr/>
            </p:nvSpPr>
            <p:spPr>
              <a:xfrm rot="10345894">
                <a:off x="-1205623" y="4744786"/>
                <a:ext cx="2918961" cy="657179"/>
              </a:xfrm>
              <a:custGeom>
                <a:avLst/>
                <a:gdLst/>
                <a:ahLst/>
                <a:cxnLst/>
                <a:rect l="l" t="t" r="r" b="b"/>
                <a:pathLst>
                  <a:path w="21733" h="4893" extrusionOk="0">
                    <a:moveTo>
                      <a:pt x="3008" y="0"/>
                    </a:moveTo>
                    <a:cubicBezTo>
                      <a:pt x="1945" y="0"/>
                      <a:pt x="940" y="367"/>
                      <a:pt x="1" y="872"/>
                    </a:cubicBezTo>
                    <a:cubicBezTo>
                      <a:pt x="10" y="1024"/>
                      <a:pt x="27" y="1184"/>
                      <a:pt x="45" y="1336"/>
                    </a:cubicBezTo>
                    <a:cubicBezTo>
                      <a:pt x="961" y="881"/>
                      <a:pt x="1925" y="542"/>
                      <a:pt x="2912" y="542"/>
                    </a:cubicBezTo>
                    <a:cubicBezTo>
                      <a:pt x="3377" y="542"/>
                      <a:pt x="3847" y="617"/>
                      <a:pt x="4318" y="792"/>
                    </a:cubicBezTo>
                    <a:cubicBezTo>
                      <a:pt x="5514" y="1229"/>
                      <a:pt x="5942" y="2076"/>
                      <a:pt x="6272" y="3245"/>
                    </a:cubicBezTo>
                    <a:cubicBezTo>
                      <a:pt x="6468" y="3968"/>
                      <a:pt x="6879" y="4797"/>
                      <a:pt x="7726" y="4886"/>
                    </a:cubicBezTo>
                    <a:cubicBezTo>
                      <a:pt x="7768" y="4891"/>
                      <a:pt x="7809" y="4893"/>
                      <a:pt x="7849" y="4893"/>
                    </a:cubicBezTo>
                    <a:cubicBezTo>
                      <a:pt x="8482" y="4893"/>
                      <a:pt x="8945" y="4383"/>
                      <a:pt x="9314" y="3905"/>
                    </a:cubicBezTo>
                    <a:cubicBezTo>
                      <a:pt x="9662" y="3450"/>
                      <a:pt x="9974" y="3013"/>
                      <a:pt x="10501" y="2736"/>
                    </a:cubicBezTo>
                    <a:cubicBezTo>
                      <a:pt x="10762" y="2599"/>
                      <a:pt x="11002" y="2543"/>
                      <a:pt x="11233" y="2543"/>
                    </a:cubicBezTo>
                    <a:cubicBezTo>
                      <a:pt x="11662" y="2543"/>
                      <a:pt x="12058" y="2739"/>
                      <a:pt x="12499" y="2977"/>
                    </a:cubicBezTo>
                    <a:cubicBezTo>
                      <a:pt x="12804" y="3137"/>
                      <a:pt x="13117" y="3206"/>
                      <a:pt x="13428" y="3206"/>
                    </a:cubicBezTo>
                    <a:cubicBezTo>
                      <a:pt x="13936" y="3206"/>
                      <a:pt x="14440" y="3022"/>
                      <a:pt x="14899" y="2745"/>
                    </a:cubicBezTo>
                    <a:cubicBezTo>
                      <a:pt x="15934" y="2121"/>
                      <a:pt x="16728" y="1327"/>
                      <a:pt x="18003" y="1247"/>
                    </a:cubicBezTo>
                    <a:cubicBezTo>
                      <a:pt x="18054" y="1243"/>
                      <a:pt x="18105" y="1242"/>
                      <a:pt x="18157" y="1242"/>
                    </a:cubicBezTo>
                    <a:cubicBezTo>
                      <a:pt x="19210" y="1242"/>
                      <a:pt x="20504" y="1905"/>
                      <a:pt x="21661" y="2041"/>
                    </a:cubicBezTo>
                    <a:cubicBezTo>
                      <a:pt x="21688" y="1907"/>
                      <a:pt x="21714" y="1773"/>
                      <a:pt x="21732" y="1639"/>
                    </a:cubicBezTo>
                    <a:cubicBezTo>
                      <a:pt x="21268" y="1595"/>
                      <a:pt x="20804" y="1461"/>
                      <a:pt x="20385" y="1318"/>
                    </a:cubicBezTo>
                    <a:cubicBezTo>
                      <a:pt x="19626" y="1063"/>
                      <a:pt x="18898" y="825"/>
                      <a:pt x="18116" y="825"/>
                    </a:cubicBezTo>
                    <a:cubicBezTo>
                      <a:pt x="17941" y="825"/>
                      <a:pt x="17764" y="837"/>
                      <a:pt x="17584" y="863"/>
                    </a:cubicBezTo>
                    <a:cubicBezTo>
                      <a:pt x="16540" y="1015"/>
                      <a:pt x="15800" y="1550"/>
                      <a:pt x="14952" y="2130"/>
                    </a:cubicBezTo>
                    <a:cubicBezTo>
                      <a:pt x="14506" y="2434"/>
                      <a:pt x="13992" y="2713"/>
                      <a:pt x="13455" y="2713"/>
                    </a:cubicBezTo>
                    <a:cubicBezTo>
                      <a:pt x="13284" y="2713"/>
                      <a:pt x="13110" y="2685"/>
                      <a:pt x="12936" y="2620"/>
                    </a:cubicBezTo>
                    <a:cubicBezTo>
                      <a:pt x="12499" y="2451"/>
                      <a:pt x="12160" y="2130"/>
                      <a:pt x="11687" y="2041"/>
                    </a:cubicBezTo>
                    <a:cubicBezTo>
                      <a:pt x="11567" y="2017"/>
                      <a:pt x="11445" y="2006"/>
                      <a:pt x="11325" y="2006"/>
                    </a:cubicBezTo>
                    <a:cubicBezTo>
                      <a:pt x="10703" y="2006"/>
                      <a:pt x="10089" y="2296"/>
                      <a:pt x="9626" y="2692"/>
                    </a:cubicBezTo>
                    <a:cubicBezTo>
                      <a:pt x="9139" y="3107"/>
                      <a:pt x="8440" y="4288"/>
                      <a:pt x="7772" y="4288"/>
                    </a:cubicBezTo>
                    <a:cubicBezTo>
                      <a:pt x="7522" y="4288"/>
                      <a:pt x="7276" y="4123"/>
                      <a:pt x="7048" y="3691"/>
                    </a:cubicBezTo>
                    <a:cubicBezTo>
                      <a:pt x="6575" y="2808"/>
                      <a:pt x="6647" y="1871"/>
                      <a:pt x="5897" y="1122"/>
                    </a:cubicBezTo>
                    <a:cubicBezTo>
                      <a:pt x="5362" y="578"/>
                      <a:pt x="4631" y="239"/>
                      <a:pt x="3890" y="87"/>
                    </a:cubicBezTo>
                    <a:cubicBezTo>
                      <a:pt x="3592" y="28"/>
                      <a:pt x="3298" y="0"/>
                      <a:pt x="30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8" name="Google Shape;438;p14"/>
              <p:cNvSpPr/>
              <p:nvPr/>
            </p:nvSpPr>
            <p:spPr>
              <a:xfrm rot="10800000">
                <a:off x="-5676750" y="5176994"/>
                <a:ext cx="1893234" cy="398229"/>
              </a:xfrm>
              <a:custGeom>
                <a:avLst/>
                <a:gdLst/>
                <a:ahLst/>
                <a:cxnLst/>
                <a:rect l="l" t="t" r="r" b="b"/>
                <a:pathLst>
                  <a:path w="14096" h="2965" extrusionOk="0">
                    <a:moveTo>
                      <a:pt x="7233" y="0"/>
                    </a:moveTo>
                    <a:cubicBezTo>
                      <a:pt x="7160" y="0"/>
                      <a:pt x="7087" y="4"/>
                      <a:pt x="7012" y="12"/>
                    </a:cubicBezTo>
                    <a:cubicBezTo>
                      <a:pt x="5977" y="119"/>
                      <a:pt x="5272" y="931"/>
                      <a:pt x="4487" y="1510"/>
                    </a:cubicBezTo>
                    <a:cubicBezTo>
                      <a:pt x="3718" y="2084"/>
                      <a:pt x="2849" y="2352"/>
                      <a:pt x="1954" y="2352"/>
                    </a:cubicBezTo>
                    <a:cubicBezTo>
                      <a:pt x="1428" y="2352"/>
                      <a:pt x="894" y="2260"/>
                      <a:pt x="366" y="2081"/>
                    </a:cubicBezTo>
                    <a:cubicBezTo>
                      <a:pt x="338" y="2072"/>
                      <a:pt x="312" y="2067"/>
                      <a:pt x="288" y="2067"/>
                    </a:cubicBezTo>
                    <a:cubicBezTo>
                      <a:pt x="70" y="2067"/>
                      <a:pt x="1" y="2430"/>
                      <a:pt x="250" y="2518"/>
                    </a:cubicBezTo>
                    <a:cubicBezTo>
                      <a:pt x="830" y="2716"/>
                      <a:pt x="1422" y="2827"/>
                      <a:pt x="2014" y="2827"/>
                    </a:cubicBezTo>
                    <a:cubicBezTo>
                      <a:pt x="2569" y="2827"/>
                      <a:pt x="3123" y="2730"/>
                      <a:pt x="3667" y="2518"/>
                    </a:cubicBezTo>
                    <a:cubicBezTo>
                      <a:pt x="4737" y="2099"/>
                      <a:pt x="5415" y="1162"/>
                      <a:pt x="6423" y="690"/>
                    </a:cubicBezTo>
                    <a:cubicBezTo>
                      <a:pt x="6688" y="567"/>
                      <a:pt x="6945" y="515"/>
                      <a:pt x="7196" y="515"/>
                    </a:cubicBezTo>
                    <a:cubicBezTo>
                      <a:pt x="8317" y="515"/>
                      <a:pt x="9317" y="1559"/>
                      <a:pt x="10286" y="2055"/>
                    </a:cubicBezTo>
                    <a:cubicBezTo>
                      <a:pt x="11366" y="2608"/>
                      <a:pt x="12552" y="2893"/>
                      <a:pt x="13774" y="2965"/>
                    </a:cubicBezTo>
                    <a:cubicBezTo>
                      <a:pt x="13780" y="2965"/>
                      <a:pt x="13785" y="2965"/>
                      <a:pt x="13791" y="2965"/>
                    </a:cubicBezTo>
                    <a:cubicBezTo>
                      <a:pt x="14095" y="2965"/>
                      <a:pt x="14090" y="2482"/>
                      <a:pt x="13774" y="2456"/>
                    </a:cubicBezTo>
                    <a:cubicBezTo>
                      <a:pt x="12293" y="2367"/>
                      <a:pt x="10928" y="1930"/>
                      <a:pt x="9697" y="1109"/>
                    </a:cubicBezTo>
                    <a:cubicBezTo>
                      <a:pt x="8944" y="612"/>
                      <a:pt x="8168" y="0"/>
                      <a:pt x="72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39" name="Google Shape;439;p14"/>
            <p:cNvSpPr/>
            <p:nvPr/>
          </p:nvSpPr>
          <p:spPr>
            <a:xfrm rot="785687" flipH="1">
              <a:off x="6657911" y="-59798"/>
              <a:ext cx="2541531" cy="572204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0" name="Google Shape;440;p14"/>
            <p:cNvSpPr/>
            <p:nvPr/>
          </p:nvSpPr>
          <p:spPr>
            <a:xfrm>
              <a:off x="1431598" y="162913"/>
              <a:ext cx="150077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1" name="Google Shape;441;p14"/>
            <p:cNvSpPr/>
            <p:nvPr/>
          </p:nvSpPr>
          <p:spPr>
            <a:xfrm>
              <a:off x="1648897" y="233783"/>
              <a:ext cx="104741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2" name="Google Shape;442;p14"/>
            <p:cNvSpPr/>
            <p:nvPr/>
          </p:nvSpPr>
          <p:spPr>
            <a:xfrm>
              <a:off x="1537381" y="390764"/>
              <a:ext cx="102396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3" name="Google Shape;443;p14"/>
            <p:cNvSpPr/>
            <p:nvPr/>
          </p:nvSpPr>
          <p:spPr>
            <a:xfrm>
              <a:off x="1282824" y="415126"/>
              <a:ext cx="84939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4" name="Google Shape;444;p14"/>
            <p:cNvSpPr/>
            <p:nvPr/>
          </p:nvSpPr>
          <p:spPr>
            <a:xfrm>
              <a:off x="3959997" y="-160105"/>
              <a:ext cx="104741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5" name="Google Shape;445;p14"/>
            <p:cNvSpPr/>
            <p:nvPr/>
          </p:nvSpPr>
          <p:spPr>
            <a:xfrm>
              <a:off x="3848481" y="-3123"/>
              <a:ext cx="102396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6" name="Google Shape;446;p14"/>
            <p:cNvSpPr/>
            <p:nvPr/>
          </p:nvSpPr>
          <p:spPr>
            <a:xfrm>
              <a:off x="5076447" y="119145"/>
              <a:ext cx="104741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7" name="Google Shape;447;p14"/>
            <p:cNvSpPr/>
            <p:nvPr/>
          </p:nvSpPr>
          <p:spPr>
            <a:xfrm>
              <a:off x="4964931" y="276127"/>
              <a:ext cx="102396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8" name="Google Shape;448;p14"/>
            <p:cNvSpPr/>
            <p:nvPr/>
          </p:nvSpPr>
          <p:spPr>
            <a:xfrm>
              <a:off x="5426575" y="107300"/>
              <a:ext cx="62923" cy="48853"/>
            </a:xfrm>
            <a:custGeom>
              <a:avLst/>
              <a:gdLst/>
              <a:ahLst/>
              <a:cxnLst/>
              <a:rect l="l" t="t" r="r" b="b"/>
              <a:pathLst>
                <a:path w="483" h="375" extrusionOk="0">
                  <a:moveTo>
                    <a:pt x="241" y="0"/>
                  </a:moveTo>
                  <a:cubicBezTo>
                    <a:pt x="1" y="0"/>
                    <a:pt x="1" y="375"/>
                    <a:pt x="241" y="375"/>
                  </a:cubicBezTo>
                  <a:cubicBezTo>
                    <a:pt x="482" y="375"/>
                    <a:pt x="482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49" name="Google Shape;449;p14"/>
          <p:cNvGrpSpPr/>
          <p:nvPr/>
        </p:nvGrpSpPr>
        <p:grpSpPr>
          <a:xfrm>
            <a:off x="286182" y="709858"/>
            <a:ext cx="8572281" cy="4114097"/>
            <a:chOff x="286182" y="709858"/>
            <a:chExt cx="8572281" cy="4114097"/>
          </a:xfrm>
        </p:grpSpPr>
        <p:sp>
          <p:nvSpPr>
            <p:cNvPr id="450" name="Google Shape;450;p14"/>
            <p:cNvSpPr/>
            <p:nvPr/>
          </p:nvSpPr>
          <p:spPr>
            <a:xfrm rot="-3266906">
              <a:off x="4904410" y="1199257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1" name="Google Shape;451;p14"/>
            <p:cNvSpPr/>
            <p:nvPr/>
          </p:nvSpPr>
          <p:spPr>
            <a:xfrm rot="-3266906">
              <a:off x="5725307" y="15521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2" name="Google Shape;452;p14"/>
            <p:cNvSpPr/>
            <p:nvPr/>
          </p:nvSpPr>
          <p:spPr>
            <a:xfrm rot="-3266906">
              <a:off x="5819041" y="748947"/>
              <a:ext cx="128530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3" name="Google Shape;453;p14"/>
            <p:cNvSpPr/>
            <p:nvPr/>
          </p:nvSpPr>
          <p:spPr>
            <a:xfrm rot="-3266906">
              <a:off x="987332" y="4379320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4" name="Google Shape;454;p14"/>
            <p:cNvSpPr/>
            <p:nvPr/>
          </p:nvSpPr>
          <p:spPr>
            <a:xfrm rot="1625383">
              <a:off x="1661854" y="4572572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" name="Google Shape;455;p14"/>
            <p:cNvSpPr/>
            <p:nvPr/>
          </p:nvSpPr>
          <p:spPr>
            <a:xfrm rot="3522601">
              <a:off x="3163435" y="13165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6" name="Google Shape;456;p14"/>
            <p:cNvSpPr/>
            <p:nvPr/>
          </p:nvSpPr>
          <p:spPr>
            <a:xfrm rot="-2695393">
              <a:off x="1839211" y="131752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7" name="Google Shape;457;p14"/>
            <p:cNvSpPr/>
            <p:nvPr/>
          </p:nvSpPr>
          <p:spPr>
            <a:xfrm rot="-2695393">
              <a:off x="1498932" y="3759286"/>
              <a:ext cx="151480" cy="74315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8" name="Google Shape;458;p14"/>
            <p:cNvSpPr/>
            <p:nvPr/>
          </p:nvSpPr>
          <p:spPr>
            <a:xfrm rot="3522601">
              <a:off x="8752035" y="29499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9" name="Google Shape;459;p14"/>
            <p:cNvSpPr/>
            <p:nvPr/>
          </p:nvSpPr>
          <p:spPr>
            <a:xfrm rot="-3266906">
              <a:off x="7623860" y="1868257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0" name="Google Shape;460;p14"/>
            <p:cNvSpPr/>
            <p:nvPr/>
          </p:nvSpPr>
          <p:spPr>
            <a:xfrm rot="3522601">
              <a:off x="7476785" y="282451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1" name="Google Shape;461;p14"/>
            <p:cNvSpPr/>
            <p:nvPr/>
          </p:nvSpPr>
          <p:spPr>
            <a:xfrm rot="-2695393">
              <a:off x="1613311" y="242007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2" name="Google Shape;462;p14"/>
            <p:cNvSpPr/>
            <p:nvPr/>
          </p:nvSpPr>
          <p:spPr>
            <a:xfrm rot="3522601">
              <a:off x="335310" y="16617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3" name="Google Shape;463;p14"/>
            <p:cNvSpPr/>
            <p:nvPr/>
          </p:nvSpPr>
          <p:spPr>
            <a:xfrm rot="-3266906">
              <a:off x="3848632" y="4658720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4" name="Google Shape;464;p14"/>
            <p:cNvSpPr/>
            <p:nvPr/>
          </p:nvSpPr>
          <p:spPr>
            <a:xfrm rot="3522601">
              <a:off x="5580610" y="46876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5" name="Google Shape;465;p14"/>
            <p:cNvSpPr/>
            <p:nvPr/>
          </p:nvSpPr>
          <p:spPr>
            <a:xfrm rot="-2695393">
              <a:off x="6704686" y="430632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66" name="Google Shape;466;p14"/>
          <p:cNvSpPr txBox="1"/>
          <p:nvPr>
            <p:ph type="title"/>
          </p:nvPr>
        </p:nvSpPr>
        <p:spPr>
          <a:xfrm>
            <a:off x="2135550" y="1804338"/>
            <a:ext cx="4872900" cy="152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7" name="Google Shape;467;p14"/>
          <p:cNvSpPr txBox="1"/>
          <p:nvPr>
            <p:ph type="subTitle" idx="1"/>
          </p:nvPr>
        </p:nvSpPr>
        <p:spPr>
          <a:xfrm>
            <a:off x="2135550" y="3257313"/>
            <a:ext cx="4872900" cy="80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9" name="Google Shape;469;p15"/>
          <p:cNvGrpSpPr/>
          <p:nvPr/>
        </p:nvGrpSpPr>
        <p:grpSpPr>
          <a:xfrm flipH="1">
            <a:off x="-1213473" y="-525256"/>
            <a:ext cx="3013652" cy="3107450"/>
            <a:chOff x="1120850" y="1643725"/>
            <a:chExt cx="578325" cy="596325"/>
          </a:xfrm>
        </p:grpSpPr>
        <p:sp>
          <p:nvSpPr>
            <p:cNvPr id="470" name="Google Shape;470;p15"/>
            <p:cNvSpPr/>
            <p:nvPr/>
          </p:nvSpPr>
          <p:spPr>
            <a:xfrm>
              <a:off x="1120850" y="1643725"/>
              <a:ext cx="578325" cy="596325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1" name="Google Shape;471;p15"/>
            <p:cNvSpPr/>
            <p:nvPr/>
          </p:nvSpPr>
          <p:spPr>
            <a:xfrm>
              <a:off x="1415025" y="1715025"/>
              <a:ext cx="28800" cy="22325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1456725" y="1728625"/>
              <a:ext cx="20100" cy="15650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1435325" y="1758750"/>
              <a:ext cx="19650" cy="15175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4" name="Google Shape;474;p15"/>
            <p:cNvSpPr/>
            <p:nvPr/>
          </p:nvSpPr>
          <p:spPr>
            <a:xfrm>
              <a:off x="1386475" y="1763425"/>
              <a:ext cx="16300" cy="1275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1488400" y="1799100"/>
              <a:ext cx="18975" cy="14525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1524750" y="1733325"/>
              <a:ext cx="12075" cy="9375"/>
            </a:xfrm>
            <a:custGeom>
              <a:avLst/>
              <a:gdLst/>
              <a:ahLst/>
              <a:cxnLst/>
              <a:rect l="l" t="t" r="r" b="b"/>
              <a:pathLst>
                <a:path w="483" h="375" extrusionOk="0">
                  <a:moveTo>
                    <a:pt x="241" y="0"/>
                  </a:moveTo>
                  <a:cubicBezTo>
                    <a:pt x="1" y="0"/>
                    <a:pt x="1" y="375"/>
                    <a:pt x="241" y="375"/>
                  </a:cubicBezTo>
                  <a:cubicBezTo>
                    <a:pt x="482" y="375"/>
                    <a:pt x="482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1123075" y="1744550"/>
              <a:ext cx="541325" cy="159375"/>
            </a:xfrm>
            <a:custGeom>
              <a:avLst/>
              <a:gdLst/>
              <a:ahLst/>
              <a:cxnLst/>
              <a:rect l="l" t="t" r="r" b="b"/>
              <a:pathLst>
                <a:path w="21653" h="6375" extrusionOk="0">
                  <a:moveTo>
                    <a:pt x="3331" y="0"/>
                  </a:moveTo>
                  <a:cubicBezTo>
                    <a:pt x="2868" y="0"/>
                    <a:pt x="2391" y="178"/>
                    <a:pt x="2035" y="470"/>
                  </a:cubicBezTo>
                  <a:cubicBezTo>
                    <a:pt x="1499" y="907"/>
                    <a:pt x="1241" y="1514"/>
                    <a:pt x="920" y="2112"/>
                  </a:cubicBezTo>
                  <a:cubicBezTo>
                    <a:pt x="857" y="2236"/>
                    <a:pt x="786" y="2451"/>
                    <a:pt x="670" y="2522"/>
                  </a:cubicBezTo>
                  <a:lnTo>
                    <a:pt x="152" y="2504"/>
                  </a:lnTo>
                  <a:cubicBezTo>
                    <a:pt x="117" y="2451"/>
                    <a:pt x="81" y="2406"/>
                    <a:pt x="45" y="2352"/>
                  </a:cubicBezTo>
                  <a:cubicBezTo>
                    <a:pt x="27" y="2504"/>
                    <a:pt x="10" y="2665"/>
                    <a:pt x="1" y="2825"/>
                  </a:cubicBezTo>
                  <a:cubicBezTo>
                    <a:pt x="81" y="2879"/>
                    <a:pt x="170" y="2914"/>
                    <a:pt x="286" y="2941"/>
                  </a:cubicBezTo>
                  <a:cubicBezTo>
                    <a:pt x="341" y="2955"/>
                    <a:pt x="394" y="2961"/>
                    <a:pt x="444" y="2961"/>
                  </a:cubicBezTo>
                  <a:cubicBezTo>
                    <a:pt x="760" y="2961"/>
                    <a:pt x="982" y="2712"/>
                    <a:pt x="1152" y="2451"/>
                  </a:cubicBezTo>
                  <a:cubicBezTo>
                    <a:pt x="1606" y="1719"/>
                    <a:pt x="1865" y="827"/>
                    <a:pt x="2739" y="488"/>
                  </a:cubicBezTo>
                  <a:cubicBezTo>
                    <a:pt x="2926" y="417"/>
                    <a:pt x="3116" y="378"/>
                    <a:pt x="3301" y="378"/>
                  </a:cubicBezTo>
                  <a:cubicBezTo>
                    <a:pt x="3602" y="378"/>
                    <a:pt x="3890" y="482"/>
                    <a:pt x="4122" y="720"/>
                  </a:cubicBezTo>
                  <a:cubicBezTo>
                    <a:pt x="4408" y="1023"/>
                    <a:pt x="4452" y="1416"/>
                    <a:pt x="4559" y="1799"/>
                  </a:cubicBezTo>
                  <a:cubicBezTo>
                    <a:pt x="4684" y="2290"/>
                    <a:pt x="4836" y="2798"/>
                    <a:pt x="5327" y="3030"/>
                  </a:cubicBezTo>
                  <a:cubicBezTo>
                    <a:pt x="5500" y="3117"/>
                    <a:pt x="5689" y="3156"/>
                    <a:pt x="5879" y="3156"/>
                  </a:cubicBezTo>
                  <a:cubicBezTo>
                    <a:pt x="6156" y="3156"/>
                    <a:pt x="6435" y="3074"/>
                    <a:pt x="6674" y="2941"/>
                  </a:cubicBezTo>
                  <a:cubicBezTo>
                    <a:pt x="6959" y="2790"/>
                    <a:pt x="7200" y="2558"/>
                    <a:pt x="7423" y="2326"/>
                  </a:cubicBezTo>
                  <a:cubicBezTo>
                    <a:pt x="7708" y="2022"/>
                    <a:pt x="7655" y="1978"/>
                    <a:pt x="8128" y="1942"/>
                  </a:cubicBezTo>
                  <a:cubicBezTo>
                    <a:pt x="8175" y="1937"/>
                    <a:pt x="8219" y="1935"/>
                    <a:pt x="8260" y="1935"/>
                  </a:cubicBezTo>
                  <a:cubicBezTo>
                    <a:pt x="8676" y="1935"/>
                    <a:pt x="8790" y="2178"/>
                    <a:pt x="8993" y="2584"/>
                  </a:cubicBezTo>
                  <a:cubicBezTo>
                    <a:pt x="9484" y="3601"/>
                    <a:pt x="9314" y="5725"/>
                    <a:pt x="10519" y="6269"/>
                  </a:cubicBezTo>
                  <a:cubicBezTo>
                    <a:pt x="10682" y="6342"/>
                    <a:pt x="10829" y="6374"/>
                    <a:pt x="10963" y="6374"/>
                  </a:cubicBezTo>
                  <a:cubicBezTo>
                    <a:pt x="11962" y="6374"/>
                    <a:pt x="12243" y="4566"/>
                    <a:pt x="12856" y="4047"/>
                  </a:cubicBezTo>
                  <a:cubicBezTo>
                    <a:pt x="13079" y="3861"/>
                    <a:pt x="13289" y="3784"/>
                    <a:pt x="13489" y="3784"/>
                  </a:cubicBezTo>
                  <a:cubicBezTo>
                    <a:pt x="14450" y="3784"/>
                    <a:pt x="15201" y="5552"/>
                    <a:pt x="16197" y="5552"/>
                  </a:cubicBezTo>
                  <a:cubicBezTo>
                    <a:pt x="16398" y="5552"/>
                    <a:pt x="16610" y="5479"/>
                    <a:pt x="16835" y="5305"/>
                  </a:cubicBezTo>
                  <a:cubicBezTo>
                    <a:pt x="17227" y="5002"/>
                    <a:pt x="17218" y="4502"/>
                    <a:pt x="17325" y="4065"/>
                  </a:cubicBezTo>
                  <a:cubicBezTo>
                    <a:pt x="17450" y="3557"/>
                    <a:pt x="17718" y="3173"/>
                    <a:pt x="18244" y="3030"/>
                  </a:cubicBezTo>
                  <a:cubicBezTo>
                    <a:pt x="18349" y="3002"/>
                    <a:pt x="18448" y="2989"/>
                    <a:pt x="18544" y="2989"/>
                  </a:cubicBezTo>
                  <a:cubicBezTo>
                    <a:pt x="18954" y="2989"/>
                    <a:pt x="19294" y="3224"/>
                    <a:pt x="19663" y="3441"/>
                  </a:cubicBezTo>
                  <a:cubicBezTo>
                    <a:pt x="19945" y="3607"/>
                    <a:pt x="20306" y="3773"/>
                    <a:pt x="20650" y="3773"/>
                  </a:cubicBezTo>
                  <a:cubicBezTo>
                    <a:pt x="20861" y="3773"/>
                    <a:pt x="21066" y="3710"/>
                    <a:pt x="21242" y="3548"/>
                  </a:cubicBezTo>
                  <a:cubicBezTo>
                    <a:pt x="21652" y="3182"/>
                    <a:pt x="21500" y="2486"/>
                    <a:pt x="21429" y="2013"/>
                  </a:cubicBezTo>
                  <a:cubicBezTo>
                    <a:pt x="21376" y="1666"/>
                    <a:pt x="21304" y="1327"/>
                    <a:pt x="21206" y="996"/>
                  </a:cubicBezTo>
                  <a:cubicBezTo>
                    <a:pt x="21028" y="827"/>
                    <a:pt x="20840" y="684"/>
                    <a:pt x="20635" y="541"/>
                  </a:cubicBezTo>
                  <a:lnTo>
                    <a:pt x="20635" y="541"/>
                  </a:lnTo>
                  <a:cubicBezTo>
                    <a:pt x="20778" y="898"/>
                    <a:pt x="20894" y="1273"/>
                    <a:pt x="20974" y="1657"/>
                  </a:cubicBezTo>
                  <a:cubicBezTo>
                    <a:pt x="21045" y="1969"/>
                    <a:pt x="21188" y="2433"/>
                    <a:pt x="21117" y="2754"/>
                  </a:cubicBezTo>
                  <a:cubicBezTo>
                    <a:pt x="21027" y="3192"/>
                    <a:pt x="20815" y="3353"/>
                    <a:pt x="20549" y="3353"/>
                  </a:cubicBezTo>
                  <a:cubicBezTo>
                    <a:pt x="20338" y="3353"/>
                    <a:pt x="20094" y="3252"/>
                    <a:pt x="19850" y="3111"/>
                  </a:cubicBezTo>
                  <a:cubicBezTo>
                    <a:pt x="19436" y="2871"/>
                    <a:pt x="19061" y="2615"/>
                    <a:pt x="18581" y="2615"/>
                  </a:cubicBezTo>
                  <a:cubicBezTo>
                    <a:pt x="18544" y="2615"/>
                    <a:pt x="18506" y="2617"/>
                    <a:pt x="18467" y="2620"/>
                  </a:cubicBezTo>
                  <a:cubicBezTo>
                    <a:pt x="18084" y="2647"/>
                    <a:pt x="17709" y="2816"/>
                    <a:pt x="17432" y="3075"/>
                  </a:cubicBezTo>
                  <a:cubicBezTo>
                    <a:pt x="17004" y="3485"/>
                    <a:pt x="17058" y="3931"/>
                    <a:pt x="16888" y="4449"/>
                  </a:cubicBezTo>
                  <a:cubicBezTo>
                    <a:pt x="16720" y="4958"/>
                    <a:pt x="16482" y="5142"/>
                    <a:pt x="16221" y="5142"/>
                  </a:cubicBezTo>
                  <a:cubicBezTo>
                    <a:pt x="15697" y="5142"/>
                    <a:pt x="15078" y="4396"/>
                    <a:pt x="14738" y="4056"/>
                  </a:cubicBezTo>
                  <a:cubicBezTo>
                    <a:pt x="14399" y="3726"/>
                    <a:pt x="13989" y="3405"/>
                    <a:pt x="13489" y="3405"/>
                  </a:cubicBezTo>
                  <a:cubicBezTo>
                    <a:pt x="13034" y="3405"/>
                    <a:pt x="12651" y="3691"/>
                    <a:pt x="12374" y="4030"/>
                  </a:cubicBezTo>
                  <a:cubicBezTo>
                    <a:pt x="12029" y="4455"/>
                    <a:pt x="11648" y="5954"/>
                    <a:pt x="10894" y="5954"/>
                  </a:cubicBezTo>
                  <a:cubicBezTo>
                    <a:pt x="10810" y="5954"/>
                    <a:pt x="10720" y="5935"/>
                    <a:pt x="10626" y="5894"/>
                  </a:cubicBezTo>
                  <a:cubicBezTo>
                    <a:pt x="10019" y="5626"/>
                    <a:pt x="9921" y="4485"/>
                    <a:pt x="9796" y="3923"/>
                  </a:cubicBezTo>
                  <a:cubicBezTo>
                    <a:pt x="9671" y="3334"/>
                    <a:pt x="9528" y="2727"/>
                    <a:pt x="9225" y="2192"/>
                  </a:cubicBezTo>
                  <a:cubicBezTo>
                    <a:pt x="9002" y="1826"/>
                    <a:pt x="8654" y="1327"/>
                    <a:pt x="8181" y="1309"/>
                  </a:cubicBezTo>
                  <a:cubicBezTo>
                    <a:pt x="8172" y="1308"/>
                    <a:pt x="8164" y="1308"/>
                    <a:pt x="8155" y="1308"/>
                  </a:cubicBezTo>
                  <a:cubicBezTo>
                    <a:pt x="7698" y="1308"/>
                    <a:pt x="7427" y="1760"/>
                    <a:pt x="7155" y="2049"/>
                  </a:cubicBezTo>
                  <a:cubicBezTo>
                    <a:pt x="6797" y="2427"/>
                    <a:pt x="6302" y="2720"/>
                    <a:pt x="5864" y="2720"/>
                  </a:cubicBezTo>
                  <a:cubicBezTo>
                    <a:pt x="5493" y="2720"/>
                    <a:pt x="5163" y="2512"/>
                    <a:pt x="4988" y="1969"/>
                  </a:cubicBezTo>
                  <a:cubicBezTo>
                    <a:pt x="4836" y="1487"/>
                    <a:pt x="4818" y="961"/>
                    <a:pt x="4497" y="541"/>
                  </a:cubicBezTo>
                  <a:cubicBezTo>
                    <a:pt x="4201" y="162"/>
                    <a:pt x="3772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78" name="Google Shape;478;p15"/>
          <p:cNvGrpSpPr/>
          <p:nvPr/>
        </p:nvGrpSpPr>
        <p:grpSpPr>
          <a:xfrm>
            <a:off x="5871870" y="4293873"/>
            <a:ext cx="3598457" cy="1378898"/>
            <a:chOff x="5871870" y="4293873"/>
            <a:chExt cx="3598457" cy="1378898"/>
          </a:xfrm>
        </p:grpSpPr>
        <p:sp>
          <p:nvSpPr>
            <p:cNvPr id="479" name="Google Shape;479;p15"/>
            <p:cNvSpPr/>
            <p:nvPr/>
          </p:nvSpPr>
          <p:spPr>
            <a:xfrm rot="10800000" flipH="1">
              <a:off x="5871870" y="4293873"/>
              <a:ext cx="3598453" cy="1378898"/>
            </a:xfrm>
            <a:custGeom>
              <a:avLst/>
              <a:gdLst/>
              <a:ahLst/>
              <a:cxnLst/>
              <a:rect l="l" t="t" r="r" b="b"/>
              <a:pathLst>
                <a:path w="19074" h="7309" extrusionOk="0">
                  <a:moveTo>
                    <a:pt x="14216" y="14"/>
                  </a:moveTo>
                  <a:cubicBezTo>
                    <a:pt x="13596" y="14"/>
                    <a:pt x="12976" y="28"/>
                    <a:pt x="12356" y="46"/>
                  </a:cubicBezTo>
                  <a:cubicBezTo>
                    <a:pt x="10259" y="90"/>
                    <a:pt x="8163" y="161"/>
                    <a:pt x="6066" y="269"/>
                  </a:cubicBezTo>
                  <a:cubicBezTo>
                    <a:pt x="5023" y="322"/>
                    <a:pt x="3970" y="376"/>
                    <a:pt x="2926" y="447"/>
                  </a:cubicBezTo>
                  <a:cubicBezTo>
                    <a:pt x="1624" y="527"/>
                    <a:pt x="0" y="545"/>
                    <a:pt x="295" y="2329"/>
                  </a:cubicBezTo>
                  <a:cubicBezTo>
                    <a:pt x="348" y="2659"/>
                    <a:pt x="571" y="2981"/>
                    <a:pt x="901" y="3052"/>
                  </a:cubicBezTo>
                  <a:cubicBezTo>
                    <a:pt x="973" y="3070"/>
                    <a:pt x="1044" y="3070"/>
                    <a:pt x="1106" y="3114"/>
                  </a:cubicBezTo>
                  <a:cubicBezTo>
                    <a:pt x="1222" y="3195"/>
                    <a:pt x="1213" y="3364"/>
                    <a:pt x="1204" y="3507"/>
                  </a:cubicBezTo>
                  <a:cubicBezTo>
                    <a:pt x="1142" y="4096"/>
                    <a:pt x="1204" y="4738"/>
                    <a:pt x="1570" y="5202"/>
                  </a:cubicBezTo>
                  <a:cubicBezTo>
                    <a:pt x="1804" y="5504"/>
                    <a:pt x="2193" y="5693"/>
                    <a:pt x="2565" y="5693"/>
                  </a:cubicBezTo>
                  <a:cubicBezTo>
                    <a:pt x="2776" y="5693"/>
                    <a:pt x="2981" y="5632"/>
                    <a:pt x="3149" y="5496"/>
                  </a:cubicBezTo>
                  <a:cubicBezTo>
                    <a:pt x="3363" y="5318"/>
                    <a:pt x="3479" y="5059"/>
                    <a:pt x="3640" y="4836"/>
                  </a:cubicBezTo>
                  <a:cubicBezTo>
                    <a:pt x="3797" y="4618"/>
                    <a:pt x="4023" y="4408"/>
                    <a:pt x="4292" y="4408"/>
                  </a:cubicBezTo>
                  <a:cubicBezTo>
                    <a:pt x="4298" y="4408"/>
                    <a:pt x="4303" y="4408"/>
                    <a:pt x="4309" y="4408"/>
                  </a:cubicBezTo>
                  <a:cubicBezTo>
                    <a:pt x="4621" y="4426"/>
                    <a:pt x="4853" y="4720"/>
                    <a:pt x="4933" y="5023"/>
                  </a:cubicBezTo>
                  <a:cubicBezTo>
                    <a:pt x="5014" y="5327"/>
                    <a:pt x="4996" y="5648"/>
                    <a:pt x="5058" y="5951"/>
                  </a:cubicBezTo>
                  <a:cubicBezTo>
                    <a:pt x="5201" y="6611"/>
                    <a:pt x="5763" y="7156"/>
                    <a:pt x="6423" y="7280"/>
                  </a:cubicBezTo>
                  <a:cubicBezTo>
                    <a:pt x="6522" y="7299"/>
                    <a:pt x="6623" y="7308"/>
                    <a:pt x="6723" y="7308"/>
                  </a:cubicBezTo>
                  <a:cubicBezTo>
                    <a:pt x="7290" y="7308"/>
                    <a:pt x="7853" y="7018"/>
                    <a:pt x="8172" y="6540"/>
                  </a:cubicBezTo>
                  <a:cubicBezTo>
                    <a:pt x="8261" y="6397"/>
                    <a:pt x="8341" y="6237"/>
                    <a:pt x="8475" y="6139"/>
                  </a:cubicBezTo>
                  <a:cubicBezTo>
                    <a:pt x="8546" y="6082"/>
                    <a:pt x="8641" y="6048"/>
                    <a:pt x="8731" y="6048"/>
                  </a:cubicBezTo>
                  <a:cubicBezTo>
                    <a:pt x="8812" y="6048"/>
                    <a:pt x="8888" y="6075"/>
                    <a:pt x="8939" y="6139"/>
                  </a:cubicBezTo>
                  <a:cubicBezTo>
                    <a:pt x="8993" y="6219"/>
                    <a:pt x="9001" y="6317"/>
                    <a:pt x="9037" y="6406"/>
                  </a:cubicBezTo>
                  <a:cubicBezTo>
                    <a:pt x="9114" y="6603"/>
                    <a:pt x="9322" y="6703"/>
                    <a:pt x="9535" y="6703"/>
                  </a:cubicBezTo>
                  <a:cubicBezTo>
                    <a:pt x="9669" y="6703"/>
                    <a:pt x="9805" y="6664"/>
                    <a:pt x="9911" y="6585"/>
                  </a:cubicBezTo>
                  <a:cubicBezTo>
                    <a:pt x="10188" y="6379"/>
                    <a:pt x="10286" y="6014"/>
                    <a:pt x="10295" y="5666"/>
                  </a:cubicBezTo>
                  <a:cubicBezTo>
                    <a:pt x="10295" y="5327"/>
                    <a:pt x="10224" y="4988"/>
                    <a:pt x="10215" y="4640"/>
                  </a:cubicBezTo>
                  <a:cubicBezTo>
                    <a:pt x="10215" y="4256"/>
                    <a:pt x="10366" y="3855"/>
                    <a:pt x="10670" y="3614"/>
                  </a:cubicBezTo>
                  <a:cubicBezTo>
                    <a:pt x="10799" y="3515"/>
                    <a:pt x="10944" y="3462"/>
                    <a:pt x="11075" y="3462"/>
                  </a:cubicBezTo>
                  <a:cubicBezTo>
                    <a:pt x="11287" y="3462"/>
                    <a:pt x="11466" y="3600"/>
                    <a:pt x="11499" y="3908"/>
                  </a:cubicBezTo>
                  <a:cubicBezTo>
                    <a:pt x="11526" y="4140"/>
                    <a:pt x="11455" y="4390"/>
                    <a:pt x="11508" y="4631"/>
                  </a:cubicBezTo>
                  <a:cubicBezTo>
                    <a:pt x="11562" y="4899"/>
                    <a:pt x="11776" y="5139"/>
                    <a:pt x="12044" y="5211"/>
                  </a:cubicBezTo>
                  <a:cubicBezTo>
                    <a:pt x="12109" y="5231"/>
                    <a:pt x="12178" y="5240"/>
                    <a:pt x="12247" y="5240"/>
                  </a:cubicBezTo>
                  <a:cubicBezTo>
                    <a:pt x="12457" y="5240"/>
                    <a:pt x="12670" y="5151"/>
                    <a:pt x="12811" y="4997"/>
                  </a:cubicBezTo>
                  <a:lnTo>
                    <a:pt x="12811" y="4997"/>
                  </a:lnTo>
                  <a:cubicBezTo>
                    <a:pt x="12748" y="5443"/>
                    <a:pt x="13034" y="5907"/>
                    <a:pt x="13453" y="6058"/>
                  </a:cubicBezTo>
                  <a:cubicBezTo>
                    <a:pt x="13552" y="6091"/>
                    <a:pt x="13656" y="6107"/>
                    <a:pt x="13760" y="6107"/>
                  </a:cubicBezTo>
                  <a:cubicBezTo>
                    <a:pt x="14102" y="6107"/>
                    <a:pt x="14444" y="5934"/>
                    <a:pt x="14622" y="5639"/>
                  </a:cubicBezTo>
                  <a:cubicBezTo>
                    <a:pt x="14943" y="5104"/>
                    <a:pt x="14729" y="4328"/>
                    <a:pt x="15148" y="3864"/>
                  </a:cubicBezTo>
                  <a:cubicBezTo>
                    <a:pt x="15225" y="3779"/>
                    <a:pt x="15336" y="3707"/>
                    <a:pt x="15452" y="3707"/>
                  </a:cubicBezTo>
                  <a:cubicBezTo>
                    <a:pt x="15469" y="3707"/>
                    <a:pt x="15487" y="3708"/>
                    <a:pt x="15505" y="3712"/>
                  </a:cubicBezTo>
                  <a:cubicBezTo>
                    <a:pt x="15737" y="3757"/>
                    <a:pt x="15790" y="4060"/>
                    <a:pt x="15781" y="4301"/>
                  </a:cubicBezTo>
                  <a:cubicBezTo>
                    <a:pt x="15746" y="4818"/>
                    <a:pt x="15639" y="5327"/>
                    <a:pt x="15683" y="5844"/>
                  </a:cubicBezTo>
                  <a:cubicBezTo>
                    <a:pt x="15728" y="6353"/>
                    <a:pt x="15978" y="6897"/>
                    <a:pt x="16451" y="7093"/>
                  </a:cubicBezTo>
                  <a:cubicBezTo>
                    <a:pt x="16566" y="7142"/>
                    <a:pt x="16687" y="7164"/>
                    <a:pt x="16808" y="7164"/>
                  </a:cubicBezTo>
                  <a:cubicBezTo>
                    <a:pt x="17329" y="7164"/>
                    <a:pt x="17850" y="6746"/>
                    <a:pt x="17958" y="6210"/>
                  </a:cubicBezTo>
                  <a:cubicBezTo>
                    <a:pt x="18038" y="5773"/>
                    <a:pt x="17896" y="5327"/>
                    <a:pt x="17807" y="4890"/>
                  </a:cubicBezTo>
                  <a:cubicBezTo>
                    <a:pt x="17717" y="4452"/>
                    <a:pt x="17691" y="3953"/>
                    <a:pt x="17967" y="3605"/>
                  </a:cubicBezTo>
                  <a:cubicBezTo>
                    <a:pt x="18190" y="3748"/>
                    <a:pt x="18146" y="4185"/>
                    <a:pt x="18413" y="4221"/>
                  </a:cubicBezTo>
                  <a:cubicBezTo>
                    <a:pt x="18421" y="4221"/>
                    <a:pt x="18428" y="4222"/>
                    <a:pt x="18436" y="4222"/>
                  </a:cubicBezTo>
                  <a:cubicBezTo>
                    <a:pt x="18501" y="4222"/>
                    <a:pt x="18571" y="4189"/>
                    <a:pt x="18627" y="4149"/>
                  </a:cubicBezTo>
                  <a:cubicBezTo>
                    <a:pt x="18877" y="3962"/>
                    <a:pt x="18939" y="3614"/>
                    <a:pt x="18913" y="3302"/>
                  </a:cubicBezTo>
                  <a:cubicBezTo>
                    <a:pt x="18886" y="2998"/>
                    <a:pt x="18797" y="2695"/>
                    <a:pt x="18806" y="2383"/>
                  </a:cubicBezTo>
                  <a:cubicBezTo>
                    <a:pt x="18806" y="2088"/>
                    <a:pt x="18904" y="1803"/>
                    <a:pt x="18931" y="1517"/>
                  </a:cubicBezTo>
                  <a:cubicBezTo>
                    <a:pt x="19073" y="1"/>
                    <a:pt x="17066" y="126"/>
                    <a:pt x="16076" y="63"/>
                  </a:cubicBezTo>
                  <a:cubicBezTo>
                    <a:pt x="15456" y="28"/>
                    <a:pt x="14836" y="14"/>
                    <a:pt x="14216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0" name="Google Shape;480;p15"/>
            <p:cNvSpPr/>
            <p:nvPr/>
          </p:nvSpPr>
          <p:spPr>
            <a:xfrm rot="-10578739">
              <a:off x="6108296" y="4829629"/>
              <a:ext cx="1925183" cy="433439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rgbClr val="694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1" name="Google Shape;481;p15"/>
            <p:cNvSpPr/>
            <p:nvPr/>
          </p:nvSpPr>
          <p:spPr>
            <a:xfrm rot="-10640538" flipH="1">
              <a:off x="7536144" y="4890444"/>
              <a:ext cx="1925170" cy="433436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rgbClr val="694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82" name="Google Shape;482;p15"/>
          <p:cNvGrpSpPr/>
          <p:nvPr/>
        </p:nvGrpSpPr>
        <p:grpSpPr>
          <a:xfrm flipH="1">
            <a:off x="144437" y="88771"/>
            <a:ext cx="8836281" cy="4847946"/>
            <a:chOff x="159894" y="88771"/>
            <a:chExt cx="8836281" cy="4847946"/>
          </a:xfrm>
        </p:grpSpPr>
        <p:sp>
          <p:nvSpPr>
            <p:cNvPr id="483" name="Google Shape;483;p15"/>
            <p:cNvSpPr/>
            <p:nvPr/>
          </p:nvSpPr>
          <p:spPr>
            <a:xfrm rot="2115196">
              <a:off x="7580109" y="1168269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4" name="Google Shape;484;p15"/>
            <p:cNvSpPr/>
            <p:nvPr/>
          </p:nvSpPr>
          <p:spPr>
            <a:xfrm rot="-3266906">
              <a:off x="8683707" y="1972920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5" name="Google Shape;485;p15"/>
            <p:cNvSpPr/>
            <p:nvPr/>
          </p:nvSpPr>
          <p:spPr>
            <a:xfrm rot="-3266906">
              <a:off x="5229316" y="1021085"/>
              <a:ext cx="128530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6" name="Google Shape;486;p15"/>
            <p:cNvSpPr/>
            <p:nvPr/>
          </p:nvSpPr>
          <p:spPr>
            <a:xfrm rot="3574462">
              <a:off x="8900307" y="4728783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7" name="Google Shape;487;p15"/>
            <p:cNvSpPr/>
            <p:nvPr/>
          </p:nvSpPr>
          <p:spPr>
            <a:xfrm rot="1625383">
              <a:off x="2005454" y="839460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8" name="Google Shape;488;p15"/>
            <p:cNvSpPr/>
            <p:nvPr/>
          </p:nvSpPr>
          <p:spPr>
            <a:xfrm rot="3522601">
              <a:off x="3221160" y="77878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9" name="Google Shape;489;p15"/>
            <p:cNvSpPr/>
            <p:nvPr/>
          </p:nvSpPr>
          <p:spPr>
            <a:xfrm rot="-2695393">
              <a:off x="940811" y="2574164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0" name="Google Shape;490;p15"/>
            <p:cNvSpPr/>
            <p:nvPr/>
          </p:nvSpPr>
          <p:spPr>
            <a:xfrm rot="-6529139">
              <a:off x="424444" y="3511486"/>
              <a:ext cx="151480" cy="7431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1" name="Google Shape;491;p15"/>
            <p:cNvSpPr/>
            <p:nvPr/>
          </p:nvSpPr>
          <p:spPr>
            <a:xfrm rot="3522601">
              <a:off x="8137135" y="24354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" name="Google Shape;492;p15"/>
            <p:cNvSpPr/>
            <p:nvPr/>
          </p:nvSpPr>
          <p:spPr>
            <a:xfrm rot="-3266906">
              <a:off x="6145435" y="476944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" name="Google Shape;493;p15"/>
            <p:cNvSpPr/>
            <p:nvPr/>
          </p:nvSpPr>
          <p:spPr>
            <a:xfrm rot="3522601">
              <a:off x="209022" y="403078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" name="Google Shape;494;p15"/>
            <p:cNvSpPr/>
            <p:nvPr/>
          </p:nvSpPr>
          <p:spPr>
            <a:xfrm rot="1867268">
              <a:off x="1436074" y="3709139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" name="Google Shape;495;p15"/>
            <p:cNvSpPr/>
            <p:nvPr/>
          </p:nvSpPr>
          <p:spPr>
            <a:xfrm rot="-2342076">
              <a:off x="7006835" y="3373852"/>
              <a:ext cx="57301" cy="147211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" name="Google Shape;496;p15"/>
            <p:cNvSpPr/>
            <p:nvPr/>
          </p:nvSpPr>
          <p:spPr>
            <a:xfrm rot="-3266906">
              <a:off x="3365832" y="4073370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" name="Google Shape;497;p15"/>
            <p:cNvSpPr/>
            <p:nvPr/>
          </p:nvSpPr>
          <p:spPr>
            <a:xfrm rot="3522601">
              <a:off x="4539960" y="442221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" name="Google Shape;498;p15"/>
            <p:cNvSpPr/>
            <p:nvPr/>
          </p:nvSpPr>
          <p:spPr>
            <a:xfrm rot="-2695393">
              <a:off x="7233123" y="478907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99" name="Google Shape;499;p15"/>
          <p:cNvSpPr txBox="1"/>
          <p:nvPr>
            <p:ph type="title"/>
          </p:nvPr>
        </p:nvSpPr>
        <p:spPr>
          <a:xfrm>
            <a:off x="1708050" y="2989726"/>
            <a:ext cx="5727900" cy="64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0" name="Google Shape;500;p15"/>
          <p:cNvSpPr txBox="1"/>
          <p:nvPr>
            <p:ph type="subTitle" idx="1"/>
          </p:nvPr>
        </p:nvSpPr>
        <p:spPr>
          <a:xfrm>
            <a:off x="1708050" y="1511325"/>
            <a:ext cx="5727900" cy="147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1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2" name="Google Shape;502;p16"/>
          <p:cNvGrpSpPr/>
          <p:nvPr/>
        </p:nvGrpSpPr>
        <p:grpSpPr>
          <a:xfrm>
            <a:off x="2138092" y="4070572"/>
            <a:ext cx="3187535" cy="1799829"/>
            <a:chOff x="2138092" y="4070572"/>
            <a:chExt cx="3187535" cy="1799829"/>
          </a:xfrm>
        </p:grpSpPr>
        <p:grpSp>
          <p:nvGrpSpPr>
            <p:cNvPr id="503" name="Google Shape;503;p16"/>
            <p:cNvGrpSpPr/>
            <p:nvPr/>
          </p:nvGrpSpPr>
          <p:grpSpPr>
            <a:xfrm rot="10800000" flipH="1">
              <a:off x="2157161" y="4070572"/>
              <a:ext cx="3168466" cy="1799829"/>
              <a:chOff x="4129076" y="-686277"/>
              <a:chExt cx="2879377" cy="1635316"/>
            </a:xfrm>
          </p:grpSpPr>
          <p:sp>
            <p:nvSpPr>
              <p:cNvPr id="504" name="Google Shape;504;p16"/>
              <p:cNvSpPr/>
              <p:nvPr/>
            </p:nvSpPr>
            <p:spPr>
              <a:xfrm>
                <a:off x="4129076" y="-686277"/>
                <a:ext cx="2879377" cy="1635316"/>
              </a:xfrm>
              <a:custGeom>
                <a:avLst/>
                <a:gdLst/>
                <a:ahLst/>
                <a:cxnLst/>
                <a:rect l="l" t="t" r="r" b="b"/>
                <a:pathLst>
                  <a:path w="21055" h="11958" extrusionOk="0">
                    <a:moveTo>
                      <a:pt x="16827" y="1"/>
                    </a:moveTo>
                    <a:cubicBezTo>
                      <a:pt x="16033" y="1"/>
                      <a:pt x="15235" y="124"/>
                      <a:pt x="14444" y="243"/>
                    </a:cubicBezTo>
                    <a:cubicBezTo>
                      <a:pt x="14444" y="252"/>
                      <a:pt x="14435" y="252"/>
                      <a:pt x="14426" y="252"/>
                    </a:cubicBezTo>
                    <a:lnTo>
                      <a:pt x="446" y="3392"/>
                    </a:lnTo>
                    <a:cubicBezTo>
                      <a:pt x="304" y="3419"/>
                      <a:pt x="197" y="3535"/>
                      <a:pt x="161" y="3677"/>
                    </a:cubicBezTo>
                    <a:cubicBezTo>
                      <a:pt x="0" y="4355"/>
                      <a:pt x="18" y="5087"/>
                      <a:pt x="206" y="5765"/>
                    </a:cubicBezTo>
                    <a:cubicBezTo>
                      <a:pt x="249" y="5934"/>
                      <a:pt x="403" y="6030"/>
                      <a:pt x="560" y="6030"/>
                    </a:cubicBezTo>
                    <a:cubicBezTo>
                      <a:pt x="661" y="6030"/>
                      <a:pt x="763" y="5991"/>
                      <a:pt x="839" y="5908"/>
                    </a:cubicBezTo>
                    <a:cubicBezTo>
                      <a:pt x="839" y="5908"/>
                      <a:pt x="839" y="5908"/>
                      <a:pt x="839" y="5899"/>
                    </a:cubicBezTo>
                    <a:cubicBezTo>
                      <a:pt x="917" y="5821"/>
                      <a:pt x="1014" y="5785"/>
                      <a:pt x="1110" y="5785"/>
                    </a:cubicBezTo>
                    <a:cubicBezTo>
                      <a:pt x="1288" y="5785"/>
                      <a:pt x="1461" y="5909"/>
                      <a:pt x="1490" y="6113"/>
                    </a:cubicBezTo>
                    <a:cubicBezTo>
                      <a:pt x="1535" y="6425"/>
                      <a:pt x="1481" y="6782"/>
                      <a:pt x="1472" y="7112"/>
                    </a:cubicBezTo>
                    <a:cubicBezTo>
                      <a:pt x="1448" y="7622"/>
                      <a:pt x="1734" y="8277"/>
                      <a:pt x="2213" y="8277"/>
                    </a:cubicBezTo>
                    <a:cubicBezTo>
                      <a:pt x="2253" y="8277"/>
                      <a:pt x="2295" y="8272"/>
                      <a:pt x="2338" y="8263"/>
                    </a:cubicBezTo>
                    <a:cubicBezTo>
                      <a:pt x="2721" y="8173"/>
                      <a:pt x="2882" y="7718"/>
                      <a:pt x="3203" y="7478"/>
                    </a:cubicBezTo>
                    <a:cubicBezTo>
                      <a:pt x="3357" y="7360"/>
                      <a:pt x="3532" y="7309"/>
                      <a:pt x="3712" y="7309"/>
                    </a:cubicBezTo>
                    <a:cubicBezTo>
                      <a:pt x="4232" y="7309"/>
                      <a:pt x="4793" y="7737"/>
                      <a:pt x="5005" y="8254"/>
                    </a:cubicBezTo>
                    <a:cubicBezTo>
                      <a:pt x="5299" y="8950"/>
                      <a:pt x="5210" y="9735"/>
                      <a:pt x="5362" y="10475"/>
                    </a:cubicBezTo>
                    <a:cubicBezTo>
                      <a:pt x="5501" y="11195"/>
                      <a:pt x="6028" y="11958"/>
                      <a:pt x="6754" y="11958"/>
                    </a:cubicBezTo>
                    <a:cubicBezTo>
                      <a:pt x="6775" y="11958"/>
                      <a:pt x="6795" y="11957"/>
                      <a:pt x="6816" y="11956"/>
                    </a:cubicBezTo>
                    <a:cubicBezTo>
                      <a:pt x="7646" y="11902"/>
                      <a:pt x="8074" y="10903"/>
                      <a:pt x="8083" y="10074"/>
                    </a:cubicBezTo>
                    <a:cubicBezTo>
                      <a:pt x="8101" y="9244"/>
                      <a:pt x="7922" y="8352"/>
                      <a:pt x="8342" y="7638"/>
                    </a:cubicBezTo>
                    <a:cubicBezTo>
                      <a:pt x="8501" y="7373"/>
                      <a:pt x="8783" y="7133"/>
                      <a:pt x="9077" y="7133"/>
                    </a:cubicBezTo>
                    <a:cubicBezTo>
                      <a:pt x="9129" y="7133"/>
                      <a:pt x="9182" y="7140"/>
                      <a:pt x="9234" y="7156"/>
                    </a:cubicBezTo>
                    <a:cubicBezTo>
                      <a:pt x="9698" y="7290"/>
                      <a:pt x="9814" y="7950"/>
                      <a:pt x="10268" y="8111"/>
                    </a:cubicBezTo>
                    <a:cubicBezTo>
                      <a:pt x="10333" y="8133"/>
                      <a:pt x="10396" y="8143"/>
                      <a:pt x="10457" y="8143"/>
                    </a:cubicBezTo>
                    <a:cubicBezTo>
                      <a:pt x="10897" y="8143"/>
                      <a:pt x="11257" y="7623"/>
                      <a:pt x="11500" y="7192"/>
                    </a:cubicBezTo>
                    <a:cubicBezTo>
                      <a:pt x="11702" y="6827"/>
                      <a:pt x="12110" y="6447"/>
                      <a:pt x="12474" y="6447"/>
                    </a:cubicBezTo>
                    <a:cubicBezTo>
                      <a:pt x="12591" y="6447"/>
                      <a:pt x="12703" y="6486"/>
                      <a:pt x="12802" y="6577"/>
                    </a:cubicBezTo>
                    <a:cubicBezTo>
                      <a:pt x="13061" y="6817"/>
                      <a:pt x="13034" y="7290"/>
                      <a:pt x="13346" y="7460"/>
                    </a:cubicBezTo>
                    <a:cubicBezTo>
                      <a:pt x="13413" y="7496"/>
                      <a:pt x="13481" y="7511"/>
                      <a:pt x="13551" y="7511"/>
                    </a:cubicBezTo>
                    <a:cubicBezTo>
                      <a:pt x="13950" y="7511"/>
                      <a:pt x="14389" y="7006"/>
                      <a:pt x="14772" y="7006"/>
                    </a:cubicBezTo>
                    <a:cubicBezTo>
                      <a:pt x="14849" y="7006"/>
                      <a:pt x="14925" y="7026"/>
                      <a:pt x="14997" y="7076"/>
                    </a:cubicBezTo>
                    <a:cubicBezTo>
                      <a:pt x="15104" y="7156"/>
                      <a:pt x="15166" y="7281"/>
                      <a:pt x="15211" y="7415"/>
                    </a:cubicBezTo>
                    <a:cubicBezTo>
                      <a:pt x="15648" y="8602"/>
                      <a:pt x="15273" y="10065"/>
                      <a:pt x="16040" y="11073"/>
                    </a:cubicBezTo>
                    <a:cubicBezTo>
                      <a:pt x="16156" y="11216"/>
                      <a:pt x="16290" y="11349"/>
                      <a:pt x="16460" y="11421"/>
                    </a:cubicBezTo>
                    <a:cubicBezTo>
                      <a:pt x="16543" y="11452"/>
                      <a:pt x="16631" y="11466"/>
                      <a:pt x="16720" y="11466"/>
                    </a:cubicBezTo>
                    <a:cubicBezTo>
                      <a:pt x="16908" y="11466"/>
                      <a:pt x="17102" y="11404"/>
                      <a:pt x="17272" y="11314"/>
                    </a:cubicBezTo>
                    <a:cubicBezTo>
                      <a:pt x="18262" y="10761"/>
                      <a:pt x="18360" y="9387"/>
                      <a:pt x="18244" y="8263"/>
                    </a:cubicBezTo>
                    <a:cubicBezTo>
                      <a:pt x="18217" y="7959"/>
                      <a:pt x="18208" y="7594"/>
                      <a:pt x="18476" y="7442"/>
                    </a:cubicBezTo>
                    <a:cubicBezTo>
                      <a:pt x="18538" y="7406"/>
                      <a:pt x="18606" y="7390"/>
                      <a:pt x="18675" y="7390"/>
                    </a:cubicBezTo>
                    <a:cubicBezTo>
                      <a:pt x="18866" y="7390"/>
                      <a:pt x="19067" y="7513"/>
                      <a:pt x="19172" y="7683"/>
                    </a:cubicBezTo>
                    <a:cubicBezTo>
                      <a:pt x="19243" y="7808"/>
                      <a:pt x="19288" y="7950"/>
                      <a:pt x="19306" y="8102"/>
                    </a:cubicBezTo>
                    <a:cubicBezTo>
                      <a:pt x="19335" y="8293"/>
                      <a:pt x="19492" y="8424"/>
                      <a:pt x="19671" y="8424"/>
                    </a:cubicBezTo>
                    <a:cubicBezTo>
                      <a:pt x="19709" y="8424"/>
                      <a:pt x="19748" y="8418"/>
                      <a:pt x="19787" y="8405"/>
                    </a:cubicBezTo>
                    <a:cubicBezTo>
                      <a:pt x="20251" y="8272"/>
                      <a:pt x="20635" y="7861"/>
                      <a:pt x="20813" y="7406"/>
                    </a:cubicBezTo>
                    <a:cubicBezTo>
                      <a:pt x="21054" y="6809"/>
                      <a:pt x="21018" y="6139"/>
                      <a:pt x="20983" y="5497"/>
                    </a:cubicBezTo>
                    <a:cubicBezTo>
                      <a:pt x="20947" y="4819"/>
                      <a:pt x="20911" y="4141"/>
                      <a:pt x="20867" y="3463"/>
                    </a:cubicBezTo>
                    <a:cubicBezTo>
                      <a:pt x="20849" y="3044"/>
                      <a:pt x="20822" y="2616"/>
                      <a:pt x="20697" y="2214"/>
                    </a:cubicBezTo>
                    <a:cubicBezTo>
                      <a:pt x="20331" y="1081"/>
                      <a:pt x="19181" y="341"/>
                      <a:pt x="18012" y="109"/>
                    </a:cubicBezTo>
                    <a:cubicBezTo>
                      <a:pt x="17619" y="32"/>
                      <a:pt x="17224" y="1"/>
                      <a:pt x="1682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5" name="Google Shape;505;p16"/>
              <p:cNvSpPr/>
              <p:nvPr/>
            </p:nvSpPr>
            <p:spPr>
              <a:xfrm>
                <a:off x="5076447" y="119145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6" name="Google Shape;506;p16"/>
              <p:cNvSpPr/>
              <p:nvPr/>
            </p:nvSpPr>
            <p:spPr>
              <a:xfrm>
                <a:off x="4964931" y="276127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7" name="Google Shape;507;p16"/>
              <p:cNvSpPr/>
              <p:nvPr/>
            </p:nvSpPr>
            <p:spPr>
              <a:xfrm>
                <a:off x="5426575" y="107300"/>
                <a:ext cx="62923" cy="48853"/>
              </a:xfrm>
              <a:custGeom>
                <a:avLst/>
                <a:gdLst/>
                <a:ahLst/>
                <a:cxnLst/>
                <a:rect l="l" t="t" r="r" b="b"/>
                <a:pathLst>
                  <a:path w="483" h="375" extrusionOk="0">
                    <a:moveTo>
                      <a:pt x="241" y="0"/>
                    </a:moveTo>
                    <a:cubicBezTo>
                      <a:pt x="1" y="0"/>
                      <a:pt x="1" y="375"/>
                      <a:pt x="241" y="375"/>
                    </a:cubicBezTo>
                    <a:cubicBezTo>
                      <a:pt x="482" y="375"/>
                      <a:pt x="482" y="0"/>
                      <a:pt x="2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508" name="Google Shape;508;p16"/>
            <p:cNvSpPr/>
            <p:nvPr/>
          </p:nvSpPr>
          <p:spPr>
            <a:xfrm rot="10800000">
              <a:off x="2138092" y="4940082"/>
              <a:ext cx="3172149" cy="611270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09" name="Google Shape;509;p16"/>
          <p:cNvGrpSpPr/>
          <p:nvPr/>
        </p:nvGrpSpPr>
        <p:grpSpPr>
          <a:xfrm>
            <a:off x="-479330" y="-531598"/>
            <a:ext cx="9967003" cy="1536019"/>
            <a:chOff x="-479330" y="-531598"/>
            <a:chExt cx="9967003" cy="1536019"/>
          </a:xfrm>
        </p:grpSpPr>
        <p:sp>
          <p:nvSpPr>
            <p:cNvPr id="510" name="Google Shape;510;p16"/>
            <p:cNvSpPr/>
            <p:nvPr/>
          </p:nvSpPr>
          <p:spPr>
            <a:xfrm>
              <a:off x="2550525" y="-203930"/>
              <a:ext cx="3709572" cy="1208351"/>
            </a:xfrm>
            <a:custGeom>
              <a:avLst/>
              <a:gdLst/>
              <a:ahLst/>
              <a:cxnLst/>
              <a:rect l="l" t="t" r="r" b="b"/>
              <a:pathLst>
                <a:path w="19663" h="6405" extrusionOk="0">
                  <a:moveTo>
                    <a:pt x="15799" y="0"/>
                  </a:moveTo>
                  <a:cubicBezTo>
                    <a:pt x="14930" y="0"/>
                    <a:pt x="14048" y="589"/>
                    <a:pt x="13212" y="812"/>
                  </a:cubicBezTo>
                  <a:cubicBezTo>
                    <a:pt x="12864" y="905"/>
                    <a:pt x="12513" y="943"/>
                    <a:pt x="12160" y="943"/>
                  </a:cubicBezTo>
                  <a:cubicBezTo>
                    <a:pt x="10715" y="943"/>
                    <a:pt x="9235" y="318"/>
                    <a:pt x="7772" y="318"/>
                  </a:cubicBezTo>
                  <a:cubicBezTo>
                    <a:pt x="7530" y="318"/>
                    <a:pt x="7289" y="336"/>
                    <a:pt x="7048" y="375"/>
                  </a:cubicBezTo>
                  <a:cubicBezTo>
                    <a:pt x="6660" y="444"/>
                    <a:pt x="6281" y="563"/>
                    <a:pt x="5886" y="563"/>
                  </a:cubicBezTo>
                  <a:cubicBezTo>
                    <a:pt x="5872" y="563"/>
                    <a:pt x="5858" y="563"/>
                    <a:pt x="5844" y="563"/>
                  </a:cubicBezTo>
                  <a:cubicBezTo>
                    <a:pt x="5288" y="550"/>
                    <a:pt x="4709" y="284"/>
                    <a:pt x="4175" y="284"/>
                  </a:cubicBezTo>
                  <a:cubicBezTo>
                    <a:pt x="3971" y="284"/>
                    <a:pt x="3774" y="323"/>
                    <a:pt x="3587" y="429"/>
                  </a:cubicBezTo>
                  <a:cubicBezTo>
                    <a:pt x="3444" y="509"/>
                    <a:pt x="3319" y="616"/>
                    <a:pt x="3167" y="661"/>
                  </a:cubicBezTo>
                  <a:cubicBezTo>
                    <a:pt x="3094" y="682"/>
                    <a:pt x="3019" y="690"/>
                    <a:pt x="2941" y="690"/>
                  </a:cubicBezTo>
                  <a:cubicBezTo>
                    <a:pt x="2593" y="690"/>
                    <a:pt x="2206" y="519"/>
                    <a:pt x="1846" y="519"/>
                  </a:cubicBezTo>
                  <a:cubicBezTo>
                    <a:pt x="1668" y="519"/>
                    <a:pt x="1496" y="561"/>
                    <a:pt x="1338" y="688"/>
                  </a:cubicBezTo>
                  <a:cubicBezTo>
                    <a:pt x="1187" y="812"/>
                    <a:pt x="1071" y="991"/>
                    <a:pt x="883" y="1044"/>
                  </a:cubicBezTo>
                  <a:cubicBezTo>
                    <a:pt x="842" y="1055"/>
                    <a:pt x="799" y="1057"/>
                    <a:pt x="756" y="1057"/>
                  </a:cubicBezTo>
                  <a:cubicBezTo>
                    <a:pt x="721" y="1057"/>
                    <a:pt x="686" y="1056"/>
                    <a:pt x="651" y="1056"/>
                  </a:cubicBezTo>
                  <a:cubicBezTo>
                    <a:pt x="618" y="1056"/>
                    <a:pt x="585" y="1057"/>
                    <a:pt x="553" y="1062"/>
                  </a:cubicBezTo>
                  <a:cubicBezTo>
                    <a:pt x="268" y="1098"/>
                    <a:pt x="63" y="1392"/>
                    <a:pt x="27" y="1687"/>
                  </a:cubicBezTo>
                  <a:cubicBezTo>
                    <a:pt x="0" y="1981"/>
                    <a:pt x="107" y="2275"/>
                    <a:pt x="250" y="2534"/>
                  </a:cubicBezTo>
                  <a:cubicBezTo>
                    <a:pt x="535" y="3080"/>
                    <a:pt x="1051" y="3574"/>
                    <a:pt x="1628" y="3574"/>
                  </a:cubicBezTo>
                  <a:cubicBezTo>
                    <a:pt x="1682" y="3574"/>
                    <a:pt x="1738" y="3569"/>
                    <a:pt x="1793" y="3560"/>
                  </a:cubicBezTo>
                  <a:cubicBezTo>
                    <a:pt x="2025" y="3524"/>
                    <a:pt x="2239" y="3408"/>
                    <a:pt x="2462" y="3337"/>
                  </a:cubicBezTo>
                  <a:cubicBezTo>
                    <a:pt x="2635" y="3288"/>
                    <a:pt x="2809" y="3268"/>
                    <a:pt x="2985" y="3268"/>
                  </a:cubicBezTo>
                  <a:cubicBezTo>
                    <a:pt x="3537" y="3268"/>
                    <a:pt x="4102" y="3459"/>
                    <a:pt x="4657" y="3507"/>
                  </a:cubicBezTo>
                  <a:cubicBezTo>
                    <a:pt x="4746" y="3514"/>
                    <a:pt x="4836" y="3517"/>
                    <a:pt x="4925" y="3517"/>
                  </a:cubicBezTo>
                  <a:cubicBezTo>
                    <a:pt x="6130" y="3517"/>
                    <a:pt x="7329" y="2921"/>
                    <a:pt x="8502" y="2921"/>
                  </a:cubicBezTo>
                  <a:cubicBezTo>
                    <a:pt x="8786" y="2921"/>
                    <a:pt x="9069" y="2956"/>
                    <a:pt x="9350" y="3043"/>
                  </a:cubicBezTo>
                  <a:cubicBezTo>
                    <a:pt x="9813" y="3185"/>
                    <a:pt x="10393" y="3373"/>
                    <a:pt x="10822" y="3551"/>
                  </a:cubicBezTo>
                  <a:cubicBezTo>
                    <a:pt x="11294" y="3756"/>
                    <a:pt x="11384" y="4086"/>
                    <a:pt x="11223" y="4595"/>
                  </a:cubicBezTo>
                  <a:cubicBezTo>
                    <a:pt x="11143" y="4871"/>
                    <a:pt x="11036" y="5157"/>
                    <a:pt x="11125" y="5434"/>
                  </a:cubicBezTo>
                  <a:cubicBezTo>
                    <a:pt x="11204" y="5665"/>
                    <a:pt x="11444" y="5804"/>
                    <a:pt x="11680" y="5804"/>
                  </a:cubicBezTo>
                  <a:cubicBezTo>
                    <a:pt x="11817" y="5804"/>
                    <a:pt x="11951" y="5758"/>
                    <a:pt x="12053" y="5657"/>
                  </a:cubicBezTo>
                  <a:cubicBezTo>
                    <a:pt x="12293" y="5416"/>
                    <a:pt x="12276" y="5023"/>
                    <a:pt x="12204" y="4684"/>
                  </a:cubicBezTo>
                  <a:cubicBezTo>
                    <a:pt x="12124" y="4309"/>
                    <a:pt x="11928" y="3872"/>
                    <a:pt x="12035" y="3498"/>
                  </a:cubicBezTo>
                  <a:cubicBezTo>
                    <a:pt x="12169" y="3061"/>
                    <a:pt x="12731" y="2686"/>
                    <a:pt x="13114" y="2543"/>
                  </a:cubicBezTo>
                  <a:cubicBezTo>
                    <a:pt x="13328" y="2465"/>
                    <a:pt x="13554" y="2426"/>
                    <a:pt x="13779" y="2426"/>
                  </a:cubicBezTo>
                  <a:cubicBezTo>
                    <a:pt x="14120" y="2426"/>
                    <a:pt x="14461" y="2514"/>
                    <a:pt x="14756" y="2686"/>
                  </a:cubicBezTo>
                  <a:cubicBezTo>
                    <a:pt x="15014" y="2837"/>
                    <a:pt x="15246" y="3061"/>
                    <a:pt x="15344" y="3355"/>
                  </a:cubicBezTo>
                  <a:cubicBezTo>
                    <a:pt x="15478" y="3810"/>
                    <a:pt x="15246" y="4283"/>
                    <a:pt x="15095" y="4738"/>
                  </a:cubicBezTo>
                  <a:cubicBezTo>
                    <a:pt x="14970" y="5086"/>
                    <a:pt x="14889" y="5478"/>
                    <a:pt x="15005" y="5835"/>
                  </a:cubicBezTo>
                  <a:cubicBezTo>
                    <a:pt x="15107" y="6147"/>
                    <a:pt x="15393" y="6405"/>
                    <a:pt x="15701" y="6405"/>
                  </a:cubicBezTo>
                  <a:cubicBezTo>
                    <a:pt x="15746" y="6405"/>
                    <a:pt x="15790" y="6399"/>
                    <a:pt x="15835" y="6388"/>
                  </a:cubicBezTo>
                  <a:cubicBezTo>
                    <a:pt x="16210" y="6290"/>
                    <a:pt x="16397" y="5817"/>
                    <a:pt x="16388" y="5407"/>
                  </a:cubicBezTo>
                  <a:cubicBezTo>
                    <a:pt x="16388" y="4996"/>
                    <a:pt x="16272" y="4586"/>
                    <a:pt x="16317" y="4185"/>
                  </a:cubicBezTo>
                  <a:cubicBezTo>
                    <a:pt x="16379" y="3583"/>
                    <a:pt x="16671" y="3442"/>
                    <a:pt x="17037" y="3442"/>
                  </a:cubicBezTo>
                  <a:cubicBezTo>
                    <a:pt x="17360" y="3442"/>
                    <a:pt x="17739" y="3551"/>
                    <a:pt x="18068" y="3551"/>
                  </a:cubicBezTo>
                  <a:cubicBezTo>
                    <a:pt x="18119" y="3551"/>
                    <a:pt x="18169" y="3548"/>
                    <a:pt x="18217" y="3542"/>
                  </a:cubicBezTo>
                  <a:cubicBezTo>
                    <a:pt x="18654" y="3489"/>
                    <a:pt x="19020" y="3069"/>
                    <a:pt x="19038" y="2614"/>
                  </a:cubicBezTo>
                  <a:cubicBezTo>
                    <a:pt x="19038" y="2445"/>
                    <a:pt x="19011" y="2267"/>
                    <a:pt x="19091" y="2124"/>
                  </a:cubicBezTo>
                  <a:cubicBezTo>
                    <a:pt x="19145" y="2026"/>
                    <a:pt x="19243" y="1963"/>
                    <a:pt x="19323" y="1892"/>
                  </a:cubicBezTo>
                  <a:cubicBezTo>
                    <a:pt x="19662" y="1553"/>
                    <a:pt x="19537" y="902"/>
                    <a:pt x="19154" y="616"/>
                  </a:cubicBezTo>
                  <a:cubicBezTo>
                    <a:pt x="18952" y="462"/>
                    <a:pt x="18703" y="397"/>
                    <a:pt x="18449" y="397"/>
                  </a:cubicBezTo>
                  <a:cubicBezTo>
                    <a:pt x="18231" y="397"/>
                    <a:pt x="18008" y="445"/>
                    <a:pt x="17807" y="527"/>
                  </a:cubicBezTo>
                  <a:cubicBezTo>
                    <a:pt x="17672" y="577"/>
                    <a:pt x="17538" y="644"/>
                    <a:pt x="17403" y="644"/>
                  </a:cubicBezTo>
                  <a:cubicBezTo>
                    <a:pt x="17395" y="644"/>
                    <a:pt x="17387" y="643"/>
                    <a:pt x="17378" y="643"/>
                  </a:cubicBezTo>
                  <a:cubicBezTo>
                    <a:pt x="17164" y="634"/>
                    <a:pt x="16995" y="465"/>
                    <a:pt x="16825" y="340"/>
                  </a:cubicBezTo>
                  <a:cubicBezTo>
                    <a:pt x="16488" y="93"/>
                    <a:pt x="16144" y="0"/>
                    <a:pt x="157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5889220" y="-531598"/>
              <a:ext cx="3598453" cy="1378898"/>
            </a:xfrm>
            <a:custGeom>
              <a:avLst/>
              <a:gdLst/>
              <a:ahLst/>
              <a:cxnLst/>
              <a:rect l="l" t="t" r="r" b="b"/>
              <a:pathLst>
                <a:path w="19074" h="7309" extrusionOk="0">
                  <a:moveTo>
                    <a:pt x="14216" y="14"/>
                  </a:moveTo>
                  <a:cubicBezTo>
                    <a:pt x="13596" y="14"/>
                    <a:pt x="12976" y="28"/>
                    <a:pt x="12356" y="46"/>
                  </a:cubicBezTo>
                  <a:cubicBezTo>
                    <a:pt x="10259" y="90"/>
                    <a:pt x="8163" y="161"/>
                    <a:pt x="6066" y="269"/>
                  </a:cubicBezTo>
                  <a:cubicBezTo>
                    <a:pt x="5023" y="322"/>
                    <a:pt x="3970" y="376"/>
                    <a:pt x="2926" y="447"/>
                  </a:cubicBezTo>
                  <a:cubicBezTo>
                    <a:pt x="1624" y="527"/>
                    <a:pt x="0" y="545"/>
                    <a:pt x="295" y="2329"/>
                  </a:cubicBezTo>
                  <a:cubicBezTo>
                    <a:pt x="348" y="2659"/>
                    <a:pt x="571" y="2981"/>
                    <a:pt x="901" y="3052"/>
                  </a:cubicBezTo>
                  <a:cubicBezTo>
                    <a:pt x="973" y="3070"/>
                    <a:pt x="1044" y="3070"/>
                    <a:pt x="1106" y="3114"/>
                  </a:cubicBezTo>
                  <a:cubicBezTo>
                    <a:pt x="1222" y="3195"/>
                    <a:pt x="1213" y="3364"/>
                    <a:pt x="1204" y="3507"/>
                  </a:cubicBezTo>
                  <a:cubicBezTo>
                    <a:pt x="1142" y="4096"/>
                    <a:pt x="1204" y="4738"/>
                    <a:pt x="1570" y="5202"/>
                  </a:cubicBezTo>
                  <a:cubicBezTo>
                    <a:pt x="1804" y="5504"/>
                    <a:pt x="2193" y="5693"/>
                    <a:pt x="2565" y="5693"/>
                  </a:cubicBezTo>
                  <a:cubicBezTo>
                    <a:pt x="2776" y="5693"/>
                    <a:pt x="2981" y="5632"/>
                    <a:pt x="3149" y="5496"/>
                  </a:cubicBezTo>
                  <a:cubicBezTo>
                    <a:pt x="3363" y="5318"/>
                    <a:pt x="3479" y="5059"/>
                    <a:pt x="3640" y="4836"/>
                  </a:cubicBezTo>
                  <a:cubicBezTo>
                    <a:pt x="3797" y="4618"/>
                    <a:pt x="4023" y="4408"/>
                    <a:pt x="4292" y="4408"/>
                  </a:cubicBezTo>
                  <a:cubicBezTo>
                    <a:pt x="4298" y="4408"/>
                    <a:pt x="4303" y="4408"/>
                    <a:pt x="4309" y="4408"/>
                  </a:cubicBezTo>
                  <a:cubicBezTo>
                    <a:pt x="4621" y="4426"/>
                    <a:pt x="4853" y="4720"/>
                    <a:pt x="4933" y="5023"/>
                  </a:cubicBezTo>
                  <a:cubicBezTo>
                    <a:pt x="5014" y="5327"/>
                    <a:pt x="4996" y="5648"/>
                    <a:pt x="5058" y="5951"/>
                  </a:cubicBezTo>
                  <a:cubicBezTo>
                    <a:pt x="5201" y="6611"/>
                    <a:pt x="5763" y="7156"/>
                    <a:pt x="6423" y="7280"/>
                  </a:cubicBezTo>
                  <a:cubicBezTo>
                    <a:pt x="6522" y="7299"/>
                    <a:pt x="6623" y="7308"/>
                    <a:pt x="6723" y="7308"/>
                  </a:cubicBezTo>
                  <a:cubicBezTo>
                    <a:pt x="7290" y="7308"/>
                    <a:pt x="7853" y="7018"/>
                    <a:pt x="8172" y="6540"/>
                  </a:cubicBezTo>
                  <a:cubicBezTo>
                    <a:pt x="8261" y="6397"/>
                    <a:pt x="8341" y="6237"/>
                    <a:pt x="8475" y="6139"/>
                  </a:cubicBezTo>
                  <a:cubicBezTo>
                    <a:pt x="8546" y="6082"/>
                    <a:pt x="8641" y="6048"/>
                    <a:pt x="8731" y="6048"/>
                  </a:cubicBezTo>
                  <a:cubicBezTo>
                    <a:pt x="8812" y="6048"/>
                    <a:pt x="8888" y="6075"/>
                    <a:pt x="8939" y="6139"/>
                  </a:cubicBezTo>
                  <a:cubicBezTo>
                    <a:pt x="8993" y="6219"/>
                    <a:pt x="9001" y="6317"/>
                    <a:pt x="9037" y="6406"/>
                  </a:cubicBezTo>
                  <a:cubicBezTo>
                    <a:pt x="9114" y="6603"/>
                    <a:pt x="9322" y="6703"/>
                    <a:pt x="9535" y="6703"/>
                  </a:cubicBezTo>
                  <a:cubicBezTo>
                    <a:pt x="9669" y="6703"/>
                    <a:pt x="9805" y="6664"/>
                    <a:pt x="9911" y="6585"/>
                  </a:cubicBezTo>
                  <a:cubicBezTo>
                    <a:pt x="10188" y="6379"/>
                    <a:pt x="10286" y="6014"/>
                    <a:pt x="10295" y="5666"/>
                  </a:cubicBezTo>
                  <a:cubicBezTo>
                    <a:pt x="10295" y="5327"/>
                    <a:pt x="10224" y="4988"/>
                    <a:pt x="10215" y="4640"/>
                  </a:cubicBezTo>
                  <a:cubicBezTo>
                    <a:pt x="10215" y="4256"/>
                    <a:pt x="10366" y="3855"/>
                    <a:pt x="10670" y="3614"/>
                  </a:cubicBezTo>
                  <a:cubicBezTo>
                    <a:pt x="10799" y="3515"/>
                    <a:pt x="10944" y="3462"/>
                    <a:pt x="11075" y="3462"/>
                  </a:cubicBezTo>
                  <a:cubicBezTo>
                    <a:pt x="11287" y="3462"/>
                    <a:pt x="11466" y="3600"/>
                    <a:pt x="11499" y="3908"/>
                  </a:cubicBezTo>
                  <a:cubicBezTo>
                    <a:pt x="11526" y="4140"/>
                    <a:pt x="11455" y="4390"/>
                    <a:pt x="11508" y="4631"/>
                  </a:cubicBezTo>
                  <a:cubicBezTo>
                    <a:pt x="11562" y="4899"/>
                    <a:pt x="11776" y="5139"/>
                    <a:pt x="12044" y="5211"/>
                  </a:cubicBezTo>
                  <a:cubicBezTo>
                    <a:pt x="12109" y="5231"/>
                    <a:pt x="12178" y="5240"/>
                    <a:pt x="12247" y="5240"/>
                  </a:cubicBezTo>
                  <a:cubicBezTo>
                    <a:pt x="12457" y="5240"/>
                    <a:pt x="12670" y="5151"/>
                    <a:pt x="12811" y="4997"/>
                  </a:cubicBezTo>
                  <a:lnTo>
                    <a:pt x="12811" y="4997"/>
                  </a:lnTo>
                  <a:cubicBezTo>
                    <a:pt x="12748" y="5443"/>
                    <a:pt x="13034" y="5907"/>
                    <a:pt x="13453" y="6058"/>
                  </a:cubicBezTo>
                  <a:cubicBezTo>
                    <a:pt x="13552" y="6091"/>
                    <a:pt x="13656" y="6107"/>
                    <a:pt x="13760" y="6107"/>
                  </a:cubicBezTo>
                  <a:cubicBezTo>
                    <a:pt x="14102" y="6107"/>
                    <a:pt x="14444" y="5934"/>
                    <a:pt x="14622" y="5639"/>
                  </a:cubicBezTo>
                  <a:cubicBezTo>
                    <a:pt x="14943" y="5104"/>
                    <a:pt x="14729" y="4328"/>
                    <a:pt x="15148" y="3864"/>
                  </a:cubicBezTo>
                  <a:cubicBezTo>
                    <a:pt x="15225" y="3779"/>
                    <a:pt x="15336" y="3707"/>
                    <a:pt x="15452" y="3707"/>
                  </a:cubicBezTo>
                  <a:cubicBezTo>
                    <a:pt x="15469" y="3707"/>
                    <a:pt x="15487" y="3708"/>
                    <a:pt x="15505" y="3712"/>
                  </a:cubicBezTo>
                  <a:cubicBezTo>
                    <a:pt x="15737" y="3757"/>
                    <a:pt x="15790" y="4060"/>
                    <a:pt x="15781" y="4301"/>
                  </a:cubicBezTo>
                  <a:cubicBezTo>
                    <a:pt x="15746" y="4818"/>
                    <a:pt x="15639" y="5327"/>
                    <a:pt x="15683" y="5844"/>
                  </a:cubicBezTo>
                  <a:cubicBezTo>
                    <a:pt x="15728" y="6353"/>
                    <a:pt x="15978" y="6897"/>
                    <a:pt x="16451" y="7093"/>
                  </a:cubicBezTo>
                  <a:cubicBezTo>
                    <a:pt x="16566" y="7142"/>
                    <a:pt x="16687" y="7164"/>
                    <a:pt x="16808" y="7164"/>
                  </a:cubicBezTo>
                  <a:cubicBezTo>
                    <a:pt x="17329" y="7164"/>
                    <a:pt x="17850" y="6746"/>
                    <a:pt x="17958" y="6210"/>
                  </a:cubicBezTo>
                  <a:cubicBezTo>
                    <a:pt x="18038" y="5773"/>
                    <a:pt x="17896" y="5327"/>
                    <a:pt x="17807" y="4890"/>
                  </a:cubicBezTo>
                  <a:cubicBezTo>
                    <a:pt x="17717" y="4452"/>
                    <a:pt x="17691" y="3953"/>
                    <a:pt x="17967" y="3605"/>
                  </a:cubicBezTo>
                  <a:cubicBezTo>
                    <a:pt x="18190" y="3748"/>
                    <a:pt x="18146" y="4185"/>
                    <a:pt x="18413" y="4221"/>
                  </a:cubicBezTo>
                  <a:cubicBezTo>
                    <a:pt x="18421" y="4221"/>
                    <a:pt x="18428" y="4222"/>
                    <a:pt x="18436" y="4222"/>
                  </a:cubicBezTo>
                  <a:cubicBezTo>
                    <a:pt x="18501" y="4222"/>
                    <a:pt x="18571" y="4189"/>
                    <a:pt x="18627" y="4149"/>
                  </a:cubicBezTo>
                  <a:cubicBezTo>
                    <a:pt x="18877" y="3962"/>
                    <a:pt x="18939" y="3614"/>
                    <a:pt x="18913" y="3302"/>
                  </a:cubicBezTo>
                  <a:cubicBezTo>
                    <a:pt x="18886" y="2998"/>
                    <a:pt x="18797" y="2695"/>
                    <a:pt x="18806" y="2383"/>
                  </a:cubicBezTo>
                  <a:cubicBezTo>
                    <a:pt x="18806" y="2088"/>
                    <a:pt x="18904" y="1803"/>
                    <a:pt x="18931" y="1517"/>
                  </a:cubicBezTo>
                  <a:cubicBezTo>
                    <a:pt x="19073" y="1"/>
                    <a:pt x="17066" y="126"/>
                    <a:pt x="16076" y="63"/>
                  </a:cubicBezTo>
                  <a:cubicBezTo>
                    <a:pt x="15456" y="28"/>
                    <a:pt x="14836" y="14"/>
                    <a:pt x="14216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-479330" y="-531598"/>
              <a:ext cx="3598453" cy="1378898"/>
            </a:xfrm>
            <a:custGeom>
              <a:avLst/>
              <a:gdLst/>
              <a:ahLst/>
              <a:cxnLst/>
              <a:rect l="l" t="t" r="r" b="b"/>
              <a:pathLst>
                <a:path w="19074" h="7309" extrusionOk="0">
                  <a:moveTo>
                    <a:pt x="14216" y="14"/>
                  </a:moveTo>
                  <a:cubicBezTo>
                    <a:pt x="13596" y="14"/>
                    <a:pt x="12976" y="28"/>
                    <a:pt x="12356" y="46"/>
                  </a:cubicBezTo>
                  <a:cubicBezTo>
                    <a:pt x="10259" y="90"/>
                    <a:pt x="8163" y="161"/>
                    <a:pt x="6066" y="269"/>
                  </a:cubicBezTo>
                  <a:cubicBezTo>
                    <a:pt x="5023" y="322"/>
                    <a:pt x="3970" y="376"/>
                    <a:pt x="2926" y="447"/>
                  </a:cubicBezTo>
                  <a:cubicBezTo>
                    <a:pt x="1624" y="527"/>
                    <a:pt x="0" y="545"/>
                    <a:pt x="295" y="2329"/>
                  </a:cubicBezTo>
                  <a:cubicBezTo>
                    <a:pt x="348" y="2659"/>
                    <a:pt x="571" y="2981"/>
                    <a:pt x="901" y="3052"/>
                  </a:cubicBezTo>
                  <a:cubicBezTo>
                    <a:pt x="973" y="3070"/>
                    <a:pt x="1044" y="3070"/>
                    <a:pt x="1106" y="3114"/>
                  </a:cubicBezTo>
                  <a:cubicBezTo>
                    <a:pt x="1222" y="3195"/>
                    <a:pt x="1213" y="3364"/>
                    <a:pt x="1204" y="3507"/>
                  </a:cubicBezTo>
                  <a:cubicBezTo>
                    <a:pt x="1142" y="4096"/>
                    <a:pt x="1204" y="4738"/>
                    <a:pt x="1570" y="5202"/>
                  </a:cubicBezTo>
                  <a:cubicBezTo>
                    <a:pt x="1804" y="5504"/>
                    <a:pt x="2193" y="5693"/>
                    <a:pt x="2565" y="5693"/>
                  </a:cubicBezTo>
                  <a:cubicBezTo>
                    <a:pt x="2776" y="5693"/>
                    <a:pt x="2981" y="5632"/>
                    <a:pt x="3149" y="5496"/>
                  </a:cubicBezTo>
                  <a:cubicBezTo>
                    <a:pt x="3363" y="5318"/>
                    <a:pt x="3479" y="5059"/>
                    <a:pt x="3640" y="4836"/>
                  </a:cubicBezTo>
                  <a:cubicBezTo>
                    <a:pt x="3797" y="4618"/>
                    <a:pt x="4023" y="4408"/>
                    <a:pt x="4292" y="4408"/>
                  </a:cubicBezTo>
                  <a:cubicBezTo>
                    <a:pt x="4298" y="4408"/>
                    <a:pt x="4303" y="4408"/>
                    <a:pt x="4309" y="4408"/>
                  </a:cubicBezTo>
                  <a:cubicBezTo>
                    <a:pt x="4621" y="4426"/>
                    <a:pt x="4853" y="4720"/>
                    <a:pt x="4933" y="5023"/>
                  </a:cubicBezTo>
                  <a:cubicBezTo>
                    <a:pt x="5014" y="5327"/>
                    <a:pt x="4996" y="5648"/>
                    <a:pt x="5058" y="5951"/>
                  </a:cubicBezTo>
                  <a:cubicBezTo>
                    <a:pt x="5201" y="6611"/>
                    <a:pt x="5763" y="7156"/>
                    <a:pt x="6423" y="7280"/>
                  </a:cubicBezTo>
                  <a:cubicBezTo>
                    <a:pt x="6522" y="7299"/>
                    <a:pt x="6623" y="7308"/>
                    <a:pt x="6723" y="7308"/>
                  </a:cubicBezTo>
                  <a:cubicBezTo>
                    <a:pt x="7290" y="7308"/>
                    <a:pt x="7853" y="7018"/>
                    <a:pt x="8172" y="6540"/>
                  </a:cubicBezTo>
                  <a:cubicBezTo>
                    <a:pt x="8261" y="6397"/>
                    <a:pt x="8341" y="6237"/>
                    <a:pt x="8475" y="6139"/>
                  </a:cubicBezTo>
                  <a:cubicBezTo>
                    <a:pt x="8546" y="6082"/>
                    <a:pt x="8641" y="6048"/>
                    <a:pt x="8731" y="6048"/>
                  </a:cubicBezTo>
                  <a:cubicBezTo>
                    <a:pt x="8812" y="6048"/>
                    <a:pt x="8888" y="6075"/>
                    <a:pt x="8939" y="6139"/>
                  </a:cubicBezTo>
                  <a:cubicBezTo>
                    <a:pt x="8993" y="6219"/>
                    <a:pt x="9001" y="6317"/>
                    <a:pt x="9037" y="6406"/>
                  </a:cubicBezTo>
                  <a:cubicBezTo>
                    <a:pt x="9114" y="6603"/>
                    <a:pt x="9322" y="6703"/>
                    <a:pt x="9535" y="6703"/>
                  </a:cubicBezTo>
                  <a:cubicBezTo>
                    <a:pt x="9669" y="6703"/>
                    <a:pt x="9805" y="6664"/>
                    <a:pt x="9911" y="6585"/>
                  </a:cubicBezTo>
                  <a:cubicBezTo>
                    <a:pt x="10188" y="6379"/>
                    <a:pt x="10286" y="6014"/>
                    <a:pt x="10295" y="5666"/>
                  </a:cubicBezTo>
                  <a:cubicBezTo>
                    <a:pt x="10295" y="5327"/>
                    <a:pt x="10224" y="4988"/>
                    <a:pt x="10215" y="4640"/>
                  </a:cubicBezTo>
                  <a:cubicBezTo>
                    <a:pt x="10215" y="4256"/>
                    <a:pt x="10366" y="3855"/>
                    <a:pt x="10670" y="3614"/>
                  </a:cubicBezTo>
                  <a:cubicBezTo>
                    <a:pt x="10799" y="3515"/>
                    <a:pt x="10944" y="3462"/>
                    <a:pt x="11075" y="3462"/>
                  </a:cubicBezTo>
                  <a:cubicBezTo>
                    <a:pt x="11287" y="3462"/>
                    <a:pt x="11466" y="3600"/>
                    <a:pt x="11499" y="3908"/>
                  </a:cubicBezTo>
                  <a:cubicBezTo>
                    <a:pt x="11526" y="4140"/>
                    <a:pt x="11455" y="4390"/>
                    <a:pt x="11508" y="4631"/>
                  </a:cubicBezTo>
                  <a:cubicBezTo>
                    <a:pt x="11562" y="4899"/>
                    <a:pt x="11776" y="5139"/>
                    <a:pt x="12044" y="5211"/>
                  </a:cubicBezTo>
                  <a:cubicBezTo>
                    <a:pt x="12109" y="5231"/>
                    <a:pt x="12178" y="5240"/>
                    <a:pt x="12247" y="5240"/>
                  </a:cubicBezTo>
                  <a:cubicBezTo>
                    <a:pt x="12457" y="5240"/>
                    <a:pt x="12670" y="5151"/>
                    <a:pt x="12811" y="4997"/>
                  </a:cubicBezTo>
                  <a:lnTo>
                    <a:pt x="12811" y="4997"/>
                  </a:lnTo>
                  <a:cubicBezTo>
                    <a:pt x="12748" y="5443"/>
                    <a:pt x="13034" y="5907"/>
                    <a:pt x="13453" y="6058"/>
                  </a:cubicBezTo>
                  <a:cubicBezTo>
                    <a:pt x="13552" y="6091"/>
                    <a:pt x="13656" y="6107"/>
                    <a:pt x="13760" y="6107"/>
                  </a:cubicBezTo>
                  <a:cubicBezTo>
                    <a:pt x="14102" y="6107"/>
                    <a:pt x="14444" y="5934"/>
                    <a:pt x="14622" y="5639"/>
                  </a:cubicBezTo>
                  <a:cubicBezTo>
                    <a:pt x="14943" y="5104"/>
                    <a:pt x="14729" y="4328"/>
                    <a:pt x="15148" y="3864"/>
                  </a:cubicBezTo>
                  <a:cubicBezTo>
                    <a:pt x="15225" y="3779"/>
                    <a:pt x="15336" y="3707"/>
                    <a:pt x="15452" y="3707"/>
                  </a:cubicBezTo>
                  <a:cubicBezTo>
                    <a:pt x="15469" y="3707"/>
                    <a:pt x="15487" y="3708"/>
                    <a:pt x="15505" y="3712"/>
                  </a:cubicBezTo>
                  <a:cubicBezTo>
                    <a:pt x="15737" y="3757"/>
                    <a:pt x="15790" y="4060"/>
                    <a:pt x="15781" y="4301"/>
                  </a:cubicBezTo>
                  <a:cubicBezTo>
                    <a:pt x="15746" y="4818"/>
                    <a:pt x="15639" y="5327"/>
                    <a:pt x="15683" y="5844"/>
                  </a:cubicBezTo>
                  <a:cubicBezTo>
                    <a:pt x="15728" y="6353"/>
                    <a:pt x="15978" y="6897"/>
                    <a:pt x="16451" y="7093"/>
                  </a:cubicBezTo>
                  <a:cubicBezTo>
                    <a:pt x="16566" y="7142"/>
                    <a:pt x="16687" y="7164"/>
                    <a:pt x="16808" y="7164"/>
                  </a:cubicBezTo>
                  <a:cubicBezTo>
                    <a:pt x="17329" y="7164"/>
                    <a:pt x="17850" y="6746"/>
                    <a:pt x="17958" y="6210"/>
                  </a:cubicBezTo>
                  <a:cubicBezTo>
                    <a:pt x="18038" y="5773"/>
                    <a:pt x="17896" y="5327"/>
                    <a:pt x="17807" y="4890"/>
                  </a:cubicBezTo>
                  <a:cubicBezTo>
                    <a:pt x="17717" y="4452"/>
                    <a:pt x="17691" y="3953"/>
                    <a:pt x="17967" y="3605"/>
                  </a:cubicBezTo>
                  <a:cubicBezTo>
                    <a:pt x="18190" y="3748"/>
                    <a:pt x="18146" y="4185"/>
                    <a:pt x="18413" y="4221"/>
                  </a:cubicBezTo>
                  <a:cubicBezTo>
                    <a:pt x="18421" y="4221"/>
                    <a:pt x="18428" y="4222"/>
                    <a:pt x="18436" y="4222"/>
                  </a:cubicBezTo>
                  <a:cubicBezTo>
                    <a:pt x="18501" y="4222"/>
                    <a:pt x="18571" y="4189"/>
                    <a:pt x="18627" y="4149"/>
                  </a:cubicBezTo>
                  <a:cubicBezTo>
                    <a:pt x="18877" y="3962"/>
                    <a:pt x="18939" y="3614"/>
                    <a:pt x="18913" y="3302"/>
                  </a:cubicBezTo>
                  <a:cubicBezTo>
                    <a:pt x="18886" y="2998"/>
                    <a:pt x="18797" y="2695"/>
                    <a:pt x="18806" y="2383"/>
                  </a:cubicBezTo>
                  <a:cubicBezTo>
                    <a:pt x="18806" y="2088"/>
                    <a:pt x="18904" y="1803"/>
                    <a:pt x="18931" y="1517"/>
                  </a:cubicBezTo>
                  <a:cubicBezTo>
                    <a:pt x="19073" y="1"/>
                    <a:pt x="17066" y="126"/>
                    <a:pt x="16076" y="63"/>
                  </a:cubicBezTo>
                  <a:cubicBezTo>
                    <a:pt x="15456" y="28"/>
                    <a:pt x="14836" y="14"/>
                    <a:pt x="14216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3" name="Google Shape;513;p16"/>
            <p:cNvSpPr/>
            <p:nvPr/>
          </p:nvSpPr>
          <p:spPr>
            <a:xfrm flipH="1">
              <a:off x="-114300" y="-67075"/>
              <a:ext cx="4068308" cy="295675"/>
            </a:xfrm>
            <a:custGeom>
              <a:avLst/>
              <a:gdLst/>
              <a:ahLst/>
              <a:cxnLst/>
              <a:rect l="l" t="t" r="r" b="b"/>
              <a:pathLst>
                <a:path w="163830" h="11827" extrusionOk="0">
                  <a:moveTo>
                    <a:pt x="0" y="11827"/>
                  </a:moveTo>
                  <a:cubicBezTo>
                    <a:pt x="4491" y="9902"/>
                    <a:pt x="8463" y="6894"/>
                    <a:pt x="12954" y="4969"/>
                  </a:cubicBezTo>
                  <a:cubicBezTo>
                    <a:pt x="16697" y="3365"/>
                    <a:pt x="21196" y="5195"/>
                    <a:pt x="25146" y="4207"/>
                  </a:cubicBezTo>
                  <a:cubicBezTo>
                    <a:pt x="33524" y="2112"/>
                    <a:pt x="42497" y="3040"/>
                    <a:pt x="51054" y="4207"/>
                  </a:cubicBezTo>
                  <a:cubicBezTo>
                    <a:pt x="58708" y="5251"/>
                    <a:pt x="66486" y="10139"/>
                    <a:pt x="73914" y="8017"/>
                  </a:cubicBezTo>
                  <a:cubicBezTo>
                    <a:pt x="79494" y="6423"/>
                    <a:pt x="84225" y="2297"/>
                    <a:pt x="89916" y="1159"/>
                  </a:cubicBezTo>
                  <a:cubicBezTo>
                    <a:pt x="98633" y="-584"/>
                    <a:pt x="107771" y="9"/>
                    <a:pt x="116586" y="1159"/>
                  </a:cubicBezTo>
                  <a:cubicBezTo>
                    <a:pt x="125383" y="2306"/>
                    <a:pt x="134257" y="3960"/>
                    <a:pt x="142494" y="7255"/>
                  </a:cubicBezTo>
                  <a:cubicBezTo>
                    <a:pt x="146267" y="8764"/>
                    <a:pt x="150743" y="6269"/>
                    <a:pt x="154686" y="7255"/>
                  </a:cubicBezTo>
                  <a:cubicBezTo>
                    <a:pt x="157803" y="8034"/>
                    <a:pt x="160617" y="10303"/>
                    <a:pt x="163830" y="10303"/>
                  </a:cubicBezTo>
                </a:path>
              </a:pathLst>
            </a:custGeom>
            <a:noFill/>
            <a:ln w="3810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14" name="Google Shape;514;p16"/>
            <p:cNvGrpSpPr/>
            <p:nvPr/>
          </p:nvGrpSpPr>
          <p:grpSpPr>
            <a:xfrm flipH="1">
              <a:off x="2637733" y="-8304"/>
              <a:ext cx="1629157" cy="306928"/>
              <a:chOff x="6356635" y="162913"/>
              <a:chExt cx="1581091" cy="306928"/>
            </a:xfrm>
          </p:grpSpPr>
          <p:sp>
            <p:nvSpPr>
              <p:cNvPr id="515" name="Google Shape;515;p16"/>
              <p:cNvSpPr/>
              <p:nvPr/>
            </p:nvSpPr>
            <p:spPr>
              <a:xfrm flipH="1">
                <a:off x="7787649" y="162913"/>
                <a:ext cx="150077" cy="11633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893" extrusionOk="0">
                    <a:moveTo>
                      <a:pt x="571" y="1"/>
                    </a:moveTo>
                    <a:cubicBezTo>
                      <a:pt x="0" y="1"/>
                      <a:pt x="0" y="893"/>
                      <a:pt x="571" y="893"/>
                    </a:cubicBezTo>
                    <a:cubicBezTo>
                      <a:pt x="1151" y="893"/>
                      <a:pt x="1151" y="1"/>
                      <a:pt x="5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6" name="Google Shape;516;p16"/>
              <p:cNvSpPr/>
              <p:nvPr/>
            </p:nvSpPr>
            <p:spPr>
              <a:xfrm flipH="1">
                <a:off x="7615686" y="233783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7" name="Google Shape;517;p16"/>
              <p:cNvSpPr/>
              <p:nvPr/>
            </p:nvSpPr>
            <p:spPr>
              <a:xfrm flipH="1">
                <a:off x="7729547" y="390764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8" name="Google Shape;518;p16"/>
              <p:cNvSpPr/>
              <p:nvPr/>
            </p:nvSpPr>
            <p:spPr>
              <a:xfrm flipH="1">
                <a:off x="6356635" y="338926"/>
                <a:ext cx="84939" cy="6644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510" extrusionOk="0">
                    <a:moveTo>
                      <a:pt x="331" y="1"/>
                    </a:moveTo>
                    <a:cubicBezTo>
                      <a:pt x="0" y="1"/>
                      <a:pt x="0" y="509"/>
                      <a:pt x="331" y="509"/>
                    </a:cubicBezTo>
                    <a:cubicBezTo>
                      <a:pt x="652" y="509"/>
                      <a:pt x="652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519" name="Google Shape;519;p16"/>
            <p:cNvSpPr/>
            <p:nvPr/>
          </p:nvSpPr>
          <p:spPr>
            <a:xfrm>
              <a:off x="6012327" y="-127900"/>
              <a:ext cx="3131610" cy="295675"/>
            </a:xfrm>
            <a:custGeom>
              <a:avLst/>
              <a:gdLst/>
              <a:ahLst/>
              <a:cxnLst/>
              <a:rect l="l" t="t" r="r" b="b"/>
              <a:pathLst>
                <a:path w="163830" h="11827" extrusionOk="0">
                  <a:moveTo>
                    <a:pt x="0" y="11827"/>
                  </a:moveTo>
                  <a:cubicBezTo>
                    <a:pt x="4491" y="9902"/>
                    <a:pt x="8463" y="6894"/>
                    <a:pt x="12954" y="4969"/>
                  </a:cubicBezTo>
                  <a:cubicBezTo>
                    <a:pt x="16697" y="3365"/>
                    <a:pt x="21196" y="5195"/>
                    <a:pt x="25146" y="4207"/>
                  </a:cubicBezTo>
                  <a:cubicBezTo>
                    <a:pt x="33524" y="2112"/>
                    <a:pt x="42497" y="3040"/>
                    <a:pt x="51054" y="4207"/>
                  </a:cubicBezTo>
                  <a:cubicBezTo>
                    <a:pt x="58708" y="5251"/>
                    <a:pt x="66486" y="10139"/>
                    <a:pt x="73914" y="8017"/>
                  </a:cubicBezTo>
                  <a:cubicBezTo>
                    <a:pt x="79494" y="6423"/>
                    <a:pt x="84225" y="2297"/>
                    <a:pt x="89916" y="1159"/>
                  </a:cubicBezTo>
                  <a:cubicBezTo>
                    <a:pt x="98633" y="-584"/>
                    <a:pt x="107771" y="9"/>
                    <a:pt x="116586" y="1159"/>
                  </a:cubicBezTo>
                  <a:cubicBezTo>
                    <a:pt x="125383" y="2306"/>
                    <a:pt x="134257" y="3960"/>
                    <a:pt x="142494" y="7255"/>
                  </a:cubicBezTo>
                  <a:cubicBezTo>
                    <a:pt x="146267" y="8764"/>
                    <a:pt x="150743" y="6269"/>
                    <a:pt x="154686" y="7255"/>
                  </a:cubicBezTo>
                  <a:cubicBezTo>
                    <a:pt x="157803" y="8034"/>
                    <a:pt x="160617" y="10303"/>
                    <a:pt x="163830" y="10303"/>
                  </a:cubicBezTo>
                </a:path>
              </a:pathLst>
            </a:custGeom>
            <a:noFill/>
            <a:ln w="3810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20" name="Google Shape;520;p16"/>
            <p:cNvGrpSpPr/>
            <p:nvPr/>
          </p:nvGrpSpPr>
          <p:grpSpPr>
            <a:xfrm flipH="1">
              <a:off x="7068808" y="246784"/>
              <a:ext cx="331830" cy="306928"/>
              <a:chOff x="7615686" y="162913"/>
              <a:chExt cx="322040" cy="306928"/>
            </a:xfrm>
          </p:grpSpPr>
          <p:sp>
            <p:nvSpPr>
              <p:cNvPr id="521" name="Google Shape;521;p16"/>
              <p:cNvSpPr/>
              <p:nvPr/>
            </p:nvSpPr>
            <p:spPr>
              <a:xfrm flipH="1">
                <a:off x="7787649" y="162913"/>
                <a:ext cx="150077" cy="11633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893" extrusionOk="0">
                    <a:moveTo>
                      <a:pt x="571" y="1"/>
                    </a:moveTo>
                    <a:cubicBezTo>
                      <a:pt x="0" y="1"/>
                      <a:pt x="0" y="893"/>
                      <a:pt x="571" y="893"/>
                    </a:cubicBezTo>
                    <a:cubicBezTo>
                      <a:pt x="1151" y="893"/>
                      <a:pt x="1151" y="1"/>
                      <a:pt x="5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2" name="Google Shape;522;p16"/>
              <p:cNvSpPr/>
              <p:nvPr/>
            </p:nvSpPr>
            <p:spPr>
              <a:xfrm flipH="1">
                <a:off x="7615686" y="233783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3" name="Google Shape;523;p16"/>
              <p:cNvSpPr/>
              <p:nvPr/>
            </p:nvSpPr>
            <p:spPr>
              <a:xfrm flipH="1">
                <a:off x="7729547" y="390764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524" name="Google Shape;524;p16"/>
          <p:cNvGrpSpPr/>
          <p:nvPr/>
        </p:nvGrpSpPr>
        <p:grpSpPr>
          <a:xfrm>
            <a:off x="-1024085" y="2690869"/>
            <a:ext cx="3355537" cy="3107450"/>
            <a:chOff x="-1024085" y="2690869"/>
            <a:chExt cx="3355537" cy="3107450"/>
          </a:xfrm>
        </p:grpSpPr>
        <p:sp>
          <p:nvSpPr>
            <p:cNvPr id="525" name="Google Shape;525;p16"/>
            <p:cNvSpPr/>
            <p:nvPr/>
          </p:nvSpPr>
          <p:spPr>
            <a:xfrm rot="10800000">
              <a:off x="-1024085" y="2690869"/>
              <a:ext cx="3316347" cy="3107450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" name="Google Shape;526;p16"/>
            <p:cNvSpPr/>
            <p:nvPr/>
          </p:nvSpPr>
          <p:spPr>
            <a:xfrm rot="10800000">
              <a:off x="440186" y="5310440"/>
              <a:ext cx="165151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" name="Google Shape;527;p16"/>
            <p:cNvSpPr/>
            <p:nvPr/>
          </p:nvSpPr>
          <p:spPr>
            <a:xfrm rot="10800000">
              <a:off x="250950" y="5274354"/>
              <a:ext cx="115261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" name="Google Shape;528;p16"/>
            <p:cNvSpPr/>
            <p:nvPr/>
          </p:nvSpPr>
          <p:spPr>
            <a:xfrm rot="10800000">
              <a:off x="376247" y="5119848"/>
              <a:ext cx="112681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" name="Google Shape;529;p16"/>
            <p:cNvSpPr/>
            <p:nvPr/>
          </p:nvSpPr>
          <p:spPr>
            <a:xfrm rot="10800000">
              <a:off x="675584" y="5108123"/>
              <a:ext cx="93471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" name="Google Shape;530;p16"/>
            <p:cNvSpPr/>
            <p:nvPr/>
          </p:nvSpPr>
          <p:spPr>
            <a:xfrm rot="10800000">
              <a:off x="75764" y="4912972"/>
              <a:ext cx="108810" cy="75690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" name="Google Shape;531;p16"/>
            <p:cNvSpPr/>
            <p:nvPr/>
          </p:nvSpPr>
          <p:spPr>
            <a:xfrm rot="10800000">
              <a:off x="-93115" y="5282561"/>
              <a:ext cx="69243" cy="48853"/>
            </a:xfrm>
            <a:custGeom>
              <a:avLst/>
              <a:gdLst/>
              <a:ahLst/>
              <a:cxnLst/>
              <a:rect l="l" t="t" r="r" b="b"/>
              <a:pathLst>
                <a:path w="483" h="375" extrusionOk="0">
                  <a:moveTo>
                    <a:pt x="241" y="0"/>
                  </a:moveTo>
                  <a:cubicBezTo>
                    <a:pt x="1" y="0"/>
                    <a:pt x="1" y="375"/>
                    <a:pt x="241" y="375"/>
                  </a:cubicBezTo>
                  <a:cubicBezTo>
                    <a:pt x="482" y="375"/>
                    <a:pt x="482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2" name="Google Shape;532;p16"/>
            <p:cNvSpPr/>
            <p:nvPr/>
          </p:nvSpPr>
          <p:spPr>
            <a:xfrm rot="-10098407">
              <a:off x="-824673" y="4518618"/>
              <a:ext cx="3104178" cy="830494"/>
            </a:xfrm>
            <a:custGeom>
              <a:avLst/>
              <a:gdLst/>
              <a:ahLst/>
              <a:cxnLst/>
              <a:rect l="l" t="t" r="r" b="b"/>
              <a:pathLst>
                <a:path w="21653" h="6375" extrusionOk="0">
                  <a:moveTo>
                    <a:pt x="3331" y="0"/>
                  </a:moveTo>
                  <a:cubicBezTo>
                    <a:pt x="2868" y="0"/>
                    <a:pt x="2391" y="178"/>
                    <a:pt x="2035" y="470"/>
                  </a:cubicBezTo>
                  <a:cubicBezTo>
                    <a:pt x="1499" y="907"/>
                    <a:pt x="1241" y="1514"/>
                    <a:pt x="920" y="2112"/>
                  </a:cubicBezTo>
                  <a:cubicBezTo>
                    <a:pt x="857" y="2236"/>
                    <a:pt x="786" y="2451"/>
                    <a:pt x="670" y="2522"/>
                  </a:cubicBezTo>
                  <a:lnTo>
                    <a:pt x="152" y="2504"/>
                  </a:lnTo>
                  <a:cubicBezTo>
                    <a:pt x="117" y="2451"/>
                    <a:pt x="81" y="2406"/>
                    <a:pt x="45" y="2352"/>
                  </a:cubicBezTo>
                  <a:cubicBezTo>
                    <a:pt x="27" y="2504"/>
                    <a:pt x="10" y="2665"/>
                    <a:pt x="1" y="2825"/>
                  </a:cubicBezTo>
                  <a:cubicBezTo>
                    <a:pt x="81" y="2879"/>
                    <a:pt x="170" y="2914"/>
                    <a:pt x="286" y="2941"/>
                  </a:cubicBezTo>
                  <a:cubicBezTo>
                    <a:pt x="341" y="2955"/>
                    <a:pt x="394" y="2961"/>
                    <a:pt x="444" y="2961"/>
                  </a:cubicBezTo>
                  <a:cubicBezTo>
                    <a:pt x="760" y="2961"/>
                    <a:pt x="982" y="2712"/>
                    <a:pt x="1152" y="2451"/>
                  </a:cubicBezTo>
                  <a:cubicBezTo>
                    <a:pt x="1606" y="1719"/>
                    <a:pt x="1865" y="827"/>
                    <a:pt x="2739" y="488"/>
                  </a:cubicBezTo>
                  <a:cubicBezTo>
                    <a:pt x="2926" y="417"/>
                    <a:pt x="3116" y="378"/>
                    <a:pt x="3301" y="378"/>
                  </a:cubicBezTo>
                  <a:cubicBezTo>
                    <a:pt x="3602" y="378"/>
                    <a:pt x="3890" y="482"/>
                    <a:pt x="4122" y="720"/>
                  </a:cubicBezTo>
                  <a:cubicBezTo>
                    <a:pt x="4408" y="1023"/>
                    <a:pt x="4452" y="1416"/>
                    <a:pt x="4559" y="1799"/>
                  </a:cubicBezTo>
                  <a:cubicBezTo>
                    <a:pt x="4684" y="2290"/>
                    <a:pt x="4836" y="2798"/>
                    <a:pt x="5327" y="3030"/>
                  </a:cubicBezTo>
                  <a:cubicBezTo>
                    <a:pt x="5500" y="3117"/>
                    <a:pt x="5689" y="3156"/>
                    <a:pt x="5879" y="3156"/>
                  </a:cubicBezTo>
                  <a:cubicBezTo>
                    <a:pt x="6156" y="3156"/>
                    <a:pt x="6435" y="3074"/>
                    <a:pt x="6674" y="2941"/>
                  </a:cubicBezTo>
                  <a:cubicBezTo>
                    <a:pt x="6959" y="2790"/>
                    <a:pt x="7200" y="2558"/>
                    <a:pt x="7423" y="2326"/>
                  </a:cubicBezTo>
                  <a:cubicBezTo>
                    <a:pt x="7708" y="2022"/>
                    <a:pt x="7655" y="1978"/>
                    <a:pt x="8128" y="1942"/>
                  </a:cubicBezTo>
                  <a:cubicBezTo>
                    <a:pt x="8175" y="1937"/>
                    <a:pt x="8219" y="1935"/>
                    <a:pt x="8260" y="1935"/>
                  </a:cubicBezTo>
                  <a:cubicBezTo>
                    <a:pt x="8676" y="1935"/>
                    <a:pt x="8790" y="2178"/>
                    <a:pt x="8993" y="2584"/>
                  </a:cubicBezTo>
                  <a:cubicBezTo>
                    <a:pt x="9484" y="3601"/>
                    <a:pt x="9314" y="5725"/>
                    <a:pt x="10519" y="6269"/>
                  </a:cubicBezTo>
                  <a:cubicBezTo>
                    <a:pt x="10682" y="6342"/>
                    <a:pt x="10829" y="6374"/>
                    <a:pt x="10963" y="6374"/>
                  </a:cubicBezTo>
                  <a:cubicBezTo>
                    <a:pt x="11962" y="6374"/>
                    <a:pt x="12243" y="4566"/>
                    <a:pt x="12856" y="4047"/>
                  </a:cubicBezTo>
                  <a:cubicBezTo>
                    <a:pt x="13079" y="3861"/>
                    <a:pt x="13289" y="3784"/>
                    <a:pt x="13489" y="3784"/>
                  </a:cubicBezTo>
                  <a:cubicBezTo>
                    <a:pt x="14450" y="3784"/>
                    <a:pt x="15201" y="5552"/>
                    <a:pt x="16197" y="5552"/>
                  </a:cubicBezTo>
                  <a:cubicBezTo>
                    <a:pt x="16398" y="5552"/>
                    <a:pt x="16610" y="5479"/>
                    <a:pt x="16835" y="5305"/>
                  </a:cubicBezTo>
                  <a:cubicBezTo>
                    <a:pt x="17227" y="5002"/>
                    <a:pt x="17218" y="4502"/>
                    <a:pt x="17325" y="4065"/>
                  </a:cubicBezTo>
                  <a:cubicBezTo>
                    <a:pt x="17450" y="3557"/>
                    <a:pt x="17718" y="3173"/>
                    <a:pt x="18244" y="3030"/>
                  </a:cubicBezTo>
                  <a:cubicBezTo>
                    <a:pt x="18349" y="3002"/>
                    <a:pt x="18448" y="2989"/>
                    <a:pt x="18544" y="2989"/>
                  </a:cubicBezTo>
                  <a:cubicBezTo>
                    <a:pt x="18954" y="2989"/>
                    <a:pt x="19294" y="3224"/>
                    <a:pt x="19663" y="3441"/>
                  </a:cubicBezTo>
                  <a:cubicBezTo>
                    <a:pt x="19945" y="3607"/>
                    <a:pt x="20306" y="3773"/>
                    <a:pt x="20650" y="3773"/>
                  </a:cubicBezTo>
                  <a:cubicBezTo>
                    <a:pt x="20861" y="3773"/>
                    <a:pt x="21066" y="3710"/>
                    <a:pt x="21242" y="3548"/>
                  </a:cubicBezTo>
                  <a:cubicBezTo>
                    <a:pt x="21652" y="3182"/>
                    <a:pt x="21500" y="2486"/>
                    <a:pt x="21429" y="2013"/>
                  </a:cubicBezTo>
                  <a:cubicBezTo>
                    <a:pt x="21376" y="1666"/>
                    <a:pt x="21304" y="1327"/>
                    <a:pt x="21206" y="996"/>
                  </a:cubicBezTo>
                  <a:cubicBezTo>
                    <a:pt x="21028" y="827"/>
                    <a:pt x="20840" y="684"/>
                    <a:pt x="20635" y="541"/>
                  </a:cubicBezTo>
                  <a:lnTo>
                    <a:pt x="20635" y="541"/>
                  </a:lnTo>
                  <a:cubicBezTo>
                    <a:pt x="20778" y="898"/>
                    <a:pt x="20894" y="1273"/>
                    <a:pt x="20974" y="1657"/>
                  </a:cubicBezTo>
                  <a:cubicBezTo>
                    <a:pt x="21045" y="1969"/>
                    <a:pt x="21188" y="2433"/>
                    <a:pt x="21117" y="2754"/>
                  </a:cubicBezTo>
                  <a:cubicBezTo>
                    <a:pt x="21027" y="3192"/>
                    <a:pt x="20815" y="3353"/>
                    <a:pt x="20549" y="3353"/>
                  </a:cubicBezTo>
                  <a:cubicBezTo>
                    <a:pt x="20338" y="3353"/>
                    <a:pt x="20094" y="3252"/>
                    <a:pt x="19850" y="3111"/>
                  </a:cubicBezTo>
                  <a:cubicBezTo>
                    <a:pt x="19436" y="2871"/>
                    <a:pt x="19061" y="2615"/>
                    <a:pt x="18581" y="2615"/>
                  </a:cubicBezTo>
                  <a:cubicBezTo>
                    <a:pt x="18544" y="2615"/>
                    <a:pt x="18506" y="2617"/>
                    <a:pt x="18467" y="2620"/>
                  </a:cubicBezTo>
                  <a:cubicBezTo>
                    <a:pt x="18084" y="2647"/>
                    <a:pt x="17709" y="2816"/>
                    <a:pt x="17432" y="3075"/>
                  </a:cubicBezTo>
                  <a:cubicBezTo>
                    <a:pt x="17004" y="3485"/>
                    <a:pt x="17058" y="3931"/>
                    <a:pt x="16888" y="4449"/>
                  </a:cubicBezTo>
                  <a:cubicBezTo>
                    <a:pt x="16720" y="4958"/>
                    <a:pt x="16482" y="5142"/>
                    <a:pt x="16221" y="5142"/>
                  </a:cubicBezTo>
                  <a:cubicBezTo>
                    <a:pt x="15697" y="5142"/>
                    <a:pt x="15078" y="4396"/>
                    <a:pt x="14738" y="4056"/>
                  </a:cubicBezTo>
                  <a:cubicBezTo>
                    <a:pt x="14399" y="3726"/>
                    <a:pt x="13989" y="3405"/>
                    <a:pt x="13489" y="3405"/>
                  </a:cubicBezTo>
                  <a:cubicBezTo>
                    <a:pt x="13034" y="3405"/>
                    <a:pt x="12651" y="3691"/>
                    <a:pt x="12374" y="4030"/>
                  </a:cubicBezTo>
                  <a:cubicBezTo>
                    <a:pt x="12029" y="4455"/>
                    <a:pt x="11648" y="5954"/>
                    <a:pt x="10894" y="5954"/>
                  </a:cubicBezTo>
                  <a:cubicBezTo>
                    <a:pt x="10810" y="5954"/>
                    <a:pt x="10720" y="5935"/>
                    <a:pt x="10626" y="5894"/>
                  </a:cubicBezTo>
                  <a:cubicBezTo>
                    <a:pt x="10019" y="5626"/>
                    <a:pt x="9921" y="4485"/>
                    <a:pt x="9796" y="3923"/>
                  </a:cubicBezTo>
                  <a:cubicBezTo>
                    <a:pt x="9671" y="3334"/>
                    <a:pt x="9528" y="2727"/>
                    <a:pt x="9225" y="2192"/>
                  </a:cubicBezTo>
                  <a:cubicBezTo>
                    <a:pt x="9002" y="1826"/>
                    <a:pt x="8654" y="1327"/>
                    <a:pt x="8181" y="1309"/>
                  </a:cubicBezTo>
                  <a:cubicBezTo>
                    <a:pt x="8172" y="1308"/>
                    <a:pt x="8164" y="1308"/>
                    <a:pt x="8155" y="1308"/>
                  </a:cubicBezTo>
                  <a:cubicBezTo>
                    <a:pt x="7698" y="1308"/>
                    <a:pt x="7427" y="1760"/>
                    <a:pt x="7155" y="2049"/>
                  </a:cubicBezTo>
                  <a:cubicBezTo>
                    <a:pt x="6797" y="2427"/>
                    <a:pt x="6302" y="2720"/>
                    <a:pt x="5864" y="2720"/>
                  </a:cubicBezTo>
                  <a:cubicBezTo>
                    <a:pt x="5493" y="2720"/>
                    <a:pt x="5163" y="2512"/>
                    <a:pt x="4988" y="1969"/>
                  </a:cubicBezTo>
                  <a:cubicBezTo>
                    <a:pt x="4836" y="1487"/>
                    <a:pt x="4818" y="961"/>
                    <a:pt x="4497" y="541"/>
                  </a:cubicBezTo>
                  <a:cubicBezTo>
                    <a:pt x="4201" y="162"/>
                    <a:pt x="3772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33" name="Google Shape;533;p16"/>
          <p:cNvGrpSpPr/>
          <p:nvPr/>
        </p:nvGrpSpPr>
        <p:grpSpPr>
          <a:xfrm flipH="1">
            <a:off x="118644" y="521704"/>
            <a:ext cx="8440232" cy="4293698"/>
            <a:chOff x="581736" y="521704"/>
            <a:chExt cx="8440232" cy="4293698"/>
          </a:xfrm>
        </p:grpSpPr>
        <p:sp>
          <p:nvSpPr>
            <p:cNvPr id="534" name="Google Shape;534;p16"/>
            <p:cNvSpPr/>
            <p:nvPr/>
          </p:nvSpPr>
          <p:spPr>
            <a:xfrm rot="2115196">
              <a:off x="7446434" y="524282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" name="Google Shape;535;p16"/>
            <p:cNvSpPr/>
            <p:nvPr/>
          </p:nvSpPr>
          <p:spPr>
            <a:xfrm rot="3277097">
              <a:off x="8201208" y="3247545"/>
              <a:ext cx="56744" cy="123224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" name="Google Shape;536;p16"/>
            <p:cNvSpPr/>
            <p:nvPr/>
          </p:nvSpPr>
          <p:spPr>
            <a:xfrm rot="-9378507">
              <a:off x="4432843" y="1525686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7" name="Google Shape;537;p16"/>
            <p:cNvSpPr/>
            <p:nvPr/>
          </p:nvSpPr>
          <p:spPr>
            <a:xfrm rot="3574462">
              <a:off x="6534170" y="1385258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8" name="Google Shape;538;p16"/>
            <p:cNvSpPr/>
            <p:nvPr/>
          </p:nvSpPr>
          <p:spPr>
            <a:xfrm rot="1625383">
              <a:off x="5175929" y="3873285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" name="Google Shape;539;p16"/>
            <p:cNvSpPr/>
            <p:nvPr/>
          </p:nvSpPr>
          <p:spPr>
            <a:xfrm rot="3522601">
              <a:off x="2724635" y="6637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" name="Google Shape;540;p16"/>
            <p:cNvSpPr/>
            <p:nvPr/>
          </p:nvSpPr>
          <p:spPr>
            <a:xfrm rot="3418413">
              <a:off x="1869487" y="1464065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" name="Google Shape;541;p16"/>
            <p:cNvSpPr/>
            <p:nvPr/>
          </p:nvSpPr>
          <p:spPr>
            <a:xfrm rot="-6529139">
              <a:off x="581494" y="2764336"/>
              <a:ext cx="151480" cy="7431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2" name="Google Shape;542;p16"/>
            <p:cNvSpPr/>
            <p:nvPr/>
          </p:nvSpPr>
          <p:spPr>
            <a:xfrm rot="3522601">
              <a:off x="3561997" y="41007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3" name="Google Shape;543;p16"/>
            <p:cNvSpPr/>
            <p:nvPr/>
          </p:nvSpPr>
          <p:spPr>
            <a:xfrm rot="-3266906">
              <a:off x="5424310" y="781269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" name="Google Shape;544;p16"/>
            <p:cNvSpPr/>
            <p:nvPr/>
          </p:nvSpPr>
          <p:spPr>
            <a:xfrm rot="-1501670">
              <a:off x="610185" y="1668453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" name="Google Shape;545;p16"/>
            <p:cNvSpPr/>
            <p:nvPr/>
          </p:nvSpPr>
          <p:spPr>
            <a:xfrm rot="1867268">
              <a:off x="8922374" y="2241439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" name="Google Shape;546;p16"/>
            <p:cNvSpPr/>
            <p:nvPr/>
          </p:nvSpPr>
          <p:spPr>
            <a:xfrm rot="-2342076">
              <a:off x="8065660" y="1463077"/>
              <a:ext cx="57301" cy="147211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" name="Google Shape;547;p16"/>
            <p:cNvSpPr/>
            <p:nvPr/>
          </p:nvSpPr>
          <p:spPr>
            <a:xfrm rot="-3266906">
              <a:off x="2644057" y="4694882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" name="Google Shape;548;p16"/>
            <p:cNvSpPr/>
            <p:nvPr/>
          </p:nvSpPr>
          <p:spPr>
            <a:xfrm rot="3522601">
              <a:off x="1874272" y="3682028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" name="Google Shape;549;p16"/>
            <p:cNvSpPr/>
            <p:nvPr/>
          </p:nvSpPr>
          <p:spPr>
            <a:xfrm rot="-2695393">
              <a:off x="7418248" y="3683014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50" name="Google Shape;550;p16"/>
          <p:cNvSpPr txBox="1"/>
          <p:nvPr>
            <p:ph type="title"/>
          </p:nvPr>
        </p:nvSpPr>
        <p:spPr>
          <a:xfrm>
            <a:off x="3116125" y="1893150"/>
            <a:ext cx="44322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51" name="Google Shape;551;p16"/>
          <p:cNvSpPr txBox="1"/>
          <p:nvPr>
            <p:ph type="title" idx="2" hasCustomPrompt="1"/>
          </p:nvPr>
        </p:nvSpPr>
        <p:spPr>
          <a:xfrm>
            <a:off x="1595675" y="2150850"/>
            <a:ext cx="1148100" cy="841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52" name="Google Shape;552;p16"/>
          <p:cNvSpPr txBox="1"/>
          <p:nvPr>
            <p:ph type="subTitle" idx="1"/>
          </p:nvPr>
        </p:nvSpPr>
        <p:spPr>
          <a:xfrm>
            <a:off x="3116125" y="2734950"/>
            <a:ext cx="4432200" cy="5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1_1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4" name="Google Shape;554;p17"/>
          <p:cNvGrpSpPr/>
          <p:nvPr/>
        </p:nvGrpSpPr>
        <p:grpSpPr>
          <a:xfrm flipH="1">
            <a:off x="-723617" y="-1124026"/>
            <a:ext cx="11181733" cy="3438078"/>
            <a:chOff x="-1313033" y="-1124034"/>
            <a:chExt cx="10851837" cy="3438078"/>
          </a:xfrm>
        </p:grpSpPr>
        <p:grpSp>
          <p:nvGrpSpPr>
            <p:cNvPr id="555" name="Google Shape;555;p17"/>
            <p:cNvGrpSpPr/>
            <p:nvPr/>
          </p:nvGrpSpPr>
          <p:grpSpPr>
            <a:xfrm>
              <a:off x="1553744" y="-686283"/>
              <a:ext cx="3153934" cy="1635316"/>
              <a:chOff x="2086319" y="-686283"/>
              <a:chExt cx="3153934" cy="1635316"/>
            </a:xfrm>
          </p:grpSpPr>
          <p:sp>
            <p:nvSpPr>
              <p:cNvPr id="556" name="Google Shape;556;p17"/>
              <p:cNvSpPr/>
              <p:nvPr/>
            </p:nvSpPr>
            <p:spPr>
              <a:xfrm flipH="1">
                <a:off x="2086319" y="-686283"/>
                <a:ext cx="3153934" cy="1635316"/>
              </a:xfrm>
              <a:custGeom>
                <a:avLst/>
                <a:gdLst/>
                <a:ahLst/>
                <a:cxnLst/>
                <a:rect l="l" t="t" r="r" b="b"/>
                <a:pathLst>
                  <a:path w="21055" h="11958" extrusionOk="0">
                    <a:moveTo>
                      <a:pt x="16827" y="1"/>
                    </a:moveTo>
                    <a:cubicBezTo>
                      <a:pt x="16033" y="1"/>
                      <a:pt x="15235" y="124"/>
                      <a:pt x="14444" y="243"/>
                    </a:cubicBezTo>
                    <a:cubicBezTo>
                      <a:pt x="14444" y="252"/>
                      <a:pt x="14435" y="252"/>
                      <a:pt x="14426" y="252"/>
                    </a:cubicBezTo>
                    <a:lnTo>
                      <a:pt x="446" y="3392"/>
                    </a:lnTo>
                    <a:cubicBezTo>
                      <a:pt x="304" y="3419"/>
                      <a:pt x="197" y="3535"/>
                      <a:pt x="161" y="3677"/>
                    </a:cubicBezTo>
                    <a:cubicBezTo>
                      <a:pt x="0" y="4355"/>
                      <a:pt x="18" y="5087"/>
                      <a:pt x="206" y="5765"/>
                    </a:cubicBezTo>
                    <a:cubicBezTo>
                      <a:pt x="249" y="5934"/>
                      <a:pt x="403" y="6030"/>
                      <a:pt x="560" y="6030"/>
                    </a:cubicBezTo>
                    <a:cubicBezTo>
                      <a:pt x="661" y="6030"/>
                      <a:pt x="763" y="5991"/>
                      <a:pt x="839" y="5908"/>
                    </a:cubicBezTo>
                    <a:cubicBezTo>
                      <a:pt x="839" y="5908"/>
                      <a:pt x="839" y="5908"/>
                      <a:pt x="839" y="5899"/>
                    </a:cubicBezTo>
                    <a:cubicBezTo>
                      <a:pt x="917" y="5821"/>
                      <a:pt x="1014" y="5785"/>
                      <a:pt x="1110" y="5785"/>
                    </a:cubicBezTo>
                    <a:cubicBezTo>
                      <a:pt x="1288" y="5785"/>
                      <a:pt x="1461" y="5909"/>
                      <a:pt x="1490" y="6113"/>
                    </a:cubicBezTo>
                    <a:cubicBezTo>
                      <a:pt x="1535" y="6425"/>
                      <a:pt x="1481" y="6782"/>
                      <a:pt x="1472" y="7112"/>
                    </a:cubicBezTo>
                    <a:cubicBezTo>
                      <a:pt x="1448" y="7622"/>
                      <a:pt x="1734" y="8277"/>
                      <a:pt x="2213" y="8277"/>
                    </a:cubicBezTo>
                    <a:cubicBezTo>
                      <a:pt x="2253" y="8277"/>
                      <a:pt x="2295" y="8272"/>
                      <a:pt x="2338" y="8263"/>
                    </a:cubicBezTo>
                    <a:cubicBezTo>
                      <a:pt x="2721" y="8173"/>
                      <a:pt x="2882" y="7718"/>
                      <a:pt x="3203" y="7478"/>
                    </a:cubicBezTo>
                    <a:cubicBezTo>
                      <a:pt x="3357" y="7360"/>
                      <a:pt x="3532" y="7309"/>
                      <a:pt x="3712" y="7309"/>
                    </a:cubicBezTo>
                    <a:cubicBezTo>
                      <a:pt x="4232" y="7309"/>
                      <a:pt x="4793" y="7737"/>
                      <a:pt x="5005" y="8254"/>
                    </a:cubicBezTo>
                    <a:cubicBezTo>
                      <a:pt x="5299" y="8950"/>
                      <a:pt x="5210" y="9735"/>
                      <a:pt x="5362" y="10475"/>
                    </a:cubicBezTo>
                    <a:cubicBezTo>
                      <a:pt x="5501" y="11195"/>
                      <a:pt x="6028" y="11958"/>
                      <a:pt x="6754" y="11958"/>
                    </a:cubicBezTo>
                    <a:cubicBezTo>
                      <a:pt x="6775" y="11958"/>
                      <a:pt x="6795" y="11957"/>
                      <a:pt x="6816" y="11956"/>
                    </a:cubicBezTo>
                    <a:cubicBezTo>
                      <a:pt x="7646" y="11902"/>
                      <a:pt x="8074" y="10903"/>
                      <a:pt x="8083" y="10074"/>
                    </a:cubicBezTo>
                    <a:cubicBezTo>
                      <a:pt x="8101" y="9244"/>
                      <a:pt x="7922" y="8352"/>
                      <a:pt x="8342" y="7638"/>
                    </a:cubicBezTo>
                    <a:cubicBezTo>
                      <a:pt x="8501" y="7373"/>
                      <a:pt x="8783" y="7133"/>
                      <a:pt x="9077" y="7133"/>
                    </a:cubicBezTo>
                    <a:cubicBezTo>
                      <a:pt x="9129" y="7133"/>
                      <a:pt x="9182" y="7140"/>
                      <a:pt x="9234" y="7156"/>
                    </a:cubicBezTo>
                    <a:cubicBezTo>
                      <a:pt x="9698" y="7290"/>
                      <a:pt x="9814" y="7950"/>
                      <a:pt x="10268" y="8111"/>
                    </a:cubicBezTo>
                    <a:cubicBezTo>
                      <a:pt x="10333" y="8133"/>
                      <a:pt x="10396" y="8143"/>
                      <a:pt x="10457" y="8143"/>
                    </a:cubicBezTo>
                    <a:cubicBezTo>
                      <a:pt x="10897" y="8143"/>
                      <a:pt x="11257" y="7623"/>
                      <a:pt x="11500" y="7192"/>
                    </a:cubicBezTo>
                    <a:cubicBezTo>
                      <a:pt x="11702" y="6827"/>
                      <a:pt x="12110" y="6447"/>
                      <a:pt x="12474" y="6447"/>
                    </a:cubicBezTo>
                    <a:cubicBezTo>
                      <a:pt x="12591" y="6447"/>
                      <a:pt x="12703" y="6486"/>
                      <a:pt x="12802" y="6577"/>
                    </a:cubicBezTo>
                    <a:cubicBezTo>
                      <a:pt x="13061" y="6817"/>
                      <a:pt x="13034" y="7290"/>
                      <a:pt x="13346" y="7460"/>
                    </a:cubicBezTo>
                    <a:cubicBezTo>
                      <a:pt x="13413" y="7496"/>
                      <a:pt x="13481" y="7511"/>
                      <a:pt x="13551" y="7511"/>
                    </a:cubicBezTo>
                    <a:cubicBezTo>
                      <a:pt x="13950" y="7511"/>
                      <a:pt x="14389" y="7006"/>
                      <a:pt x="14772" y="7006"/>
                    </a:cubicBezTo>
                    <a:cubicBezTo>
                      <a:pt x="14849" y="7006"/>
                      <a:pt x="14925" y="7026"/>
                      <a:pt x="14997" y="7076"/>
                    </a:cubicBezTo>
                    <a:cubicBezTo>
                      <a:pt x="15104" y="7156"/>
                      <a:pt x="15166" y="7281"/>
                      <a:pt x="15211" y="7415"/>
                    </a:cubicBezTo>
                    <a:cubicBezTo>
                      <a:pt x="15648" y="8602"/>
                      <a:pt x="15273" y="10065"/>
                      <a:pt x="16040" y="11073"/>
                    </a:cubicBezTo>
                    <a:cubicBezTo>
                      <a:pt x="16156" y="11216"/>
                      <a:pt x="16290" y="11349"/>
                      <a:pt x="16460" y="11421"/>
                    </a:cubicBezTo>
                    <a:cubicBezTo>
                      <a:pt x="16543" y="11452"/>
                      <a:pt x="16631" y="11466"/>
                      <a:pt x="16720" y="11466"/>
                    </a:cubicBezTo>
                    <a:cubicBezTo>
                      <a:pt x="16908" y="11466"/>
                      <a:pt x="17102" y="11404"/>
                      <a:pt x="17272" y="11314"/>
                    </a:cubicBezTo>
                    <a:cubicBezTo>
                      <a:pt x="18262" y="10761"/>
                      <a:pt x="18360" y="9387"/>
                      <a:pt x="18244" y="8263"/>
                    </a:cubicBezTo>
                    <a:cubicBezTo>
                      <a:pt x="18217" y="7959"/>
                      <a:pt x="18208" y="7594"/>
                      <a:pt x="18476" y="7442"/>
                    </a:cubicBezTo>
                    <a:cubicBezTo>
                      <a:pt x="18538" y="7406"/>
                      <a:pt x="18606" y="7390"/>
                      <a:pt x="18675" y="7390"/>
                    </a:cubicBezTo>
                    <a:cubicBezTo>
                      <a:pt x="18866" y="7390"/>
                      <a:pt x="19067" y="7513"/>
                      <a:pt x="19172" y="7683"/>
                    </a:cubicBezTo>
                    <a:cubicBezTo>
                      <a:pt x="19243" y="7808"/>
                      <a:pt x="19288" y="7950"/>
                      <a:pt x="19306" y="8102"/>
                    </a:cubicBezTo>
                    <a:cubicBezTo>
                      <a:pt x="19335" y="8293"/>
                      <a:pt x="19492" y="8424"/>
                      <a:pt x="19671" y="8424"/>
                    </a:cubicBezTo>
                    <a:cubicBezTo>
                      <a:pt x="19709" y="8424"/>
                      <a:pt x="19748" y="8418"/>
                      <a:pt x="19787" y="8405"/>
                    </a:cubicBezTo>
                    <a:cubicBezTo>
                      <a:pt x="20251" y="8272"/>
                      <a:pt x="20635" y="7861"/>
                      <a:pt x="20813" y="7406"/>
                    </a:cubicBezTo>
                    <a:cubicBezTo>
                      <a:pt x="21054" y="6809"/>
                      <a:pt x="21018" y="6139"/>
                      <a:pt x="20983" y="5497"/>
                    </a:cubicBezTo>
                    <a:cubicBezTo>
                      <a:pt x="20947" y="4819"/>
                      <a:pt x="20911" y="4141"/>
                      <a:pt x="20867" y="3463"/>
                    </a:cubicBezTo>
                    <a:cubicBezTo>
                      <a:pt x="20849" y="3044"/>
                      <a:pt x="20822" y="2616"/>
                      <a:pt x="20697" y="2214"/>
                    </a:cubicBezTo>
                    <a:cubicBezTo>
                      <a:pt x="20331" y="1081"/>
                      <a:pt x="19181" y="341"/>
                      <a:pt x="18012" y="109"/>
                    </a:cubicBezTo>
                    <a:cubicBezTo>
                      <a:pt x="17619" y="32"/>
                      <a:pt x="17224" y="1"/>
                      <a:pt x="1682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7" name="Google Shape;557;p17"/>
              <p:cNvSpPr/>
              <p:nvPr/>
            </p:nvSpPr>
            <p:spPr>
              <a:xfrm flipH="1">
                <a:off x="2615551" y="-470265"/>
                <a:ext cx="1760908" cy="370395"/>
              </a:xfrm>
              <a:custGeom>
                <a:avLst/>
                <a:gdLst/>
                <a:ahLst/>
                <a:cxnLst/>
                <a:rect l="l" t="t" r="r" b="b"/>
                <a:pathLst>
                  <a:path w="14096" h="2965" extrusionOk="0">
                    <a:moveTo>
                      <a:pt x="7233" y="0"/>
                    </a:moveTo>
                    <a:cubicBezTo>
                      <a:pt x="7160" y="0"/>
                      <a:pt x="7087" y="4"/>
                      <a:pt x="7012" y="12"/>
                    </a:cubicBezTo>
                    <a:cubicBezTo>
                      <a:pt x="5977" y="119"/>
                      <a:pt x="5272" y="931"/>
                      <a:pt x="4487" y="1510"/>
                    </a:cubicBezTo>
                    <a:cubicBezTo>
                      <a:pt x="3718" y="2084"/>
                      <a:pt x="2849" y="2352"/>
                      <a:pt x="1954" y="2352"/>
                    </a:cubicBezTo>
                    <a:cubicBezTo>
                      <a:pt x="1428" y="2352"/>
                      <a:pt x="894" y="2260"/>
                      <a:pt x="366" y="2081"/>
                    </a:cubicBezTo>
                    <a:cubicBezTo>
                      <a:pt x="338" y="2072"/>
                      <a:pt x="312" y="2067"/>
                      <a:pt x="288" y="2067"/>
                    </a:cubicBezTo>
                    <a:cubicBezTo>
                      <a:pt x="70" y="2067"/>
                      <a:pt x="1" y="2430"/>
                      <a:pt x="250" y="2518"/>
                    </a:cubicBezTo>
                    <a:cubicBezTo>
                      <a:pt x="830" y="2716"/>
                      <a:pt x="1422" y="2827"/>
                      <a:pt x="2014" y="2827"/>
                    </a:cubicBezTo>
                    <a:cubicBezTo>
                      <a:pt x="2569" y="2827"/>
                      <a:pt x="3123" y="2730"/>
                      <a:pt x="3667" y="2518"/>
                    </a:cubicBezTo>
                    <a:cubicBezTo>
                      <a:pt x="4737" y="2099"/>
                      <a:pt x="5415" y="1162"/>
                      <a:pt x="6423" y="690"/>
                    </a:cubicBezTo>
                    <a:cubicBezTo>
                      <a:pt x="6688" y="567"/>
                      <a:pt x="6945" y="515"/>
                      <a:pt x="7196" y="515"/>
                    </a:cubicBezTo>
                    <a:cubicBezTo>
                      <a:pt x="8317" y="515"/>
                      <a:pt x="9317" y="1559"/>
                      <a:pt x="10286" y="2055"/>
                    </a:cubicBezTo>
                    <a:cubicBezTo>
                      <a:pt x="11366" y="2608"/>
                      <a:pt x="12552" y="2893"/>
                      <a:pt x="13774" y="2965"/>
                    </a:cubicBezTo>
                    <a:cubicBezTo>
                      <a:pt x="13780" y="2965"/>
                      <a:pt x="13785" y="2965"/>
                      <a:pt x="13791" y="2965"/>
                    </a:cubicBezTo>
                    <a:cubicBezTo>
                      <a:pt x="14095" y="2965"/>
                      <a:pt x="14090" y="2482"/>
                      <a:pt x="13774" y="2456"/>
                    </a:cubicBezTo>
                    <a:cubicBezTo>
                      <a:pt x="12293" y="2367"/>
                      <a:pt x="10928" y="1930"/>
                      <a:pt x="9697" y="1109"/>
                    </a:cubicBezTo>
                    <a:cubicBezTo>
                      <a:pt x="8944" y="612"/>
                      <a:pt x="8168" y="0"/>
                      <a:pt x="72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8" name="Google Shape;558;p17"/>
              <p:cNvSpPr/>
              <p:nvPr/>
            </p:nvSpPr>
            <p:spPr>
              <a:xfrm flipH="1">
                <a:off x="4188136" y="119145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9" name="Google Shape;559;p17"/>
              <p:cNvSpPr/>
              <p:nvPr/>
            </p:nvSpPr>
            <p:spPr>
              <a:xfrm flipH="1">
                <a:off x="4301997" y="276127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0" name="Google Shape;560;p17"/>
              <p:cNvSpPr/>
              <p:nvPr/>
            </p:nvSpPr>
            <p:spPr>
              <a:xfrm flipH="1">
                <a:off x="3879826" y="107300"/>
                <a:ext cx="62923" cy="48853"/>
              </a:xfrm>
              <a:custGeom>
                <a:avLst/>
                <a:gdLst/>
                <a:ahLst/>
                <a:cxnLst/>
                <a:rect l="l" t="t" r="r" b="b"/>
                <a:pathLst>
                  <a:path w="483" h="375" extrusionOk="0">
                    <a:moveTo>
                      <a:pt x="241" y="0"/>
                    </a:moveTo>
                    <a:cubicBezTo>
                      <a:pt x="1" y="0"/>
                      <a:pt x="1" y="375"/>
                      <a:pt x="241" y="375"/>
                    </a:cubicBezTo>
                    <a:cubicBezTo>
                      <a:pt x="482" y="375"/>
                      <a:pt x="482" y="0"/>
                      <a:pt x="2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561" name="Google Shape;561;p17"/>
            <p:cNvSpPr/>
            <p:nvPr/>
          </p:nvSpPr>
          <p:spPr>
            <a:xfrm flipH="1">
              <a:off x="-1313033" y="-793406"/>
              <a:ext cx="3013652" cy="3107450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" name="Google Shape;562;p17"/>
            <p:cNvSpPr/>
            <p:nvPr/>
          </p:nvSpPr>
          <p:spPr>
            <a:xfrm flipH="1">
              <a:off x="932549" y="-153712"/>
              <a:ext cx="150077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" name="Google Shape;563;p17"/>
            <p:cNvSpPr/>
            <p:nvPr/>
          </p:nvSpPr>
          <p:spPr>
            <a:xfrm flipH="1">
              <a:off x="760586" y="-82842"/>
              <a:ext cx="104741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" name="Google Shape;564;p17"/>
            <p:cNvSpPr/>
            <p:nvPr/>
          </p:nvSpPr>
          <p:spPr>
            <a:xfrm flipH="1">
              <a:off x="874447" y="74139"/>
              <a:ext cx="102396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" name="Google Shape;565;p17"/>
            <p:cNvSpPr/>
            <p:nvPr/>
          </p:nvSpPr>
          <p:spPr>
            <a:xfrm flipH="1">
              <a:off x="1146461" y="98501"/>
              <a:ext cx="84939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" name="Google Shape;566;p17"/>
            <p:cNvSpPr/>
            <p:nvPr/>
          </p:nvSpPr>
          <p:spPr>
            <a:xfrm flipH="1">
              <a:off x="601390" y="284403"/>
              <a:ext cx="98879" cy="75690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" name="Google Shape;567;p17"/>
            <p:cNvSpPr/>
            <p:nvPr/>
          </p:nvSpPr>
          <p:spPr>
            <a:xfrm flipH="1">
              <a:off x="4495145" y="-657675"/>
              <a:ext cx="2533179" cy="1789688"/>
            </a:xfrm>
            <a:custGeom>
              <a:avLst/>
              <a:gdLst/>
              <a:ahLst/>
              <a:cxnLst/>
              <a:rect l="l" t="t" r="r" b="b"/>
              <a:pathLst>
                <a:path w="22419" h="15839" extrusionOk="0">
                  <a:moveTo>
                    <a:pt x="11085" y="1"/>
                  </a:moveTo>
                  <a:cubicBezTo>
                    <a:pt x="6813" y="1"/>
                    <a:pt x="760" y="2365"/>
                    <a:pt x="429" y="3698"/>
                  </a:cubicBezTo>
                  <a:cubicBezTo>
                    <a:pt x="90" y="5063"/>
                    <a:pt x="0" y="11263"/>
                    <a:pt x="678" y="11665"/>
                  </a:cubicBezTo>
                  <a:cubicBezTo>
                    <a:pt x="994" y="11847"/>
                    <a:pt x="1246" y="11931"/>
                    <a:pt x="1457" y="11931"/>
                  </a:cubicBezTo>
                  <a:cubicBezTo>
                    <a:pt x="1700" y="11931"/>
                    <a:pt x="1889" y="11820"/>
                    <a:pt x="2061" y="11620"/>
                  </a:cubicBezTo>
                  <a:cubicBezTo>
                    <a:pt x="2373" y="11245"/>
                    <a:pt x="2141" y="8408"/>
                    <a:pt x="2989" y="8123"/>
                  </a:cubicBezTo>
                  <a:cubicBezTo>
                    <a:pt x="3259" y="8032"/>
                    <a:pt x="3528" y="7988"/>
                    <a:pt x="3776" y="7988"/>
                  </a:cubicBezTo>
                  <a:cubicBezTo>
                    <a:pt x="4307" y="7988"/>
                    <a:pt x="4743" y="8189"/>
                    <a:pt x="4889" y="8560"/>
                  </a:cubicBezTo>
                  <a:cubicBezTo>
                    <a:pt x="5106" y="9081"/>
                    <a:pt x="4367" y="15246"/>
                    <a:pt x="5540" y="15246"/>
                  </a:cubicBezTo>
                  <a:cubicBezTo>
                    <a:pt x="5571" y="15246"/>
                    <a:pt x="5604" y="15242"/>
                    <a:pt x="5638" y="15233"/>
                  </a:cubicBezTo>
                  <a:cubicBezTo>
                    <a:pt x="6950" y="14885"/>
                    <a:pt x="6352" y="11343"/>
                    <a:pt x="6593" y="10817"/>
                  </a:cubicBezTo>
                  <a:cubicBezTo>
                    <a:pt x="6620" y="10758"/>
                    <a:pt x="6642" y="10731"/>
                    <a:pt x="6659" y="10731"/>
                  </a:cubicBezTo>
                  <a:cubicBezTo>
                    <a:pt x="6801" y="10731"/>
                    <a:pt x="6723" y="12380"/>
                    <a:pt x="7467" y="12601"/>
                  </a:cubicBezTo>
                  <a:cubicBezTo>
                    <a:pt x="7502" y="12612"/>
                    <a:pt x="7535" y="12617"/>
                    <a:pt x="7565" y="12617"/>
                  </a:cubicBezTo>
                  <a:cubicBezTo>
                    <a:pt x="8251" y="12617"/>
                    <a:pt x="7668" y="9975"/>
                    <a:pt x="9002" y="9274"/>
                  </a:cubicBezTo>
                  <a:cubicBezTo>
                    <a:pt x="9124" y="9210"/>
                    <a:pt x="9232" y="9181"/>
                    <a:pt x="9330" y="9181"/>
                  </a:cubicBezTo>
                  <a:cubicBezTo>
                    <a:pt x="10350" y="9181"/>
                    <a:pt x="10166" y="12384"/>
                    <a:pt x="11901" y="12637"/>
                  </a:cubicBezTo>
                  <a:cubicBezTo>
                    <a:pt x="11974" y="12648"/>
                    <a:pt x="12044" y="12653"/>
                    <a:pt x="12109" y="12653"/>
                  </a:cubicBezTo>
                  <a:cubicBezTo>
                    <a:pt x="13735" y="12653"/>
                    <a:pt x="12959" y="9488"/>
                    <a:pt x="14183" y="9488"/>
                  </a:cubicBezTo>
                  <a:cubicBezTo>
                    <a:pt x="14189" y="9488"/>
                    <a:pt x="14196" y="9488"/>
                    <a:pt x="14203" y="9488"/>
                  </a:cubicBezTo>
                  <a:cubicBezTo>
                    <a:pt x="15468" y="9514"/>
                    <a:pt x="14182" y="15838"/>
                    <a:pt x="16505" y="15838"/>
                  </a:cubicBezTo>
                  <a:cubicBezTo>
                    <a:pt x="16573" y="15838"/>
                    <a:pt x="16644" y="15833"/>
                    <a:pt x="16718" y="15822"/>
                  </a:cubicBezTo>
                  <a:cubicBezTo>
                    <a:pt x="19319" y="15430"/>
                    <a:pt x="17457" y="8141"/>
                    <a:pt x="18594" y="8141"/>
                  </a:cubicBezTo>
                  <a:cubicBezTo>
                    <a:pt x="18597" y="8141"/>
                    <a:pt x="18599" y="8141"/>
                    <a:pt x="18601" y="8141"/>
                  </a:cubicBezTo>
                  <a:cubicBezTo>
                    <a:pt x="19720" y="8176"/>
                    <a:pt x="18516" y="12848"/>
                    <a:pt x="19703" y="12848"/>
                  </a:cubicBezTo>
                  <a:cubicBezTo>
                    <a:pt x="19727" y="12848"/>
                    <a:pt x="19752" y="12846"/>
                    <a:pt x="19778" y="12842"/>
                  </a:cubicBezTo>
                  <a:cubicBezTo>
                    <a:pt x="21081" y="12646"/>
                    <a:pt x="22419" y="5411"/>
                    <a:pt x="21393" y="3546"/>
                  </a:cubicBezTo>
                  <a:cubicBezTo>
                    <a:pt x="20367" y="1691"/>
                    <a:pt x="16736" y="139"/>
                    <a:pt x="11384" y="5"/>
                  </a:cubicBezTo>
                  <a:cubicBezTo>
                    <a:pt x="11285" y="2"/>
                    <a:pt x="11185" y="1"/>
                    <a:pt x="110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" name="Google Shape;568;p17"/>
            <p:cNvSpPr/>
            <p:nvPr/>
          </p:nvSpPr>
          <p:spPr>
            <a:xfrm flipH="1">
              <a:off x="4745163" y="-327126"/>
              <a:ext cx="2145786" cy="647278"/>
            </a:xfrm>
            <a:custGeom>
              <a:avLst/>
              <a:gdLst/>
              <a:ahLst/>
              <a:cxnLst/>
              <a:rect l="l" t="t" r="r" b="b"/>
              <a:pathLst>
                <a:path w="19770" h="8449" extrusionOk="0">
                  <a:moveTo>
                    <a:pt x="1696" y="0"/>
                  </a:moveTo>
                  <a:cubicBezTo>
                    <a:pt x="990" y="0"/>
                    <a:pt x="422" y="360"/>
                    <a:pt x="0" y="881"/>
                  </a:cubicBezTo>
                  <a:cubicBezTo>
                    <a:pt x="54" y="1077"/>
                    <a:pt x="99" y="1265"/>
                    <a:pt x="152" y="1452"/>
                  </a:cubicBezTo>
                  <a:cubicBezTo>
                    <a:pt x="322" y="1202"/>
                    <a:pt x="536" y="979"/>
                    <a:pt x="803" y="801"/>
                  </a:cubicBezTo>
                  <a:cubicBezTo>
                    <a:pt x="1113" y="602"/>
                    <a:pt x="1399" y="517"/>
                    <a:pt x="1662" y="517"/>
                  </a:cubicBezTo>
                  <a:cubicBezTo>
                    <a:pt x="2508" y="517"/>
                    <a:pt x="3127" y="1390"/>
                    <a:pt x="3569" y="2166"/>
                  </a:cubicBezTo>
                  <a:cubicBezTo>
                    <a:pt x="4327" y="3531"/>
                    <a:pt x="4702" y="5145"/>
                    <a:pt x="5674" y="6385"/>
                  </a:cubicBezTo>
                  <a:cubicBezTo>
                    <a:pt x="5913" y="6695"/>
                    <a:pt x="6274" y="7015"/>
                    <a:pt x="6673" y="7015"/>
                  </a:cubicBezTo>
                  <a:cubicBezTo>
                    <a:pt x="6781" y="7015"/>
                    <a:pt x="6892" y="6992"/>
                    <a:pt x="7003" y="6938"/>
                  </a:cubicBezTo>
                  <a:cubicBezTo>
                    <a:pt x="7494" y="6707"/>
                    <a:pt x="7565" y="6055"/>
                    <a:pt x="7628" y="5582"/>
                  </a:cubicBezTo>
                  <a:cubicBezTo>
                    <a:pt x="7753" y="4681"/>
                    <a:pt x="7699" y="3682"/>
                    <a:pt x="8163" y="2870"/>
                  </a:cubicBezTo>
                  <a:cubicBezTo>
                    <a:pt x="8340" y="2557"/>
                    <a:pt x="8808" y="1970"/>
                    <a:pt x="9271" y="1970"/>
                  </a:cubicBezTo>
                  <a:cubicBezTo>
                    <a:pt x="9439" y="1970"/>
                    <a:pt x="9607" y="2048"/>
                    <a:pt x="9760" y="2246"/>
                  </a:cubicBezTo>
                  <a:cubicBezTo>
                    <a:pt x="10010" y="2576"/>
                    <a:pt x="10045" y="3192"/>
                    <a:pt x="10135" y="3575"/>
                  </a:cubicBezTo>
                  <a:cubicBezTo>
                    <a:pt x="10331" y="4441"/>
                    <a:pt x="10527" y="5315"/>
                    <a:pt x="10723" y="6189"/>
                  </a:cubicBezTo>
                  <a:cubicBezTo>
                    <a:pt x="10875" y="6876"/>
                    <a:pt x="11018" y="7652"/>
                    <a:pt x="11589" y="8125"/>
                  </a:cubicBezTo>
                  <a:cubicBezTo>
                    <a:pt x="11868" y="8353"/>
                    <a:pt x="12149" y="8448"/>
                    <a:pt x="12425" y="8448"/>
                  </a:cubicBezTo>
                  <a:cubicBezTo>
                    <a:pt x="13213" y="8448"/>
                    <a:pt x="13949" y="7669"/>
                    <a:pt x="14426" y="7028"/>
                  </a:cubicBezTo>
                  <a:cubicBezTo>
                    <a:pt x="15362" y="5761"/>
                    <a:pt x="15808" y="4191"/>
                    <a:pt x="16817" y="2969"/>
                  </a:cubicBezTo>
                  <a:cubicBezTo>
                    <a:pt x="17120" y="2603"/>
                    <a:pt x="17477" y="2246"/>
                    <a:pt x="17896" y="2005"/>
                  </a:cubicBezTo>
                  <a:cubicBezTo>
                    <a:pt x="18048" y="1916"/>
                    <a:pt x="18244" y="1800"/>
                    <a:pt x="18413" y="1755"/>
                  </a:cubicBezTo>
                  <a:cubicBezTo>
                    <a:pt x="18497" y="1736"/>
                    <a:pt x="18572" y="1727"/>
                    <a:pt x="18639" y="1727"/>
                  </a:cubicBezTo>
                  <a:cubicBezTo>
                    <a:pt x="19132" y="1727"/>
                    <a:pt x="19215" y="2210"/>
                    <a:pt x="19270" y="2665"/>
                  </a:cubicBezTo>
                  <a:cubicBezTo>
                    <a:pt x="19306" y="3022"/>
                    <a:pt x="19359" y="3406"/>
                    <a:pt x="19529" y="3718"/>
                  </a:cubicBezTo>
                  <a:cubicBezTo>
                    <a:pt x="19609" y="3531"/>
                    <a:pt x="19689" y="3325"/>
                    <a:pt x="19769" y="3129"/>
                  </a:cubicBezTo>
                  <a:cubicBezTo>
                    <a:pt x="19760" y="3085"/>
                    <a:pt x="19752" y="3040"/>
                    <a:pt x="19743" y="2986"/>
                  </a:cubicBezTo>
                  <a:cubicBezTo>
                    <a:pt x="19671" y="2567"/>
                    <a:pt x="19716" y="2121"/>
                    <a:pt x="19573" y="1711"/>
                  </a:cubicBezTo>
                  <a:cubicBezTo>
                    <a:pt x="19438" y="1313"/>
                    <a:pt x="19162" y="1167"/>
                    <a:pt x="18834" y="1167"/>
                  </a:cubicBezTo>
                  <a:cubicBezTo>
                    <a:pt x="18166" y="1167"/>
                    <a:pt x="17279" y="1772"/>
                    <a:pt x="16897" y="2112"/>
                  </a:cubicBezTo>
                  <a:cubicBezTo>
                    <a:pt x="15737" y="3165"/>
                    <a:pt x="15211" y="4664"/>
                    <a:pt x="14435" y="5975"/>
                  </a:cubicBezTo>
                  <a:cubicBezTo>
                    <a:pt x="14090" y="6559"/>
                    <a:pt x="13288" y="7845"/>
                    <a:pt x="12460" y="7845"/>
                  </a:cubicBezTo>
                  <a:cubicBezTo>
                    <a:pt x="12300" y="7845"/>
                    <a:pt x="12140" y="7797"/>
                    <a:pt x="11981" y="7688"/>
                  </a:cubicBezTo>
                  <a:cubicBezTo>
                    <a:pt x="11286" y="7206"/>
                    <a:pt x="11196" y="5690"/>
                    <a:pt x="11018" y="4940"/>
                  </a:cubicBezTo>
                  <a:cubicBezTo>
                    <a:pt x="10822" y="4075"/>
                    <a:pt x="10706" y="3111"/>
                    <a:pt x="10384" y="2282"/>
                  </a:cubicBezTo>
                  <a:cubicBezTo>
                    <a:pt x="10215" y="1827"/>
                    <a:pt x="9903" y="1452"/>
                    <a:pt x="9385" y="1416"/>
                  </a:cubicBezTo>
                  <a:cubicBezTo>
                    <a:pt x="9353" y="1415"/>
                    <a:pt x="9322" y="1414"/>
                    <a:pt x="9290" y="1414"/>
                  </a:cubicBezTo>
                  <a:cubicBezTo>
                    <a:pt x="7948" y="1414"/>
                    <a:pt x="7348" y="3074"/>
                    <a:pt x="7209" y="4155"/>
                  </a:cubicBezTo>
                  <a:cubicBezTo>
                    <a:pt x="7146" y="4619"/>
                    <a:pt x="7119" y="5083"/>
                    <a:pt x="7048" y="5538"/>
                  </a:cubicBezTo>
                  <a:cubicBezTo>
                    <a:pt x="7014" y="5798"/>
                    <a:pt x="6995" y="6320"/>
                    <a:pt x="6638" y="6320"/>
                  </a:cubicBezTo>
                  <a:cubicBezTo>
                    <a:pt x="6530" y="6320"/>
                    <a:pt x="6390" y="6272"/>
                    <a:pt x="6209" y="6153"/>
                  </a:cubicBezTo>
                  <a:cubicBezTo>
                    <a:pt x="6049" y="6055"/>
                    <a:pt x="5879" y="5707"/>
                    <a:pt x="5781" y="5538"/>
                  </a:cubicBezTo>
                  <a:cubicBezTo>
                    <a:pt x="5308" y="4762"/>
                    <a:pt x="4969" y="3932"/>
                    <a:pt x="4604" y="3111"/>
                  </a:cubicBezTo>
                  <a:cubicBezTo>
                    <a:pt x="4086" y="1987"/>
                    <a:pt x="3319" y="123"/>
                    <a:pt x="1865" y="7"/>
                  </a:cubicBezTo>
                  <a:cubicBezTo>
                    <a:pt x="1808" y="2"/>
                    <a:pt x="1751" y="0"/>
                    <a:pt x="16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" name="Google Shape;569;p17"/>
            <p:cNvSpPr/>
            <p:nvPr/>
          </p:nvSpPr>
          <p:spPr>
            <a:xfrm flipH="1">
              <a:off x="6735793" y="-1124034"/>
              <a:ext cx="2803011" cy="2988396"/>
            </a:xfrm>
            <a:custGeom>
              <a:avLst/>
              <a:gdLst/>
              <a:ahLst/>
              <a:cxnLst/>
              <a:rect l="l" t="t" r="r" b="b"/>
              <a:pathLst>
                <a:path w="22438" h="23922" extrusionOk="0">
                  <a:moveTo>
                    <a:pt x="3165" y="1"/>
                  </a:moveTo>
                  <a:cubicBezTo>
                    <a:pt x="2537" y="1"/>
                    <a:pt x="1924" y="119"/>
                    <a:pt x="1419" y="447"/>
                  </a:cubicBezTo>
                  <a:cubicBezTo>
                    <a:pt x="688" y="920"/>
                    <a:pt x="277" y="1776"/>
                    <a:pt x="144" y="2651"/>
                  </a:cubicBezTo>
                  <a:cubicBezTo>
                    <a:pt x="1" y="3516"/>
                    <a:pt x="99" y="4426"/>
                    <a:pt x="188" y="5327"/>
                  </a:cubicBezTo>
                  <a:cubicBezTo>
                    <a:pt x="313" y="6487"/>
                    <a:pt x="438" y="7655"/>
                    <a:pt x="563" y="8824"/>
                  </a:cubicBezTo>
                  <a:cubicBezTo>
                    <a:pt x="652" y="9618"/>
                    <a:pt x="813" y="10537"/>
                    <a:pt x="1517" y="10947"/>
                  </a:cubicBezTo>
                  <a:cubicBezTo>
                    <a:pt x="1731" y="11074"/>
                    <a:pt x="1965" y="11129"/>
                    <a:pt x="2201" y="11129"/>
                  </a:cubicBezTo>
                  <a:cubicBezTo>
                    <a:pt x="2665" y="11129"/>
                    <a:pt x="3137" y="10916"/>
                    <a:pt x="3480" y="10608"/>
                  </a:cubicBezTo>
                  <a:cubicBezTo>
                    <a:pt x="3730" y="10385"/>
                    <a:pt x="3935" y="10109"/>
                    <a:pt x="4229" y="9948"/>
                  </a:cubicBezTo>
                  <a:cubicBezTo>
                    <a:pt x="4365" y="9876"/>
                    <a:pt x="4526" y="9835"/>
                    <a:pt x="4683" y="9835"/>
                  </a:cubicBezTo>
                  <a:cubicBezTo>
                    <a:pt x="4876" y="9835"/>
                    <a:pt x="5065" y="9898"/>
                    <a:pt x="5193" y="10046"/>
                  </a:cubicBezTo>
                  <a:cubicBezTo>
                    <a:pt x="5318" y="10189"/>
                    <a:pt x="5362" y="10358"/>
                    <a:pt x="5398" y="10537"/>
                  </a:cubicBezTo>
                  <a:cubicBezTo>
                    <a:pt x="5880" y="12705"/>
                    <a:pt x="5086" y="14953"/>
                    <a:pt x="5684" y="17103"/>
                  </a:cubicBezTo>
                  <a:cubicBezTo>
                    <a:pt x="5728" y="17263"/>
                    <a:pt x="5800" y="17442"/>
                    <a:pt x="5951" y="17495"/>
                  </a:cubicBezTo>
                  <a:cubicBezTo>
                    <a:pt x="5988" y="17509"/>
                    <a:pt x="6027" y="17513"/>
                    <a:pt x="6066" y="17513"/>
                  </a:cubicBezTo>
                  <a:cubicBezTo>
                    <a:pt x="6130" y="17513"/>
                    <a:pt x="6197" y="17501"/>
                    <a:pt x="6263" y="17495"/>
                  </a:cubicBezTo>
                  <a:cubicBezTo>
                    <a:pt x="6274" y="17495"/>
                    <a:pt x="6284" y="17494"/>
                    <a:pt x="6294" y="17494"/>
                  </a:cubicBezTo>
                  <a:cubicBezTo>
                    <a:pt x="6648" y="17494"/>
                    <a:pt x="6973" y="17790"/>
                    <a:pt x="7120" y="18120"/>
                  </a:cubicBezTo>
                  <a:cubicBezTo>
                    <a:pt x="7280" y="18459"/>
                    <a:pt x="7289" y="18842"/>
                    <a:pt x="7298" y="19208"/>
                  </a:cubicBezTo>
                  <a:cubicBezTo>
                    <a:pt x="7325" y="19966"/>
                    <a:pt x="7343" y="20725"/>
                    <a:pt x="7361" y="21492"/>
                  </a:cubicBezTo>
                  <a:cubicBezTo>
                    <a:pt x="7379" y="21973"/>
                    <a:pt x="7388" y="22464"/>
                    <a:pt x="7566" y="22919"/>
                  </a:cubicBezTo>
                  <a:cubicBezTo>
                    <a:pt x="7744" y="23383"/>
                    <a:pt x="8128" y="23811"/>
                    <a:pt x="8610" y="23900"/>
                  </a:cubicBezTo>
                  <a:cubicBezTo>
                    <a:pt x="8679" y="23915"/>
                    <a:pt x="8748" y="23921"/>
                    <a:pt x="8817" y="23921"/>
                  </a:cubicBezTo>
                  <a:cubicBezTo>
                    <a:pt x="9309" y="23921"/>
                    <a:pt x="9754" y="23572"/>
                    <a:pt x="9966" y="23133"/>
                  </a:cubicBezTo>
                  <a:cubicBezTo>
                    <a:pt x="10216" y="22625"/>
                    <a:pt x="10233" y="22036"/>
                    <a:pt x="10242" y="21465"/>
                  </a:cubicBezTo>
                  <a:cubicBezTo>
                    <a:pt x="10287" y="19529"/>
                    <a:pt x="10331" y="17602"/>
                    <a:pt x="10376" y="15675"/>
                  </a:cubicBezTo>
                  <a:cubicBezTo>
                    <a:pt x="10403" y="14382"/>
                    <a:pt x="10546" y="12883"/>
                    <a:pt x="11634" y="12241"/>
                  </a:cubicBezTo>
                  <a:cubicBezTo>
                    <a:pt x="11831" y="12122"/>
                    <a:pt x="12075" y="12052"/>
                    <a:pt x="12314" y="12052"/>
                  </a:cubicBezTo>
                  <a:cubicBezTo>
                    <a:pt x="12593" y="12052"/>
                    <a:pt x="12865" y="12148"/>
                    <a:pt x="13043" y="12374"/>
                  </a:cubicBezTo>
                  <a:cubicBezTo>
                    <a:pt x="13382" y="12803"/>
                    <a:pt x="13275" y="13543"/>
                    <a:pt x="13757" y="13784"/>
                  </a:cubicBezTo>
                  <a:cubicBezTo>
                    <a:pt x="13845" y="13830"/>
                    <a:pt x="13940" y="13848"/>
                    <a:pt x="14034" y="13848"/>
                  </a:cubicBezTo>
                  <a:cubicBezTo>
                    <a:pt x="14122" y="13848"/>
                    <a:pt x="14211" y="13832"/>
                    <a:pt x="14292" y="13811"/>
                  </a:cubicBezTo>
                  <a:cubicBezTo>
                    <a:pt x="14837" y="13668"/>
                    <a:pt x="15211" y="13213"/>
                    <a:pt x="15506" y="12749"/>
                  </a:cubicBezTo>
                  <a:cubicBezTo>
                    <a:pt x="15800" y="12294"/>
                    <a:pt x="16059" y="11786"/>
                    <a:pt x="16487" y="11447"/>
                  </a:cubicBezTo>
                  <a:cubicBezTo>
                    <a:pt x="16738" y="11248"/>
                    <a:pt x="17072" y="11120"/>
                    <a:pt x="17401" y="11120"/>
                  </a:cubicBezTo>
                  <a:cubicBezTo>
                    <a:pt x="17633" y="11120"/>
                    <a:pt x="17862" y="11183"/>
                    <a:pt x="18057" y="11331"/>
                  </a:cubicBezTo>
                  <a:cubicBezTo>
                    <a:pt x="18307" y="11518"/>
                    <a:pt x="18459" y="11812"/>
                    <a:pt x="18708" y="12009"/>
                  </a:cubicBezTo>
                  <a:cubicBezTo>
                    <a:pt x="18919" y="12177"/>
                    <a:pt x="19178" y="12252"/>
                    <a:pt x="19439" y="12252"/>
                  </a:cubicBezTo>
                  <a:cubicBezTo>
                    <a:pt x="19676" y="12252"/>
                    <a:pt x="19914" y="12190"/>
                    <a:pt x="20118" y="12080"/>
                  </a:cubicBezTo>
                  <a:cubicBezTo>
                    <a:pt x="20546" y="11848"/>
                    <a:pt x="20840" y="11447"/>
                    <a:pt x="21072" y="11027"/>
                  </a:cubicBezTo>
                  <a:cubicBezTo>
                    <a:pt x="21742" y="9823"/>
                    <a:pt x="22036" y="8422"/>
                    <a:pt x="22223" y="7031"/>
                  </a:cubicBezTo>
                  <a:cubicBezTo>
                    <a:pt x="22357" y="6014"/>
                    <a:pt x="22437" y="4952"/>
                    <a:pt x="22179" y="3926"/>
                  </a:cubicBezTo>
                  <a:cubicBezTo>
                    <a:pt x="21920" y="2900"/>
                    <a:pt x="21269" y="1892"/>
                    <a:pt x="20287" y="1446"/>
                  </a:cubicBezTo>
                  <a:cubicBezTo>
                    <a:pt x="19592" y="1125"/>
                    <a:pt x="18815" y="1116"/>
                    <a:pt x="18066" y="1116"/>
                  </a:cubicBezTo>
                  <a:lnTo>
                    <a:pt x="16240" y="1116"/>
                  </a:lnTo>
                  <a:cubicBezTo>
                    <a:pt x="15137" y="528"/>
                    <a:pt x="13904" y="351"/>
                    <a:pt x="12677" y="351"/>
                  </a:cubicBezTo>
                  <a:cubicBezTo>
                    <a:pt x="12265" y="351"/>
                    <a:pt x="11853" y="371"/>
                    <a:pt x="11447" y="403"/>
                  </a:cubicBezTo>
                  <a:cubicBezTo>
                    <a:pt x="10277" y="486"/>
                    <a:pt x="9107" y="653"/>
                    <a:pt x="7930" y="653"/>
                  </a:cubicBezTo>
                  <a:cubicBezTo>
                    <a:pt x="7474" y="653"/>
                    <a:pt x="7017" y="628"/>
                    <a:pt x="6558" y="563"/>
                  </a:cubicBezTo>
                  <a:cubicBezTo>
                    <a:pt x="5684" y="438"/>
                    <a:pt x="4818" y="171"/>
                    <a:pt x="3944" y="55"/>
                  </a:cubicBezTo>
                  <a:cubicBezTo>
                    <a:pt x="3686" y="21"/>
                    <a:pt x="3424" y="1"/>
                    <a:pt x="31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" name="Google Shape;570;p17"/>
            <p:cNvSpPr/>
            <p:nvPr/>
          </p:nvSpPr>
          <p:spPr>
            <a:xfrm rot="454083" flipH="1">
              <a:off x="6774183" y="-309106"/>
              <a:ext cx="2714901" cy="611237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" name="Google Shape;571;p17"/>
            <p:cNvSpPr/>
            <p:nvPr/>
          </p:nvSpPr>
          <p:spPr>
            <a:xfrm rot="-785687">
              <a:off x="-597168" y="-327948"/>
              <a:ext cx="2541531" cy="572204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" name="Google Shape;572;p17"/>
            <p:cNvSpPr/>
            <p:nvPr/>
          </p:nvSpPr>
          <p:spPr>
            <a:xfrm flipH="1">
              <a:off x="7787649" y="162913"/>
              <a:ext cx="150077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" name="Google Shape;573;p17"/>
            <p:cNvSpPr/>
            <p:nvPr/>
          </p:nvSpPr>
          <p:spPr>
            <a:xfrm flipH="1">
              <a:off x="7615686" y="233783"/>
              <a:ext cx="104741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" name="Google Shape;574;p17"/>
            <p:cNvSpPr/>
            <p:nvPr/>
          </p:nvSpPr>
          <p:spPr>
            <a:xfrm flipH="1">
              <a:off x="7729547" y="390764"/>
              <a:ext cx="102396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" name="Google Shape;575;p17"/>
            <p:cNvSpPr/>
            <p:nvPr/>
          </p:nvSpPr>
          <p:spPr>
            <a:xfrm flipH="1">
              <a:off x="7391961" y="34126"/>
              <a:ext cx="84939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" name="Google Shape;576;p17"/>
            <p:cNvSpPr/>
            <p:nvPr/>
          </p:nvSpPr>
          <p:spPr>
            <a:xfrm flipH="1">
              <a:off x="5304586" y="-160105"/>
              <a:ext cx="104741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" name="Google Shape;577;p17"/>
            <p:cNvSpPr/>
            <p:nvPr/>
          </p:nvSpPr>
          <p:spPr>
            <a:xfrm flipH="1">
              <a:off x="5418447" y="-3123"/>
              <a:ext cx="102396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8" name="Google Shape;578;p17"/>
          <p:cNvGrpSpPr/>
          <p:nvPr/>
        </p:nvGrpSpPr>
        <p:grpSpPr>
          <a:xfrm flipH="1">
            <a:off x="282149" y="709858"/>
            <a:ext cx="8572281" cy="3951576"/>
            <a:chOff x="286182" y="709858"/>
            <a:chExt cx="8572281" cy="3951576"/>
          </a:xfrm>
        </p:grpSpPr>
        <p:sp>
          <p:nvSpPr>
            <p:cNvPr id="579" name="Google Shape;579;p17"/>
            <p:cNvSpPr/>
            <p:nvPr/>
          </p:nvSpPr>
          <p:spPr>
            <a:xfrm rot="-3266906">
              <a:off x="4447210" y="1808857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" name="Google Shape;580;p17"/>
            <p:cNvSpPr/>
            <p:nvPr/>
          </p:nvSpPr>
          <p:spPr>
            <a:xfrm rot="-3266906">
              <a:off x="7706507" y="9425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" name="Google Shape;581;p17"/>
            <p:cNvSpPr/>
            <p:nvPr/>
          </p:nvSpPr>
          <p:spPr>
            <a:xfrm rot="-3266906">
              <a:off x="5819041" y="748947"/>
              <a:ext cx="128530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" name="Google Shape;582;p17"/>
            <p:cNvSpPr/>
            <p:nvPr/>
          </p:nvSpPr>
          <p:spPr>
            <a:xfrm rot="-3266906">
              <a:off x="480007" y="417959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" name="Google Shape;583;p17"/>
            <p:cNvSpPr/>
            <p:nvPr/>
          </p:nvSpPr>
          <p:spPr>
            <a:xfrm rot="1625383">
              <a:off x="1661854" y="4572572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" name="Google Shape;584;p17"/>
            <p:cNvSpPr/>
            <p:nvPr/>
          </p:nvSpPr>
          <p:spPr>
            <a:xfrm rot="3522601">
              <a:off x="2972285" y="84021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" name="Google Shape;585;p17"/>
            <p:cNvSpPr/>
            <p:nvPr/>
          </p:nvSpPr>
          <p:spPr>
            <a:xfrm rot="-2695393">
              <a:off x="1537861" y="90917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" name="Google Shape;586;p17"/>
            <p:cNvSpPr/>
            <p:nvPr/>
          </p:nvSpPr>
          <p:spPr>
            <a:xfrm rot="-2695393">
              <a:off x="3936382" y="2902236"/>
              <a:ext cx="151480" cy="74315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" name="Google Shape;587;p17"/>
            <p:cNvSpPr/>
            <p:nvPr/>
          </p:nvSpPr>
          <p:spPr>
            <a:xfrm rot="3522601">
              <a:off x="8752035" y="29499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" name="Google Shape;588;p17"/>
            <p:cNvSpPr/>
            <p:nvPr/>
          </p:nvSpPr>
          <p:spPr>
            <a:xfrm rot="-3266906">
              <a:off x="8006135" y="2195507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" name="Google Shape;589;p17"/>
            <p:cNvSpPr/>
            <p:nvPr/>
          </p:nvSpPr>
          <p:spPr>
            <a:xfrm rot="3522601">
              <a:off x="8223985" y="4305353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" name="Google Shape;590;p17"/>
            <p:cNvSpPr/>
            <p:nvPr/>
          </p:nvSpPr>
          <p:spPr>
            <a:xfrm rot="-2695393">
              <a:off x="2901911" y="170120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" name="Google Shape;591;p17"/>
            <p:cNvSpPr/>
            <p:nvPr/>
          </p:nvSpPr>
          <p:spPr>
            <a:xfrm rot="3522601">
              <a:off x="335310" y="16617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" name="Google Shape;592;p17"/>
            <p:cNvSpPr/>
            <p:nvPr/>
          </p:nvSpPr>
          <p:spPr>
            <a:xfrm rot="-3266906">
              <a:off x="4057157" y="417959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" name="Google Shape;593;p17"/>
            <p:cNvSpPr/>
            <p:nvPr/>
          </p:nvSpPr>
          <p:spPr>
            <a:xfrm rot="3522601">
              <a:off x="5276535" y="416761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" name="Google Shape;594;p17"/>
            <p:cNvSpPr/>
            <p:nvPr/>
          </p:nvSpPr>
          <p:spPr>
            <a:xfrm rot="-2695393">
              <a:off x="6704686" y="430632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95" name="Google Shape;595;p17"/>
          <p:cNvGrpSpPr/>
          <p:nvPr/>
        </p:nvGrpSpPr>
        <p:grpSpPr>
          <a:xfrm>
            <a:off x="-479330" y="4235977"/>
            <a:ext cx="9967003" cy="1593169"/>
            <a:chOff x="-479330" y="4235977"/>
            <a:chExt cx="9967003" cy="1593169"/>
          </a:xfrm>
        </p:grpSpPr>
        <p:sp>
          <p:nvSpPr>
            <p:cNvPr id="596" name="Google Shape;596;p17"/>
            <p:cNvSpPr/>
            <p:nvPr/>
          </p:nvSpPr>
          <p:spPr>
            <a:xfrm rot="10800000" flipH="1">
              <a:off x="2550525" y="4235977"/>
              <a:ext cx="3709572" cy="1208351"/>
            </a:xfrm>
            <a:custGeom>
              <a:avLst/>
              <a:gdLst/>
              <a:ahLst/>
              <a:cxnLst/>
              <a:rect l="l" t="t" r="r" b="b"/>
              <a:pathLst>
                <a:path w="19663" h="6405" extrusionOk="0">
                  <a:moveTo>
                    <a:pt x="15799" y="0"/>
                  </a:moveTo>
                  <a:cubicBezTo>
                    <a:pt x="14930" y="0"/>
                    <a:pt x="14048" y="589"/>
                    <a:pt x="13212" y="812"/>
                  </a:cubicBezTo>
                  <a:cubicBezTo>
                    <a:pt x="12864" y="905"/>
                    <a:pt x="12513" y="943"/>
                    <a:pt x="12160" y="943"/>
                  </a:cubicBezTo>
                  <a:cubicBezTo>
                    <a:pt x="10715" y="943"/>
                    <a:pt x="9235" y="318"/>
                    <a:pt x="7772" y="318"/>
                  </a:cubicBezTo>
                  <a:cubicBezTo>
                    <a:pt x="7530" y="318"/>
                    <a:pt x="7289" y="336"/>
                    <a:pt x="7048" y="375"/>
                  </a:cubicBezTo>
                  <a:cubicBezTo>
                    <a:pt x="6660" y="444"/>
                    <a:pt x="6281" y="563"/>
                    <a:pt x="5886" y="563"/>
                  </a:cubicBezTo>
                  <a:cubicBezTo>
                    <a:pt x="5872" y="563"/>
                    <a:pt x="5858" y="563"/>
                    <a:pt x="5844" y="563"/>
                  </a:cubicBezTo>
                  <a:cubicBezTo>
                    <a:pt x="5288" y="550"/>
                    <a:pt x="4709" y="284"/>
                    <a:pt x="4175" y="284"/>
                  </a:cubicBezTo>
                  <a:cubicBezTo>
                    <a:pt x="3971" y="284"/>
                    <a:pt x="3774" y="323"/>
                    <a:pt x="3587" y="429"/>
                  </a:cubicBezTo>
                  <a:cubicBezTo>
                    <a:pt x="3444" y="509"/>
                    <a:pt x="3319" y="616"/>
                    <a:pt x="3167" y="661"/>
                  </a:cubicBezTo>
                  <a:cubicBezTo>
                    <a:pt x="3094" y="682"/>
                    <a:pt x="3019" y="690"/>
                    <a:pt x="2941" y="690"/>
                  </a:cubicBezTo>
                  <a:cubicBezTo>
                    <a:pt x="2593" y="690"/>
                    <a:pt x="2206" y="519"/>
                    <a:pt x="1846" y="519"/>
                  </a:cubicBezTo>
                  <a:cubicBezTo>
                    <a:pt x="1668" y="519"/>
                    <a:pt x="1496" y="561"/>
                    <a:pt x="1338" y="688"/>
                  </a:cubicBezTo>
                  <a:cubicBezTo>
                    <a:pt x="1187" y="812"/>
                    <a:pt x="1071" y="991"/>
                    <a:pt x="883" y="1044"/>
                  </a:cubicBezTo>
                  <a:cubicBezTo>
                    <a:pt x="842" y="1055"/>
                    <a:pt x="799" y="1057"/>
                    <a:pt x="756" y="1057"/>
                  </a:cubicBezTo>
                  <a:cubicBezTo>
                    <a:pt x="721" y="1057"/>
                    <a:pt x="686" y="1056"/>
                    <a:pt x="651" y="1056"/>
                  </a:cubicBezTo>
                  <a:cubicBezTo>
                    <a:pt x="618" y="1056"/>
                    <a:pt x="585" y="1057"/>
                    <a:pt x="553" y="1062"/>
                  </a:cubicBezTo>
                  <a:cubicBezTo>
                    <a:pt x="268" y="1098"/>
                    <a:pt x="63" y="1392"/>
                    <a:pt x="27" y="1687"/>
                  </a:cubicBezTo>
                  <a:cubicBezTo>
                    <a:pt x="0" y="1981"/>
                    <a:pt x="107" y="2275"/>
                    <a:pt x="250" y="2534"/>
                  </a:cubicBezTo>
                  <a:cubicBezTo>
                    <a:pt x="535" y="3080"/>
                    <a:pt x="1051" y="3574"/>
                    <a:pt x="1628" y="3574"/>
                  </a:cubicBezTo>
                  <a:cubicBezTo>
                    <a:pt x="1682" y="3574"/>
                    <a:pt x="1738" y="3569"/>
                    <a:pt x="1793" y="3560"/>
                  </a:cubicBezTo>
                  <a:cubicBezTo>
                    <a:pt x="2025" y="3524"/>
                    <a:pt x="2239" y="3408"/>
                    <a:pt x="2462" y="3337"/>
                  </a:cubicBezTo>
                  <a:cubicBezTo>
                    <a:pt x="2635" y="3288"/>
                    <a:pt x="2809" y="3268"/>
                    <a:pt x="2985" y="3268"/>
                  </a:cubicBezTo>
                  <a:cubicBezTo>
                    <a:pt x="3537" y="3268"/>
                    <a:pt x="4102" y="3459"/>
                    <a:pt x="4657" y="3507"/>
                  </a:cubicBezTo>
                  <a:cubicBezTo>
                    <a:pt x="4746" y="3514"/>
                    <a:pt x="4836" y="3517"/>
                    <a:pt x="4925" y="3517"/>
                  </a:cubicBezTo>
                  <a:cubicBezTo>
                    <a:pt x="6130" y="3517"/>
                    <a:pt x="7329" y="2921"/>
                    <a:pt x="8502" y="2921"/>
                  </a:cubicBezTo>
                  <a:cubicBezTo>
                    <a:pt x="8786" y="2921"/>
                    <a:pt x="9069" y="2956"/>
                    <a:pt x="9350" y="3043"/>
                  </a:cubicBezTo>
                  <a:cubicBezTo>
                    <a:pt x="9813" y="3185"/>
                    <a:pt x="10393" y="3373"/>
                    <a:pt x="10822" y="3551"/>
                  </a:cubicBezTo>
                  <a:cubicBezTo>
                    <a:pt x="11294" y="3756"/>
                    <a:pt x="11384" y="4086"/>
                    <a:pt x="11223" y="4595"/>
                  </a:cubicBezTo>
                  <a:cubicBezTo>
                    <a:pt x="11143" y="4871"/>
                    <a:pt x="11036" y="5157"/>
                    <a:pt x="11125" y="5434"/>
                  </a:cubicBezTo>
                  <a:cubicBezTo>
                    <a:pt x="11204" y="5665"/>
                    <a:pt x="11444" y="5804"/>
                    <a:pt x="11680" y="5804"/>
                  </a:cubicBezTo>
                  <a:cubicBezTo>
                    <a:pt x="11817" y="5804"/>
                    <a:pt x="11951" y="5758"/>
                    <a:pt x="12053" y="5657"/>
                  </a:cubicBezTo>
                  <a:cubicBezTo>
                    <a:pt x="12293" y="5416"/>
                    <a:pt x="12276" y="5023"/>
                    <a:pt x="12204" y="4684"/>
                  </a:cubicBezTo>
                  <a:cubicBezTo>
                    <a:pt x="12124" y="4309"/>
                    <a:pt x="11928" y="3872"/>
                    <a:pt x="12035" y="3498"/>
                  </a:cubicBezTo>
                  <a:cubicBezTo>
                    <a:pt x="12169" y="3061"/>
                    <a:pt x="12731" y="2686"/>
                    <a:pt x="13114" y="2543"/>
                  </a:cubicBezTo>
                  <a:cubicBezTo>
                    <a:pt x="13328" y="2465"/>
                    <a:pt x="13554" y="2426"/>
                    <a:pt x="13779" y="2426"/>
                  </a:cubicBezTo>
                  <a:cubicBezTo>
                    <a:pt x="14120" y="2426"/>
                    <a:pt x="14461" y="2514"/>
                    <a:pt x="14756" y="2686"/>
                  </a:cubicBezTo>
                  <a:cubicBezTo>
                    <a:pt x="15014" y="2837"/>
                    <a:pt x="15246" y="3061"/>
                    <a:pt x="15344" y="3355"/>
                  </a:cubicBezTo>
                  <a:cubicBezTo>
                    <a:pt x="15478" y="3810"/>
                    <a:pt x="15246" y="4283"/>
                    <a:pt x="15095" y="4738"/>
                  </a:cubicBezTo>
                  <a:cubicBezTo>
                    <a:pt x="14970" y="5086"/>
                    <a:pt x="14889" y="5478"/>
                    <a:pt x="15005" y="5835"/>
                  </a:cubicBezTo>
                  <a:cubicBezTo>
                    <a:pt x="15107" y="6147"/>
                    <a:pt x="15393" y="6405"/>
                    <a:pt x="15701" y="6405"/>
                  </a:cubicBezTo>
                  <a:cubicBezTo>
                    <a:pt x="15746" y="6405"/>
                    <a:pt x="15790" y="6399"/>
                    <a:pt x="15835" y="6388"/>
                  </a:cubicBezTo>
                  <a:cubicBezTo>
                    <a:pt x="16210" y="6290"/>
                    <a:pt x="16397" y="5817"/>
                    <a:pt x="16388" y="5407"/>
                  </a:cubicBezTo>
                  <a:cubicBezTo>
                    <a:pt x="16388" y="4996"/>
                    <a:pt x="16272" y="4586"/>
                    <a:pt x="16317" y="4185"/>
                  </a:cubicBezTo>
                  <a:cubicBezTo>
                    <a:pt x="16379" y="3583"/>
                    <a:pt x="16671" y="3442"/>
                    <a:pt x="17037" y="3442"/>
                  </a:cubicBezTo>
                  <a:cubicBezTo>
                    <a:pt x="17360" y="3442"/>
                    <a:pt x="17739" y="3551"/>
                    <a:pt x="18068" y="3551"/>
                  </a:cubicBezTo>
                  <a:cubicBezTo>
                    <a:pt x="18119" y="3551"/>
                    <a:pt x="18169" y="3548"/>
                    <a:pt x="18217" y="3542"/>
                  </a:cubicBezTo>
                  <a:cubicBezTo>
                    <a:pt x="18654" y="3489"/>
                    <a:pt x="19020" y="3069"/>
                    <a:pt x="19038" y="2614"/>
                  </a:cubicBezTo>
                  <a:cubicBezTo>
                    <a:pt x="19038" y="2445"/>
                    <a:pt x="19011" y="2267"/>
                    <a:pt x="19091" y="2124"/>
                  </a:cubicBezTo>
                  <a:cubicBezTo>
                    <a:pt x="19145" y="2026"/>
                    <a:pt x="19243" y="1963"/>
                    <a:pt x="19323" y="1892"/>
                  </a:cubicBezTo>
                  <a:cubicBezTo>
                    <a:pt x="19662" y="1553"/>
                    <a:pt x="19537" y="902"/>
                    <a:pt x="19154" y="616"/>
                  </a:cubicBezTo>
                  <a:cubicBezTo>
                    <a:pt x="18952" y="462"/>
                    <a:pt x="18703" y="397"/>
                    <a:pt x="18449" y="397"/>
                  </a:cubicBezTo>
                  <a:cubicBezTo>
                    <a:pt x="18231" y="397"/>
                    <a:pt x="18008" y="445"/>
                    <a:pt x="17807" y="527"/>
                  </a:cubicBezTo>
                  <a:cubicBezTo>
                    <a:pt x="17672" y="577"/>
                    <a:pt x="17538" y="644"/>
                    <a:pt x="17403" y="644"/>
                  </a:cubicBezTo>
                  <a:cubicBezTo>
                    <a:pt x="17395" y="644"/>
                    <a:pt x="17387" y="643"/>
                    <a:pt x="17378" y="643"/>
                  </a:cubicBezTo>
                  <a:cubicBezTo>
                    <a:pt x="17164" y="634"/>
                    <a:pt x="16995" y="465"/>
                    <a:pt x="16825" y="340"/>
                  </a:cubicBezTo>
                  <a:cubicBezTo>
                    <a:pt x="16488" y="93"/>
                    <a:pt x="16144" y="0"/>
                    <a:pt x="157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" name="Google Shape;597;p17"/>
            <p:cNvSpPr/>
            <p:nvPr/>
          </p:nvSpPr>
          <p:spPr>
            <a:xfrm rot="10800000" flipH="1">
              <a:off x="-479330" y="4450248"/>
              <a:ext cx="3598453" cy="1378898"/>
            </a:xfrm>
            <a:custGeom>
              <a:avLst/>
              <a:gdLst/>
              <a:ahLst/>
              <a:cxnLst/>
              <a:rect l="l" t="t" r="r" b="b"/>
              <a:pathLst>
                <a:path w="19074" h="7309" extrusionOk="0">
                  <a:moveTo>
                    <a:pt x="14216" y="14"/>
                  </a:moveTo>
                  <a:cubicBezTo>
                    <a:pt x="13596" y="14"/>
                    <a:pt x="12976" y="28"/>
                    <a:pt x="12356" y="46"/>
                  </a:cubicBezTo>
                  <a:cubicBezTo>
                    <a:pt x="10259" y="90"/>
                    <a:pt x="8163" y="161"/>
                    <a:pt x="6066" y="269"/>
                  </a:cubicBezTo>
                  <a:cubicBezTo>
                    <a:pt x="5023" y="322"/>
                    <a:pt x="3970" y="376"/>
                    <a:pt x="2926" y="447"/>
                  </a:cubicBezTo>
                  <a:cubicBezTo>
                    <a:pt x="1624" y="527"/>
                    <a:pt x="0" y="545"/>
                    <a:pt x="295" y="2329"/>
                  </a:cubicBezTo>
                  <a:cubicBezTo>
                    <a:pt x="348" y="2659"/>
                    <a:pt x="571" y="2981"/>
                    <a:pt x="901" y="3052"/>
                  </a:cubicBezTo>
                  <a:cubicBezTo>
                    <a:pt x="973" y="3070"/>
                    <a:pt x="1044" y="3070"/>
                    <a:pt x="1106" y="3114"/>
                  </a:cubicBezTo>
                  <a:cubicBezTo>
                    <a:pt x="1222" y="3195"/>
                    <a:pt x="1213" y="3364"/>
                    <a:pt x="1204" y="3507"/>
                  </a:cubicBezTo>
                  <a:cubicBezTo>
                    <a:pt x="1142" y="4096"/>
                    <a:pt x="1204" y="4738"/>
                    <a:pt x="1570" y="5202"/>
                  </a:cubicBezTo>
                  <a:cubicBezTo>
                    <a:pt x="1804" y="5504"/>
                    <a:pt x="2193" y="5693"/>
                    <a:pt x="2565" y="5693"/>
                  </a:cubicBezTo>
                  <a:cubicBezTo>
                    <a:pt x="2776" y="5693"/>
                    <a:pt x="2981" y="5632"/>
                    <a:pt x="3149" y="5496"/>
                  </a:cubicBezTo>
                  <a:cubicBezTo>
                    <a:pt x="3363" y="5318"/>
                    <a:pt x="3479" y="5059"/>
                    <a:pt x="3640" y="4836"/>
                  </a:cubicBezTo>
                  <a:cubicBezTo>
                    <a:pt x="3797" y="4618"/>
                    <a:pt x="4023" y="4408"/>
                    <a:pt x="4292" y="4408"/>
                  </a:cubicBezTo>
                  <a:cubicBezTo>
                    <a:pt x="4298" y="4408"/>
                    <a:pt x="4303" y="4408"/>
                    <a:pt x="4309" y="4408"/>
                  </a:cubicBezTo>
                  <a:cubicBezTo>
                    <a:pt x="4621" y="4426"/>
                    <a:pt x="4853" y="4720"/>
                    <a:pt x="4933" y="5023"/>
                  </a:cubicBezTo>
                  <a:cubicBezTo>
                    <a:pt x="5014" y="5327"/>
                    <a:pt x="4996" y="5648"/>
                    <a:pt x="5058" y="5951"/>
                  </a:cubicBezTo>
                  <a:cubicBezTo>
                    <a:pt x="5201" y="6611"/>
                    <a:pt x="5763" y="7156"/>
                    <a:pt x="6423" y="7280"/>
                  </a:cubicBezTo>
                  <a:cubicBezTo>
                    <a:pt x="6522" y="7299"/>
                    <a:pt x="6623" y="7308"/>
                    <a:pt x="6723" y="7308"/>
                  </a:cubicBezTo>
                  <a:cubicBezTo>
                    <a:pt x="7290" y="7308"/>
                    <a:pt x="7853" y="7018"/>
                    <a:pt x="8172" y="6540"/>
                  </a:cubicBezTo>
                  <a:cubicBezTo>
                    <a:pt x="8261" y="6397"/>
                    <a:pt x="8341" y="6237"/>
                    <a:pt x="8475" y="6139"/>
                  </a:cubicBezTo>
                  <a:cubicBezTo>
                    <a:pt x="8546" y="6082"/>
                    <a:pt x="8641" y="6048"/>
                    <a:pt x="8731" y="6048"/>
                  </a:cubicBezTo>
                  <a:cubicBezTo>
                    <a:pt x="8812" y="6048"/>
                    <a:pt x="8888" y="6075"/>
                    <a:pt x="8939" y="6139"/>
                  </a:cubicBezTo>
                  <a:cubicBezTo>
                    <a:pt x="8993" y="6219"/>
                    <a:pt x="9001" y="6317"/>
                    <a:pt x="9037" y="6406"/>
                  </a:cubicBezTo>
                  <a:cubicBezTo>
                    <a:pt x="9114" y="6603"/>
                    <a:pt x="9322" y="6703"/>
                    <a:pt x="9535" y="6703"/>
                  </a:cubicBezTo>
                  <a:cubicBezTo>
                    <a:pt x="9669" y="6703"/>
                    <a:pt x="9805" y="6664"/>
                    <a:pt x="9911" y="6585"/>
                  </a:cubicBezTo>
                  <a:cubicBezTo>
                    <a:pt x="10188" y="6379"/>
                    <a:pt x="10286" y="6014"/>
                    <a:pt x="10295" y="5666"/>
                  </a:cubicBezTo>
                  <a:cubicBezTo>
                    <a:pt x="10295" y="5327"/>
                    <a:pt x="10224" y="4988"/>
                    <a:pt x="10215" y="4640"/>
                  </a:cubicBezTo>
                  <a:cubicBezTo>
                    <a:pt x="10215" y="4256"/>
                    <a:pt x="10366" y="3855"/>
                    <a:pt x="10670" y="3614"/>
                  </a:cubicBezTo>
                  <a:cubicBezTo>
                    <a:pt x="10799" y="3515"/>
                    <a:pt x="10944" y="3462"/>
                    <a:pt x="11075" y="3462"/>
                  </a:cubicBezTo>
                  <a:cubicBezTo>
                    <a:pt x="11287" y="3462"/>
                    <a:pt x="11466" y="3600"/>
                    <a:pt x="11499" y="3908"/>
                  </a:cubicBezTo>
                  <a:cubicBezTo>
                    <a:pt x="11526" y="4140"/>
                    <a:pt x="11455" y="4390"/>
                    <a:pt x="11508" y="4631"/>
                  </a:cubicBezTo>
                  <a:cubicBezTo>
                    <a:pt x="11562" y="4899"/>
                    <a:pt x="11776" y="5139"/>
                    <a:pt x="12044" y="5211"/>
                  </a:cubicBezTo>
                  <a:cubicBezTo>
                    <a:pt x="12109" y="5231"/>
                    <a:pt x="12178" y="5240"/>
                    <a:pt x="12247" y="5240"/>
                  </a:cubicBezTo>
                  <a:cubicBezTo>
                    <a:pt x="12457" y="5240"/>
                    <a:pt x="12670" y="5151"/>
                    <a:pt x="12811" y="4997"/>
                  </a:cubicBezTo>
                  <a:lnTo>
                    <a:pt x="12811" y="4997"/>
                  </a:lnTo>
                  <a:cubicBezTo>
                    <a:pt x="12748" y="5443"/>
                    <a:pt x="13034" y="5907"/>
                    <a:pt x="13453" y="6058"/>
                  </a:cubicBezTo>
                  <a:cubicBezTo>
                    <a:pt x="13552" y="6091"/>
                    <a:pt x="13656" y="6107"/>
                    <a:pt x="13760" y="6107"/>
                  </a:cubicBezTo>
                  <a:cubicBezTo>
                    <a:pt x="14102" y="6107"/>
                    <a:pt x="14444" y="5934"/>
                    <a:pt x="14622" y="5639"/>
                  </a:cubicBezTo>
                  <a:cubicBezTo>
                    <a:pt x="14943" y="5104"/>
                    <a:pt x="14729" y="4328"/>
                    <a:pt x="15148" y="3864"/>
                  </a:cubicBezTo>
                  <a:cubicBezTo>
                    <a:pt x="15225" y="3779"/>
                    <a:pt x="15336" y="3707"/>
                    <a:pt x="15452" y="3707"/>
                  </a:cubicBezTo>
                  <a:cubicBezTo>
                    <a:pt x="15469" y="3707"/>
                    <a:pt x="15487" y="3708"/>
                    <a:pt x="15505" y="3712"/>
                  </a:cubicBezTo>
                  <a:cubicBezTo>
                    <a:pt x="15737" y="3757"/>
                    <a:pt x="15790" y="4060"/>
                    <a:pt x="15781" y="4301"/>
                  </a:cubicBezTo>
                  <a:cubicBezTo>
                    <a:pt x="15746" y="4818"/>
                    <a:pt x="15639" y="5327"/>
                    <a:pt x="15683" y="5844"/>
                  </a:cubicBezTo>
                  <a:cubicBezTo>
                    <a:pt x="15728" y="6353"/>
                    <a:pt x="15978" y="6897"/>
                    <a:pt x="16451" y="7093"/>
                  </a:cubicBezTo>
                  <a:cubicBezTo>
                    <a:pt x="16566" y="7142"/>
                    <a:pt x="16687" y="7164"/>
                    <a:pt x="16808" y="7164"/>
                  </a:cubicBezTo>
                  <a:cubicBezTo>
                    <a:pt x="17329" y="7164"/>
                    <a:pt x="17850" y="6746"/>
                    <a:pt x="17958" y="6210"/>
                  </a:cubicBezTo>
                  <a:cubicBezTo>
                    <a:pt x="18038" y="5773"/>
                    <a:pt x="17896" y="5327"/>
                    <a:pt x="17807" y="4890"/>
                  </a:cubicBezTo>
                  <a:cubicBezTo>
                    <a:pt x="17717" y="4452"/>
                    <a:pt x="17691" y="3953"/>
                    <a:pt x="17967" y="3605"/>
                  </a:cubicBezTo>
                  <a:cubicBezTo>
                    <a:pt x="18190" y="3748"/>
                    <a:pt x="18146" y="4185"/>
                    <a:pt x="18413" y="4221"/>
                  </a:cubicBezTo>
                  <a:cubicBezTo>
                    <a:pt x="18421" y="4221"/>
                    <a:pt x="18428" y="4222"/>
                    <a:pt x="18436" y="4222"/>
                  </a:cubicBezTo>
                  <a:cubicBezTo>
                    <a:pt x="18501" y="4222"/>
                    <a:pt x="18571" y="4189"/>
                    <a:pt x="18627" y="4149"/>
                  </a:cubicBezTo>
                  <a:cubicBezTo>
                    <a:pt x="18877" y="3962"/>
                    <a:pt x="18939" y="3614"/>
                    <a:pt x="18913" y="3302"/>
                  </a:cubicBezTo>
                  <a:cubicBezTo>
                    <a:pt x="18886" y="2998"/>
                    <a:pt x="18797" y="2695"/>
                    <a:pt x="18806" y="2383"/>
                  </a:cubicBezTo>
                  <a:cubicBezTo>
                    <a:pt x="18806" y="2088"/>
                    <a:pt x="18904" y="1803"/>
                    <a:pt x="18931" y="1517"/>
                  </a:cubicBezTo>
                  <a:cubicBezTo>
                    <a:pt x="19073" y="1"/>
                    <a:pt x="17066" y="126"/>
                    <a:pt x="16076" y="63"/>
                  </a:cubicBezTo>
                  <a:cubicBezTo>
                    <a:pt x="15456" y="28"/>
                    <a:pt x="14836" y="14"/>
                    <a:pt x="14216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" name="Google Shape;598;p17"/>
            <p:cNvSpPr/>
            <p:nvPr/>
          </p:nvSpPr>
          <p:spPr>
            <a:xfrm rot="10478091" flipH="1">
              <a:off x="-461826" y="4948336"/>
              <a:ext cx="3976904" cy="611563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99" name="Google Shape;599;p17"/>
            <p:cNvGrpSpPr/>
            <p:nvPr/>
          </p:nvGrpSpPr>
          <p:grpSpPr>
            <a:xfrm flipH="1">
              <a:off x="621333" y="4661434"/>
              <a:ext cx="562357" cy="435715"/>
              <a:chOff x="7391961" y="34126"/>
              <a:chExt cx="545765" cy="435716"/>
            </a:xfrm>
          </p:grpSpPr>
          <p:sp>
            <p:nvSpPr>
              <p:cNvPr id="600" name="Google Shape;600;p17"/>
              <p:cNvSpPr/>
              <p:nvPr/>
            </p:nvSpPr>
            <p:spPr>
              <a:xfrm flipH="1">
                <a:off x="7787649" y="162913"/>
                <a:ext cx="150077" cy="11633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893" extrusionOk="0">
                    <a:moveTo>
                      <a:pt x="571" y="1"/>
                    </a:moveTo>
                    <a:cubicBezTo>
                      <a:pt x="0" y="1"/>
                      <a:pt x="0" y="893"/>
                      <a:pt x="571" y="893"/>
                    </a:cubicBezTo>
                    <a:cubicBezTo>
                      <a:pt x="1151" y="893"/>
                      <a:pt x="1151" y="1"/>
                      <a:pt x="5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01" name="Google Shape;601;p17"/>
              <p:cNvSpPr/>
              <p:nvPr/>
            </p:nvSpPr>
            <p:spPr>
              <a:xfrm flipH="1">
                <a:off x="7615686" y="233783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02" name="Google Shape;602;p17"/>
              <p:cNvSpPr/>
              <p:nvPr/>
            </p:nvSpPr>
            <p:spPr>
              <a:xfrm flipH="1">
                <a:off x="7729547" y="390764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03" name="Google Shape;603;p17"/>
              <p:cNvSpPr/>
              <p:nvPr/>
            </p:nvSpPr>
            <p:spPr>
              <a:xfrm flipH="1">
                <a:off x="7391961" y="34126"/>
                <a:ext cx="84939" cy="6644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510" extrusionOk="0">
                    <a:moveTo>
                      <a:pt x="331" y="1"/>
                    </a:moveTo>
                    <a:cubicBezTo>
                      <a:pt x="0" y="1"/>
                      <a:pt x="0" y="509"/>
                      <a:pt x="331" y="509"/>
                    </a:cubicBezTo>
                    <a:cubicBezTo>
                      <a:pt x="652" y="509"/>
                      <a:pt x="652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04" name="Google Shape;604;p17"/>
            <p:cNvGrpSpPr/>
            <p:nvPr/>
          </p:nvGrpSpPr>
          <p:grpSpPr>
            <a:xfrm flipH="1">
              <a:off x="4135058" y="4939558"/>
              <a:ext cx="540513" cy="247904"/>
              <a:chOff x="3879826" y="107300"/>
              <a:chExt cx="524567" cy="247904"/>
            </a:xfrm>
          </p:grpSpPr>
          <p:sp>
            <p:nvSpPr>
              <p:cNvPr id="605" name="Google Shape;605;p17"/>
              <p:cNvSpPr/>
              <p:nvPr/>
            </p:nvSpPr>
            <p:spPr>
              <a:xfrm flipH="1">
                <a:off x="4188136" y="119145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06" name="Google Shape;606;p17"/>
              <p:cNvSpPr/>
              <p:nvPr/>
            </p:nvSpPr>
            <p:spPr>
              <a:xfrm flipH="1">
                <a:off x="4301997" y="276127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07" name="Google Shape;607;p17"/>
              <p:cNvSpPr/>
              <p:nvPr/>
            </p:nvSpPr>
            <p:spPr>
              <a:xfrm flipH="1">
                <a:off x="3879826" y="107300"/>
                <a:ext cx="62923" cy="48853"/>
              </a:xfrm>
              <a:custGeom>
                <a:avLst/>
                <a:gdLst/>
                <a:ahLst/>
                <a:cxnLst/>
                <a:rect l="l" t="t" r="r" b="b"/>
                <a:pathLst>
                  <a:path w="483" h="375" extrusionOk="0">
                    <a:moveTo>
                      <a:pt x="241" y="0"/>
                    </a:moveTo>
                    <a:cubicBezTo>
                      <a:pt x="1" y="0"/>
                      <a:pt x="1" y="375"/>
                      <a:pt x="241" y="375"/>
                    </a:cubicBezTo>
                    <a:cubicBezTo>
                      <a:pt x="482" y="375"/>
                      <a:pt x="482" y="0"/>
                      <a:pt x="2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608" name="Google Shape;608;p17"/>
            <p:cNvSpPr/>
            <p:nvPr/>
          </p:nvSpPr>
          <p:spPr>
            <a:xfrm rot="10800000" flipH="1">
              <a:off x="5889220" y="4450248"/>
              <a:ext cx="3598453" cy="1378898"/>
            </a:xfrm>
            <a:custGeom>
              <a:avLst/>
              <a:gdLst/>
              <a:ahLst/>
              <a:cxnLst/>
              <a:rect l="l" t="t" r="r" b="b"/>
              <a:pathLst>
                <a:path w="19074" h="7309" extrusionOk="0">
                  <a:moveTo>
                    <a:pt x="14216" y="14"/>
                  </a:moveTo>
                  <a:cubicBezTo>
                    <a:pt x="13596" y="14"/>
                    <a:pt x="12976" y="28"/>
                    <a:pt x="12356" y="46"/>
                  </a:cubicBezTo>
                  <a:cubicBezTo>
                    <a:pt x="10259" y="90"/>
                    <a:pt x="8163" y="161"/>
                    <a:pt x="6066" y="269"/>
                  </a:cubicBezTo>
                  <a:cubicBezTo>
                    <a:pt x="5023" y="322"/>
                    <a:pt x="3970" y="376"/>
                    <a:pt x="2926" y="447"/>
                  </a:cubicBezTo>
                  <a:cubicBezTo>
                    <a:pt x="1624" y="527"/>
                    <a:pt x="0" y="545"/>
                    <a:pt x="295" y="2329"/>
                  </a:cubicBezTo>
                  <a:cubicBezTo>
                    <a:pt x="348" y="2659"/>
                    <a:pt x="571" y="2981"/>
                    <a:pt x="901" y="3052"/>
                  </a:cubicBezTo>
                  <a:cubicBezTo>
                    <a:pt x="973" y="3070"/>
                    <a:pt x="1044" y="3070"/>
                    <a:pt x="1106" y="3114"/>
                  </a:cubicBezTo>
                  <a:cubicBezTo>
                    <a:pt x="1222" y="3195"/>
                    <a:pt x="1213" y="3364"/>
                    <a:pt x="1204" y="3507"/>
                  </a:cubicBezTo>
                  <a:cubicBezTo>
                    <a:pt x="1142" y="4096"/>
                    <a:pt x="1204" y="4738"/>
                    <a:pt x="1570" y="5202"/>
                  </a:cubicBezTo>
                  <a:cubicBezTo>
                    <a:pt x="1804" y="5504"/>
                    <a:pt x="2193" y="5693"/>
                    <a:pt x="2565" y="5693"/>
                  </a:cubicBezTo>
                  <a:cubicBezTo>
                    <a:pt x="2776" y="5693"/>
                    <a:pt x="2981" y="5632"/>
                    <a:pt x="3149" y="5496"/>
                  </a:cubicBezTo>
                  <a:cubicBezTo>
                    <a:pt x="3363" y="5318"/>
                    <a:pt x="3479" y="5059"/>
                    <a:pt x="3640" y="4836"/>
                  </a:cubicBezTo>
                  <a:cubicBezTo>
                    <a:pt x="3797" y="4618"/>
                    <a:pt x="4023" y="4408"/>
                    <a:pt x="4292" y="4408"/>
                  </a:cubicBezTo>
                  <a:cubicBezTo>
                    <a:pt x="4298" y="4408"/>
                    <a:pt x="4303" y="4408"/>
                    <a:pt x="4309" y="4408"/>
                  </a:cubicBezTo>
                  <a:cubicBezTo>
                    <a:pt x="4621" y="4426"/>
                    <a:pt x="4853" y="4720"/>
                    <a:pt x="4933" y="5023"/>
                  </a:cubicBezTo>
                  <a:cubicBezTo>
                    <a:pt x="5014" y="5327"/>
                    <a:pt x="4996" y="5648"/>
                    <a:pt x="5058" y="5951"/>
                  </a:cubicBezTo>
                  <a:cubicBezTo>
                    <a:pt x="5201" y="6611"/>
                    <a:pt x="5763" y="7156"/>
                    <a:pt x="6423" y="7280"/>
                  </a:cubicBezTo>
                  <a:cubicBezTo>
                    <a:pt x="6522" y="7299"/>
                    <a:pt x="6623" y="7308"/>
                    <a:pt x="6723" y="7308"/>
                  </a:cubicBezTo>
                  <a:cubicBezTo>
                    <a:pt x="7290" y="7308"/>
                    <a:pt x="7853" y="7018"/>
                    <a:pt x="8172" y="6540"/>
                  </a:cubicBezTo>
                  <a:cubicBezTo>
                    <a:pt x="8261" y="6397"/>
                    <a:pt x="8341" y="6237"/>
                    <a:pt x="8475" y="6139"/>
                  </a:cubicBezTo>
                  <a:cubicBezTo>
                    <a:pt x="8546" y="6082"/>
                    <a:pt x="8641" y="6048"/>
                    <a:pt x="8731" y="6048"/>
                  </a:cubicBezTo>
                  <a:cubicBezTo>
                    <a:pt x="8812" y="6048"/>
                    <a:pt x="8888" y="6075"/>
                    <a:pt x="8939" y="6139"/>
                  </a:cubicBezTo>
                  <a:cubicBezTo>
                    <a:pt x="8993" y="6219"/>
                    <a:pt x="9001" y="6317"/>
                    <a:pt x="9037" y="6406"/>
                  </a:cubicBezTo>
                  <a:cubicBezTo>
                    <a:pt x="9114" y="6603"/>
                    <a:pt x="9322" y="6703"/>
                    <a:pt x="9535" y="6703"/>
                  </a:cubicBezTo>
                  <a:cubicBezTo>
                    <a:pt x="9669" y="6703"/>
                    <a:pt x="9805" y="6664"/>
                    <a:pt x="9911" y="6585"/>
                  </a:cubicBezTo>
                  <a:cubicBezTo>
                    <a:pt x="10188" y="6379"/>
                    <a:pt x="10286" y="6014"/>
                    <a:pt x="10295" y="5666"/>
                  </a:cubicBezTo>
                  <a:cubicBezTo>
                    <a:pt x="10295" y="5327"/>
                    <a:pt x="10224" y="4988"/>
                    <a:pt x="10215" y="4640"/>
                  </a:cubicBezTo>
                  <a:cubicBezTo>
                    <a:pt x="10215" y="4256"/>
                    <a:pt x="10366" y="3855"/>
                    <a:pt x="10670" y="3614"/>
                  </a:cubicBezTo>
                  <a:cubicBezTo>
                    <a:pt x="10799" y="3515"/>
                    <a:pt x="10944" y="3462"/>
                    <a:pt x="11075" y="3462"/>
                  </a:cubicBezTo>
                  <a:cubicBezTo>
                    <a:pt x="11287" y="3462"/>
                    <a:pt x="11466" y="3600"/>
                    <a:pt x="11499" y="3908"/>
                  </a:cubicBezTo>
                  <a:cubicBezTo>
                    <a:pt x="11526" y="4140"/>
                    <a:pt x="11455" y="4390"/>
                    <a:pt x="11508" y="4631"/>
                  </a:cubicBezTo>
                  <a:cubicBezTo>
                    <a:pt x="11562" y="4899"/>
                    <a:pt x="11776" y="5139"/>
                    <a:pt x="12044" y="5211"/>
                  </a:cubicBezTo>
                  <a:cubicBezTo>
                    <a:pt x="12109" y="5231"/>
                    <a:pt x="12178" y="5240"/>
                    <a:pt x="12247" y="5240"/>
                  </a:cubicBezTo>
                  <a:cubicBezTo>
                    <a:pt x="12457" y="5240"/>
                    <a:pt x="12670" y="5151"/>
                    <a:pt x="12811" y="4997"/>
                  </a:cubicBezTo>
                  <a:lnTo>
                    <a:pt x="12811" y="4997"/>
                  </a:lnTo>
                  <a:cubicBezTo>
                    <a:pt x="12748" y="5443"/>
                    <a:pt x="13034" y="5907"/>
                    <a:pt x="13453" y="6058"/>
                  </a:cubicBezTo>
                  <a:cubicBezTo>
                    <a:pt x="13552" y="6091"/>
                    <a:pt x="13656" y="6107"/>
                    <a:pt x="13760" y="6107"/>
                  </a:cubicBezTo>
                  <a:cubicBezTo>
                    <a:pt x="14102" y="6107"/>
                    <a:pt x="14444" y="5934"/>
                    <a:pt x="14622" y="5639"/>
                  </a:cubicBezTo>
                  <a:cubicBezTo>
                    <a:pt x="14943" y="5104"/>
                    <a:pt x="14729" y="4328"/>
                    <a:pt x="15148" y="3864"/>
                  </a:cubicBezTo>
                  <a:cubicBezTo>
                    <a:pt x="15225" y="3779"/>
                    <a:pt x="15336" y="3707"/>
                    <a:pt x="15452" y="3707"/>
                  </a:cubicBezTo>
                  <a:cubicBezTo>
                    <a:pt x="15469" y="3707"/>
                    <a:pt x="15487" y="3708"/>
                    <a:pt x="15505" y="3712"/>
                  </a:cubicBezTo>
                  <a:cubicBezTo>
                    <a:pt x="15737" y="3757"/>
                    <a:pt x="15790" y="4060"/>
                    <a:pt x="15781" y="4301"/>
                  </a:cubicBezTo>
                  <a:cubicBezTo>
                    <a:pt x="15746" y="4818"/>
                    <a:pt x="15639" y="5327"/>
                    <a:pt x="15683" y="5844"/>
                  </a:cubicBezTo>
                  <a:cubicBezTo>
                    <a:pt x="15728" y="6353"/>
                    <a:pt x="15978" y="6897"/>
                    <a:pt x="16451" y="7093"/>
                  </a:cubicBezTo>
                  <a:cubicBezTo>
                    <a:pt x="16566" y="7142"/>
                    <a:pt x="16687" y="7164"/>
                    <a:pt x="16808" y="7164"/>
                  </a:cubicBezTo>
                  <a:cubicBezTo>
                    <a:pt x="17329" y="7164"/>
                    <a:pt x="17850" y="6746"/>
                    <a:pt x="17958" y="6210"/>
                  </a:cubicBezTo>
                  <a:cubicBezTo>
                    <a:pt x="18038" y="5773"/>
                    <a:pt x="17896" y="5327"/>
                    <a:pt x="17807" y="4890"/>
                  </a:cubicBezTo>
                  <a:cubicBezTo>
                    <a:pt x="17717" y="4452"/>
                    <a:pt x="17691" y="3953"/>
                    <a:pt x="17967" y="3605"/>
                  </a:cubicBezTo>
                  <a:cubicBezTo>
                    <a:pt x="18190" y="3748"/>
                    <a:pt x="18146" y="4185"/>
                    <a:pt x="18413" y="4221"/>
                  </a:cubicBezTo>
                  <a:cubicBezTo>
                    <a:pt x="18421" y="4221"/>
                    <a:pt x="18428" y="4222"/>
                    <a:pt x="18436" y="4222"/>
                  </a:cubicBezTo>
                  <a:cubicBezTo>
                    <a:pt x="18501" y="4222"/>
                    <a:pt x="18571" y="4189"/>
                    <a:pt x="18627" y="4149"/>
                  </a:cubicBezTo>
                  <a:cubicBezTo>
                    <a:pt x="18877" y="3962"/>
                    <a:pt x="18939" y="3614"/>
                    <a:pt x="18913" y="3302"/>
                  </a:cubicBezTo>
                  <a:cubicBezTo>
                    <a:pt x="18886" y="2998"/>
                    <a:pt x="18797" y="2695"/>
                    <a:pt x="18806" y="2383"/>
                  </a:cubicBezTo>
                  <a:cubicBezTo>
                    <a:pt x="18806" y="2088"/>
                    <a:pt x="18904" y="1803"/>
                    <a:pt x="18931" y="1517"/>
                  </a:cubicBezTo>
                  <a:cubicBezTo>
                    <a:pt x="19073" y="1"/>
                    <a:pt x="17066" y="126"/>
                    <a:pt x="16076" y="63"/>
                  </a:cubicBezTo>
                  <a:cubicBezTo>
                    <a:pt x="15456" y="28"/>
                    <a:pt x="14836" y="14"/>
                    <a:pt x="14216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9" name="Google Shape;609;p17"/>
            <p:cNvSpPr/>
            <p:nvPr/>
          </p:nvSpPr>
          <p:spPr>
            <a:xfrm rot="-10479876" flipH="1">
              <a:off x="5943130" y="4983840"/>
              <a:ext cx="3362701" cy="611558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610" name="Google Shape;610;p17"/>
            <p:cNvGrpSpPr/>
            <p:nvPr/>
          </p:nvGrpSpPr>
          <p:grpSpPr>
            <a:xfrm flipH="1">
              <a:off x="7109108" y="4795059"/>
              <a:ext cx="562357" cy="435715"/>
              <a:chOff x="7391961" y="34126"/>
              <a:chExt cx="545765" cy="435716"/>
            </a:xfrm>
          </p:grpSpPr>
          <p:sp>
            <p:nvSpPr>
              <p:cNvPr id="611" name="Google Shape;611;p17"/>
              <p:cNvSpPr/>
              <p:nvPr/>
            </p:nvSpPr>
            <p:spPr>
              <a:xfrm flipH="1">
                <a:off x="7787649" y="162913"/>
                <a:ext cx="150077" cy="11633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893" extrusionOk="0">
                    <a:moveTo>
                      <a:pt x="571" y="1"/>
                    </a:moveTo>
                    <a:cubicBezTo>
                      <a:pt x="0" y="1"/>
                      <a:pt x="0" y="893"/>
                      <a:pt x="571" y="893"/>
                    </a:cubicBezTo>
                    <a:cubicBezTo>
                      <a:pt x="1151" y="893"/>
                      <a:pt x="1151" y="1"/>
                      <a:pt x="5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2" name="Google Shape;612;p17"/>
              <p:cNvSpPr/>
              <p:nvPr/>
            </p:nvSpPr>
            <p:spPr>
              <a:xfrm flipH="1">
                <a:off x="7615686" y="233783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3" name="Google Shape;613;p17"/>
              <p:cNvSpPr/>
              <p:nvPr/>
            </p:nvSpPr>
            <p:spPr>
              <a:xfrm flipH="1">
                <a:off x="7729547" y="390764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4" name="Google Shape;614;p17"/>
              <p:cNvSpPr/>
              <p:nvPr/>
            </p:nvSpPr>
            <p:spPr>
              <a:xfrm flipH="1">
                <a:off x="7391961" y="34126"/>
                <a:ext cx="84939" cy="6644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510" extrusionOk="0">
                    <a:moveTo>
                      <a:pt x="331" y="1"/>
                    </a:moveTo>
                    <a:cubicBezTo>
                      <a:pt x="0" y="1"/>
                      <a:pt x="0" y="509"/>
                      <a:pt x="331" y="509"/>
                    </a:cubicBezTo>
                    <a:cubicBezTo>
                      <a:pt x="652" y="509"/>
                      <a:pt x="652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615" name="Google Shape;615;p17"/>
          <p:cNvSpPr txBox="1"/>
          <p:nvPr>
            <p:ph type="title"/>
          </p:nvPr>
        </p:nvSpPr>
        <p:spPr>
          <a:xfrm flipH="1">
            <a:off x="5571312" y="2314050"/>
            <a:ext cx="28596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6" name="Google Shape;616;p17"/>
          <p:cNvSpPr txBox="1"/>
          <p:nvPr>
            <p:ph type="title" idx="2" hasCustomPrompt="1"/>
          </p:nvPr>
        </p:nvSpPr>
        <p:spPr>
          <a:xfrm flipH="1">
            <a:off x="7109112" y="1472250"/>
            <a:ext cx="1321800" cy="841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17" name="Google Shape;617;p17"/>
          <p:cNvSpPr txBox="1"/>
          <p:nvPr>
            <p:ph type="subTitle" idx="1"/>
          </p:nvPr>
        </p:nvSpPr>
        <p:spPr>
          <a:xfrm flipH="1">
            <a:off x="5571299" y="3155850"/>
            <a:ext cx="2859600" cy="79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11_1_1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" name="Google Shape;619;p18"/>
          <p:cNvGrpSpPr/>
          <p:nvPr/>
        </p:nvGrpSpPr>
        <p:grpSpPr>
          <a:xfrm>
            <a:off x="-1235653" y="2314144"/>
            <a:ext cx="6627251" cy="3484383"/>
            <a:chOff x="-1235653" y="2314144"/>
            <a:chExt cx="6627251" cy="3484383"/>
          </a:xfrm>
        </p:grpSpPr>
        <p:grpSp>
          <p:nvGrpSpPr>
            <p:cNvPr id="620" name="Google Shape;620;p18"/>
            <p:cNvGrpSpPr/>
            <p:nvPr/>
          </p:nvGrpSpPr>
          <p:grpSpPr>
            <a:xfrm flipH="1">
              <a:off x="-1235653" y="2314144"/>
              <a:ext cx="3718620" cy="3484383"/>
              <a:chOff x="6933327" y="2690869"/>
              <a:chExt cx="3316347" cy="3107450"/>
            </a:xfrm>
          </p:grpSpPr>
          <p:sp>
            <p:nvSpPr>
              <p:cNvPr id="621" name="Google Shape;621;p18"/>
              <p:cNvSpPr/>
              <p:nvPr/>
            </p:nvSpPr>
            <p:spPr>
              <a:xfrm rot="10800000" flipH="1">
                <a:off x="6933327" y="2690869"/>
                <a:ext cx="3316347" cy="3107450"/>
              </a:xfrm>
              <a:custGeom>
                <a:avLst/>
                <a:gdLst/>
                <a:ahLst/>
                <a:cxnLst/>
                <a:rect l="l" t="t" r="r" b="b"/>
                <a:pathLst>
                  <a:path w="23133" h="23853" extrusionOk="0">
                    <a:moveTo>
                      <a:pt x="9957" y="1"/>
                    </a:moveTo>
                    <a:cubicBezTo>
                      <a:pt x="8344" y="1"/>
                      <a:pt x="5686" y="285"/>
                      <a:pt x="3917" y="622"/>
                    </a:cubicBezTo>
                    <a:cubicBezTo>
                      <a:pt x="2579" y="881"/>
                      <a:pt x="3239" y="2050"/>
                      <a:pt x="2668" y="2755"/>
                    </a:cubicBezTo>
                    <a:cubicBezTo>
                      <a:pt x="2106" y="3459"/>
                      <a:pt x="1339" y="3477"/>
                      <a:pt x="848" y="4235"/>
                    </a:cubicBezTo>
                    <a:cubicBezTo>
                      <a:pt x="116" y="5377"/>
                      <a:pt x="63" y="6805"/>
                      <a:pt x="27" y="8161"/>
                    </a:cubicBezTo>
                    <a:cubicBezTo>
                      <a:pt x="0" y="8928"/>
                      <a:pt x="224" y="9972"/>
                      <a:pt x="991" y="9981"/>
                    </a:cubicBezTo>
                    <a:cubicBezTo>
                      <a:pt x="994" y="9981"/>
                      <a:pt x="998" y="9981"/>
                      <a:pt x="1001" y="9981"/>
                    </a:cubicBezTo>
                    <a:cubicBezTo>
                      <a:pt x="1725" y="9981"/>
                      <a:pt x="1999" y="9058"/>
                      <a:pt x="2106" y="8339"/>
                    </a:cubicBezTo>
                    <a:cubicBezTo>
                      <a:pt x="2204" y="7684"/>
                      <a:pt x="2588" y="6864"/>
                      <a:pt x="3188" y="6864"/>
                    </a:cubicBezTo>
                    <a:cubicBezTo>
                      <a:pt x="3242" y="6864"/>
                      <a:pt x="3297" y="6871"/>
                      <a:pt x="3355" y="6885"/>
                    </a:cubicBezTo>
                    <a:cubicBezTo>
                      <a:pt x="3970" y="7037"/>
                      <a:pt x="4060" y="7840"/>
                      <a:pt x="4095" y="8464"/>
                    </a:cubicBezTo>
                    <a:cubicBezTo>
                      <a:pt x="4120" y="9048"/>
                      <a:pt x="4426" y="9795"/>
                      <a:pt x="4962" y="9795"/>
                    </a:cubicBezTo>
                    <a:cubicBezTo>
                      <a:pt x="4999" y="9795"/>
                      <a:pt x="5037" y="9792"/>
                      <a:pt x="5077" y="9784"/>
                    </a:cubicBezTo>
                    <a:cubicBezTo>
                      <a:pt x="5371" y="9731"/>
                      <a:pt x="5576" y="9463"/>
                      <a:pt x="5844" y="9320"/>
                    </a:cubicBezTo>
                    <a:cubicBezTo>
                      <a:pt x="5986" y="9246"/>
                      <a:pt x="6140" y="9212"/>
                      <a:pt x="6296" y="9212"/>
                    </a:cubicBezTo>
                    <a:cubicBezTo>
                      <a:pt x="6718" y="9212"/>
                      <a:pt x="7156" y="9457"/>
                      <a:pt x="7423" y="9802"/>
                    </a:cubicBezTo>
                    <a:cubicBezTo>
                      <a:pt x="7789" y="10275"/>
                      <a:pt x="7913" y="10882"/>
                      <a:pt x="8021" y="11470"/>
                    </a:cubicBezTo>
                    <a:cubicBezTo>
                      <a:pt x="8208" y="12416"/>
                      <a:pt x="8395" y="13362"/>
                      <a:pt x="8574" y="14307"/>
                    </a:cubicBezTo>
                    <a:cubicBezTo>
                      <a:pt x="8663" y="14771"/>
                      <a:pt x="8788" y="15280"/>
                      <a:pt x="9189" y="15512"/>
                    </a:cubicBezTo>
                    <a:cubicBezTo>
                      <a:pt x="9323" y="15590"/>
                      <a:pt x="9462" y="15625"/>
                      <a:pt x="9602" y="15625"/>
                    </a:cubicBezTo>
                    <a:cubicBezTo>
                      <a:pt x="10161" y="15625"/>
                      <a:pt x="10725" y="15064"/>
                      <a:pt x="10947" y="14486"/>
                    </a:cubicBezTo>
                    <a:cubicBezTo>
                      <a:pt x="11214" y="13763"/>
                      <a:pt x="11036" y="12532"/>
                      <a:pt x="11785" y="12345"/>
                    </a:cubicBezTo>
                    <a:cubicBezTo>
                      <a:pt x="11840" y="12331"/>
                      <a:pt x="11893" y="12325"/>
                      <a:pt x="11944" y="12325"/>
                    </a:cubicBezTo>
                    <a:cubicBezTo>
                      <a:pt x="12752" y="12325"/>
                      <a:pt x="13183" y="13899"/>
                      <a:pt x="13141" y="14780"/>
                    </a:cubicBezTo>
                    <a:cubicBezTo>
                      <a:pt x="12990" y="17589"/>
                      <a:pt x="12414" y="23853"/>
                      <a:pt x="14299" y="23853"/>
                    </a:cubicBezTo>
                    <a:cubicBezTo>
                      <a:pt x="14305" y="23853"/>
                      <a:pt x="14312" y="23853"/>
                      <a:pt x="14319" y="23853"/>
                    </a:cubicBezTo>
                    <a:cubicBezTo>
                      <a:pt x="16692" y="23781"/>
                      <a:pt x="13730" y="15717"/>
                      <a:pt x="15773" y="12354"/>
                    </a:cubicBezTo>
                    <a:cubicBezTo>
                      <a:pt x="15951" y="12050"/>
                      <a:pt x="16647" y="11444"/>
                      <a:pt x="16986" y="11337"/>
                    </a:cubicBezTo>
                    <a:cubicBezTo>
                      <a:pt x="17032" y="11323"/>
                      <a:pt x="17074" y="11316"/>
                      <a:pt x="17113" y="11316"/>
                    </a:cubicBezTo>
                    <a:cubicBezTo>
                      <a:pt x="17549" y="11316"/>
                      <a:pt x="17621" y="12116"/>
                      <a:pt x="18128" y="12247"/>
                    </a:cubicBezTo>
                    <a:cubicBezTo>
                      <a:pt x="18163" y="12255"/>
                      <a:pt x="18196" y="12259"/>
                      <a:pt x="18226" y="12259"/>
                    </a:cubicBezTo>
                    <a:cubicBezTo>
                      <a:pt x="18779" y="12259"/>
                      <a:pt x="18706" y="10953"/>
                      <a:pt x="19145" y="10480"/>
                    </a:cubicBezTo>
                    <a:cubicBezTo>
                      <a:pt x="19545" y="10050"/>
                      <a:pt x="20110" y="9732"/>
                      <a:pt x="20686" y="9732"/>
                    </a:cubicBezTo>
                    <a:cubicBezTo>
                      <a:pt x="20779" y="9732"/>
                      <a:pt x="20872" y="9740"/>
                      <a:pt x="20965" y="9758"/>
                    </a:cubicBezTo>
                    <a:cubicBezTo>
                      <a:pt x="21313" y="9815"/>
                      <a:pt x="21705" y="9983"/>
                      <a:pt x="22036" y="9983"/>
                    </a:cubicBezTo>
                    <a:cubicBezTo>
                      <a:pt x="22214" y="9983"/>
                      <a:pt x="22374" y="9934"/>
                      <a:pt x="22499" y="9793"/>
                    </a:cubicBezTo>
                    <a:cubicBezTo>
                      <a:pt x="22606" y="9668"/>
                      <a:pt x="22660" y="9508"/>
                      <a:pt x="22696" y="9347"/>
                    </a:cubicBezTo>
                    <a:cubicBezTo>
                      <a:pt x="23133" y="7349"/>
                      <a:pt x="22027" y="5119"/>
                      <a:pt x="20171" y="4262"/>
                    </a:cubicBezTo>
                    <a:cubicBezTo>
                      <a:pt x="19493" y="3950"/>
                      <a:pt x="18672" y="3754"/>
                      <a:pt x="18324" y="3094"/>
                    </a:cubicBezTo>
                    <a:cubicBezTo>
                      <a:pt x="18066" y="2612"/>
                      <a:pt x="18155" y="2023"/>
                      <a:pt x="18083" y="1479"/>
                    </a:cubicBezTo>
                    <a:cubicBezTo>
                      <a:pt x="18009" y="971"/>
                      <a:pt x="17654" y="408"/>
                      <a:pt x="17164" y="408"/>
                    </a:cubicBezTo>
                    <a:cubicBezTo>
                      <a:pt x="17129" y="408"/>
                      <a:pt x="17094" y="411"/>
                      <a:pt x="17058" y="417"/>
                    </a:cubicBezTo>
                    <a:cubicBezTo>
                      <a:pt x="17058" y="417"/>
                      <a:pt x="11892" y="60"/>
                      <a:pt x="10340" y="7"/>
                    </a:cubicBezTo>
                    <a:cubicBezTo>
                      <a:pt x="10220" y="3"/>
                      <a:pt x="10092" y="1"/>
                      <a:pt x="99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2" name="Google Shape;622;p18"/>
              <p:cNvSpPr/>
              <p:nvPr/>
            </p:nvSpPr>
            <p:spPr>
              <a:xfrm rot="10800000" flipH="1">
                <a:off x="6946086" y="4518618"/>
                <a:ext cx="3104174" cy="830503"/>
              </a:xfrm>
              <a:custGeom>
                <a:avLst/>
                <a:gdLst/>
                <a:ahLst/>
                <a:cxnLst/>
                <a:rect l="l" t="t" r="r" b="b"/>
                <a:pathLst>
                  <a:path w="21653" h="6375" extrusionOk="0">
                    <a:moveTo>
                      <a:pt x="3331" y="0"/>
                    </a:moveTo>
                    <a:cubicBezTo>
                      <a:pt x="2868" y="0"/>
                      <a:pt x="2391" y="178"/>
                      <a:pt x="2035" y="470"/>
                    </a:cubicBezTo>
                    <a:cubicBezTo>
                      <a:pt x="1499" y="907"/>
                      <a:pt x="1241" y="1514"/>
                      <a:pt x="920" y="2112"/>
                    </a:cubicBezTo>
                    <a:cubicBezTo>
                      <a:pt x="857" y="2236"/>
                      <a:pt x="786" y="2451"/>
                      <a:pt x="670" y="2522"/>
                    </a:cubicBezTo>
                    <a:lnTo>
                      <a:pt x="152" y="2504"/>
                    </a:lnTo>
                    <a:cubicBezTo>
                      <a:pt x="117" y="2451"/>
                      <a:pt x="81" y="2406"/>
                      <a:pt x="45" y="2352"/>
                    </a:cubicBezTo>
                    <a:cubicBezTo>
                      <a:pt x="27" y="2504"/>
                      <a:pt x="10" y="2665"/>
                      <a:pt x="1" y="2825"/>
                    </a:cubicBezTo>
                    <a:cubicBezTo>
                      <a:pt x="81" y="2879"/>
                      <a:pt x="170" y="2914"/>
                      <a:pt x="286" y="2941"/>
                    </a:cubicBezTo>
                    <a:cubicBezTo>
                      <a:pt x="341" y="2955"/>
                      <a:pt x="394" y="2961"/>
                      <a:pt x="444" y="2961"/>
                    </a:cubicBezTo>
                    <a:cubicBezTo>
                      <a:pt x="760" y="2961"/>
                      <a:pt x="982" y="2712"/>
                      <a:pt x="1152" y="2451"/>
                    </a:cubicBezTo>
                    <a:cubicBezTo>
                      <a:pt x="1606" y="1719"/>
                      <a:pt x="1865" y="827"/>
                      <a:pt x="2739" y="488"/>
                    </a:cubicBezTo>
                    <a:cubicBezTo>
                      <a:pt x="2926" y="417"/>
                      <a:pt x="3116" y="378"/>
                      <a:pt x="3301" y="378"/>
                    </a:cubicBezTo>
                    <a:cubicBezTo>
                      <a:pt x="3602" y="378"/>
                      <a:pt x="3890" y="482"/>
                      <a:pt x="4122" y="720"/>
                    </a:cubicBezTo>
                    <a:cubicBezTo>
                      <a:pt x="4408" y="1023"/>
                      <a:pt x="4452" y="1416"/>
                      <a:pt x="4559" y="1799"/>
                    </a:cubicBezTo>
                    <a:cubicBezTo>
                      <a:pt x="4684" y="2290"/>
                      <a:pt x="4836" y="2798"/>
                      <a:pt x="5327" y="3030"/>
                    </a:cubicBezTo>
                    <a:cubicBezTo>
                      <a:pt x="5500" y="3117"/>
                      <a:pt x="5689" y="3156"/>
                      <a:pt x="5879" y="3156"/>
                    </a:cubicBezTo>
                    <a:cubicBezTo>
                      <a:pt x="6156" y="3156"/>
                      <a:pt x="6435" y="3074"/>
                      <a:pt x="6674" y="2941"/>
                    </a:cubicBezTo>
                    <a:cubicBezTo>
                      <a:pt x="6959" y="2790"/>
                      <a:pt x="7200" y="2558"/>
                      <a:pt x="7423" y="2326"/>
                    </a:cubicBezTo>
                    <a:cubicBezTo>
                      <a:pt x="7708" y="2022"/>
                      <a:pt x="7655" y="1978"/>
                      <a:pt x="8128" y="1942"/>
                    </a:cubicBezTo>
                    <a:cubicBezTo>
                      <a:pt x="8175" y="1937"/>
                      <a:pt x="8219" y="1935"/>
                      <a:pt x="8260" y="1935"/>
                    </a:cubicBezTo>
                    <a:cubicBezTo>
                      <a:pt x="8676" y="1935"/>
                      <a:pt x="8790" y="2178"/>
                      <a:pt x="8993" y="2584"/>
                    </a:cubicBezTo>
                    <a:cubicBezTo>
                      <a:pt x="9484" y="3601"/>
                      <a:pt x="9314" y="5725"/>
                      <a:pt x="10519" y="6269"/>
                    </a:cubicBezTo>
                    <a:cubicBezTo>
                      <a:pt x="10682" y="6342"/>
                      <a:pt x="10829" y="6374"/>
                      <a:pt x="10963" y="6374"/>
                    </a:cubicBezTo>
                    <a:cubicBezTo>
                      <a:pt x="11962" y="6374"/>
                      <a:pt x="12243" y="4566"/>
                      <a:pt x="12856" y="4047"/>
                    </a:cubicBezTo>
                    <a:cubicBezTo>
                      <a:pt x="13079" y="3861"/>
                      <a:pt x="13289" y="3784"/>
                      <a:pt x="13489" y="3784"/>
                    </a:cubicBezTo>
                    <a:cubicBezTo>
                      <a:pt x="14450" y="3784"/>
                      <a:pt x="15201" y="5552"/>
                      <a:pt x="16197" y="5552"/>
                    </a:cubicBezTo>
                    <a:cubicBezTo>
                      <a:pt x="16398" y="5552"/>
                      <a:pt x="16610" y="5479"/>
                      <a:pt x="16835" y="5305"/>
                    </a:cubicBezTo>
                    <a:cubicBezTo>
                      <a:pt x="17227" y="5002"/>
                      <a:pt x="17218" y="4502"/>
                      <a:pt x="17325" y="4065"/>
                    </a:cubicBezTo>
                    <a:cubicBezTo>
                      <a:pt x="17450" y="3557"/>
                      <a:pt x="17718" y="3173"/>
                      <a:pt x="18244" y="3030"/>
                    </a:cubicBezTo>
                    <a:cubicBezTo>
                      <a:pt x="18349" y="3002"/>
                      <a:pt x="18448" y="2989"/>
                      <a:pt x="18544" y="2989"/>
                    </a:cubicBezTo>
                    <a:cubicBezTo>
                      <a:pt x="18954" y="2989"/>
                      <a:pt x="19294" y="3224"/>
                      <a:pt x="19663" y="3441"/>
                    </a:cubicBezTo>
                    <a:cubicBezTo>
                      <a:pt x="19945" y="3607"/>
                      <a:pt x="20306" y="3773"/>
                      <a:pt x="20650" y="3773"/>
                    </a:cubicBezTo>
                    <a:cubicBezTo>
                      <a:pt x="20861" y="3773"/>
                      <a:pt x="21066" y="3710"/>
                      <a:pt x="21242" y="3548"/>
                    </a:cubicBezTo>
                    <a:cubicBezTo>
                      <a:pt x="21652" y="3182"/>
                      <a:pt x="21500" y="2486"/>
                      <a:pt x="21429" y="2013"/>
                    </a:cubicBezTo>
                    <a:cubicBezTo>
                      <a:pt x="21376" y="1666"/>
                      <a:pt x="21304" y="1327"/>
                      <a:pt x="21206" y="996"/>
                    </a:cubicBezTo>
                    <a:cubicBezTo>
                      <a:pt x="21028" y="827"/>
                      <a:pt x="20840" y="684"/>
                      <a:pt x="20635" y="541"/>
                    </a:cubicBezTo>
                    <a:lnTo>
                      <a:pt x="20635" y="541"/>
                    </a:lnTo>
                    <a:cubicBezTo>
                      <a:pt x="20778" y="898"/>
                      <a:pt x="20894" y="1273"/>
                      <a:pt x="20974" y="1657"/>
                    </a:cubicBezTo>
                    <a:cubicBezTo>
                      <a:pt x="21045" y="1969"/>
                      <a:pt x="21188" y="2433"/>
                      <a:pt x="21117" y="2754"/>
                    </a:cubicBezTo>
                    <a:cubicBezTo>
                      <a:pt x="21027" y="3192"/>
                      <a:pt x="20815" y="3353"/>
                      <a:pt x="20549" y="3353"/>
                    </a:cubicBezTo>
                    <a:cubicBezTo>
                      <a:pt x="20338" y="3353"/>
                      <a:pt x="20094" y="3252"/>
                      <a:pt x="19850" y="3111"/>
                    </a:cubicBezTo>
                    <a:cubicBezTo>
                      <a:pt x="19436" y="2871"/>
                      <a:pt x="19061" y="2615"/>
                      <a:pt x="18581" y="2615"/>
                    </a:cubicBezTo>
                    <a:cubicBezTo>
                      <a:pt x="18544" y="2615"/>
                      <a:pt x="18506" y="2617"/>
                      <a:pt x="18467" y="2620"/>
                    </a:cubicBezTo>
                    <a:cubicBezTo>
                      <a:pt x="18084" y="2647"/>
                      <a:pt x="17709" y="2816"/>
                      <a:pt x="17432" y="3075"/>
                    </a:cubicBezTo>
                    <a:cubicBezTo>
                      <a:pt x="17004" y="3485"/>
                      <a:pt x="17058" y="3931"/>
                      <a:pt x="16888" y="4449"/>
                    </a:cubicBezTo>
                    <a:cubicBezTo>
                      <a:pt x="16720" y="4958"/>
                      <a:pt x="16482" y="5142"/>
                      <a:pt x="16221" y="5142"/>
                    </a:cubicBezTo>
                    <a:cubicBezTo>
                      <a:pt x="15697" y="5142"/>
                      <a:pt x="15078" y="4396"/>
                      <a:pt x="14738" y="4056"/>
                    </a:cubicBezTo>
                    <a:cubicBezTo>
                      <a:pt x="14399" y="3726"/>
                      <a:pt x="13989" y="3405"/>
                      <a:pt x="13489" y="3405"/>
                    </a:cubicBezTo>
                    <a:cubicBezTo>
                      <a:pt x="13034" y="3405"/>
                      <a:pt x="12651" y="3691"/>
                      <a:pt x="12374" y="4030"/>
                    </a:cubicBezTo>
                    <a:cubicBezTo>
                      <a:pt x="12029" y="4455"/>
                      <a:pt x="11648" y="5954"/>
                      <a:pt x="10894" y="5954"/>
                    </a:cubicBezTo>
                    <a:cubicBezTo>
                      <a:pt x="10810" y="5954"/>
                      <a:pt x="10720" y="5935"/>
                      <a:pt x="10626" y="5894"/>
                    </a:cubicBezTo>
                    <a:cubicBezTo>
                      <a:pt x="10019" y="5626"/>
                      <a:pt x="9921" y="4485"/>
                      <a:pt x="9796" y="3923"/>
                    </a:cubicBezTo>
                    <a:cubicBezTo>
                      <a:pt x="9671" y="3334"/>
                      <a:pt x="9528" y="2727"/>
                      <a:pt x="9225" y="2192"/>
                    </a:cubicBezTo>
                    <a:cubicBezTo>
                      <a:pt x="9002" y="1826"/>
                      <a:pt x="8654" y="1327"/>
                      <a:pt x="8181" y="1309"/>
                    </a:cubicBezTo>
                    <a:cubicBezTo>
                      <a:pt x="8172" y="1308"/>
                      <a:pt x="8164" y="1308"/>
                      <a:pt x="8155" y="1308"/>
                    </a:cubicBezTo>
                    <a:cubicBezTo>
                      <a:pt x="7698" y="1308"/>
                      <a:pt x="7427" y="1760"/>
                      <a:pt x="7155" y="2049"/>
                    </a:cubicBezTo>
                    <a:cubicBezTo>
                      <a:pt x="6797" y="2427"/>
                      <a:pt x="6302" y="2720"/>
                      <a:pt x="5864" y="2720"/>
                    </a:cubicBezTo>
                    <a:cubicBezTo>
                      <a:pt x="5493" y="2720"/>
                      <a:pt x="5163" y="2512"/>
                      <a:pt x="4988" y="1969"/>
                    </a:cubicBezTo>
                    <a:cubicBezTo>
                      <a:pt x="4836" y="1487"/>
                      <a:pt x="4818" y="961"/>
                      <a:pt x="4497" y="541"/>
                    </a:cubicBezTo>
                    <a:cubicBezTo>
                      <a:pt x="4201" y="162"/>
                      <a:pt x="3772" y="0"/>
                      <a:pt x="33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23" name="Google Shape;623;p18"/>
            <p:cNvGrpSpPr/>
            <p:nvPr/>
          </p:nvGrpSpPr>
          <p:grpSpPr>
            <a:xfrm>
              <a:off x="1682027" y="4235977"/>
              <a:ext cx="3709572" cy="1208351"/>
              <a:chOff x="3093402" y="4235977"/>
              <a:chExt cx="3709572" cy="1208351"/>
            </a:xfrm>
          </p:grpSpPr>
          <p:sp>
            <p:nvSpPr>
              <p:cNvPr id="624" name="Google Shape;624;p18"/>
              <p:cNvSpPr/>
              <p:nvPr/>
            </p:nvSpPr>
            <p:spPr>
              <a:xfrm rot="10800000">
                <a:off x="3093402" y="4235977"/>
                <a:ext cx="3709572" cy="1208351"/>
              </a:xfrm>
              <a:custGeom>
                <a:avLst/>
                <a:gdLst/>
                <a:ahLst/>
                <a:cxnLst/>
                <a:rect l="l" t="t" r="r" b="b"/>
                <a:pathLst>
                  <a:path w="19663" h="6405" extrusionOk="0">
                    <a:moveTo>
                      <a:pt x="15799" y="0"/>
                    </a:moveTo>
                    <a:cubicBezTo>
                      <a:pt x="14930" y="0"/>
                      <a:pt x="14048" y="589"/>
                      <a:pt x="13212" y="812"/>
                    </a:cubicBezTo>
                    <a:cubicBezTo>
                      <a:pt x="12864" y="905"/>
                      <a:pt x="12513" y="943"/>
                      <a:pt x="12160" y="943"/>
                    </a:cubicBezTo>
                    <a:cubicBezTo>
                      <a:pt x="10715" y="943"/>
                      <a:pt x="9235" y="318"/>
                      <a:pt x="7772" y="318"/>
                    </a:cubicBezTo>
                    <a:cubicBezTo>
                      <a:pt x="7530" y="318"/>
                      <a:pt x="7289" y="336"/>
                      <a:pt x="7048" y="375"/>
                    </a:cubicBezTo>
                    <a:cubicBezTo>
                      <a:pt x="6660" y="444"/>
                      <a:pt x="6281" y="563"/>
                      <a:pt x="5886" y="563"/>
                    </a:cubicBezTo>
                    <a:cubicBezTo>
                      <a:pt x="5872" y="563"/>
                      <a:pt x="5858" y="563"/>
                      <a:pt x="5844" y="563"/>
                    </a:cubicBezTo>
                    <a:cubicBezTo>
                      <a:pt x="5288" y="550"/>
                      <a:pt x="4709" y="284"/>
                      <a:pt x="4175" y="284"/>
                    </a:cubicBezTo>
                    <a:cubicBezTo>
                      <a:pt x="3971" y="284"/>
                      <a:pt x="3774" y="323"/>
                      <a:pt x="3587" y="429"/>
                    </a:cubicBezTo>
                    <a:cubicBezTo>
                      <a:pt x="3444" y="509"/>
                      <a:pt x="3319" y="616"/>
                      <a:pt x="3167" y="661"/>
                    </a:cubicBezTo>
                    <a:cubicBezTo>
                      <a:pt x="3094" y="682"/>
                      <a:pt x="3019" y="690"/>
                      <a:pt x="2941" y="690"/>
                    </a:cubicBezTo>
                    <a:cubicBezTo>
                      <a:pt x="2593" y="690"/>
                      <a:pt x="2206" y="519"/>
                      <a:pt x="1846" y="519"/>
                    </a:cubicBezTo>
                    <a:cubicBezTo>
                      <a:pt x="1668" y="519"/>
                      <a:pt x="1496" y="561"/>
                      <a:pt x="1338" y="688"/>
                    </a:cubicBezTo>
                    <a:cubicBezTo>
                      <a:pt x="1187" y="812"/>
                      <a:pt x="1071" y="991"/>
                      <a:pt x="883" y="1044"/>
                    </a:cubicBezTo>
                    <a:cubicBezTo>
                      <a:pt x="842" y="1055"/>
                      <a:pt x="799" y="1057"/>
                      <a:pt x="756" y="1057"/>
                    </a:cubicBezTo>
                    <a:cubicBezTo>
                      <a:pt x="721" y="1057"/>
                      <a:pt x="686" y="1056"/>
                      <a:pt x="651" y="1056"/>
                    </a:cubicBezTo>
                    <a:cubicBezTo>
                      <a:pt x="618" y="1056"/>
                      <a:pt x="585" y="1057"/>
                      <a:pt x="553" y="1062"/>
                    </a:cubicBezTo>
                    <a:cubicBezTo>
                      <a:pt x="268" y="1098"/>
                      <a:pt x="63" y="1392"/>
                      <a:pt x="27" y="1687"/>
                    </a:cubicBezTo>
                    <a:cubicBezTo>
                      <a:pt x="0" y="1981"/>
                      <a:pt x="107" y="2275"/>
                      <a:pt x="250" y="2534"/>
                    </a:cubicBezTo>
                    <a:cubicBezTo>
                      <a:pt x="535" y="3080"/>
                      <a:pt x="1051" y="3574"/>
                      <a:pt x="1628" y="3574"/>
                    </a:cubicBezTo>
                    <a:cubicBezTo>
                      <a:pt x="1682" y="3574"/>
                      <a:pt x="1738" y="3569"/>
                      <a:pt x="1793" y="3560"/>
                    </a:cubicBezTo>
                    <a:cubicBezTo>
                      <a:pt x="2025" y="3524"/>
                      <a:pt x="2239" y="3408"/>
                      <a:pt x="2462" y="3337"/>
                    </a:cubicBezTo>
                    <a:cubicBezTo>
                      <a:pt x="2635" y="3288"/>
                      <a:pt x="2809" y="3268"/>
                      <a:pt x="2985" y="3268"/>
                    </a:cubicBezTo>
                    <a:cubicBezTo>
                      <a:pt x="3537" y="3268"/>
                      <a:pt x="4102" y="3459"/>
                      <a:pt x="4657" y="3507"/>
                    </a:cubicBezTo>
                    <a:cubicBezTo>
                      <a:pt x="4746" y="3514"/>
                      <a:pt x="4836" y="3517"/>
                      <a:pt x="4925" y="3517"/>
                    </a:cubicBezTo>
                    <a:cubicBezTo>
                      <a:pt x="6130" y="3517"/>
                      <a:pt x="7329" y="2921"/>
                      <a:pt x="8502" y="2921"/>
                    </a:cubicBezTo>
                    <a:cubicBezTo>
                      <a:pt x="8786" y="2921"/>
                      <a:pt x="9069" y="2956"/>
                      <a:pt x="9350" y="3043"/>
                    </a:cubicBezTo>
                    <a:cubicBezTo>
                      <a:pt x="9813" y="3185"/>
                      <a:pt x="10393" y="3373"/>
                      <a:pt x="10822" y="3551"/>
                    </a:cubicBezTo>
                    <a:cubicBezTo>
                      <a:pt x="11294" y="3756"/>
                      <a:pt x="11384" y="4086"/>
                      <a:pt x="11223" y="4595"/>
                    </a:cubicBezTo>
                    <a:cubicBezTo>
                      <a:pt x="11143" y="4871"/>
                      <a:pt x="11036" y="5157"/>
                      <a:pt x="11125" y="5434"/>
                    </a:cubicBezTo>
                    <a:cubicBezTo>
                      <a:pt x="11204" y="5665"/>
                      <a:pt x="11444" y="5804"/>
                      <a:pt x="11680" y="5804"/>
                    </a:cubicBezTo>
                    <a:cubicBezTo>
                      <a:pt x="11817" y="5804"/>
                      <a:pt x="11951" y="5758"/>
                      <a:pt x="12053" y="5657"/>
                    </a:cubicBezTo>
                    <a:cubicBezTo>
                      <a:pt x="12293" y="5416"/>
                      <a:pt x="12276" y="5023"/>
                      <a:pt x="12204" y="4684"/>
                    </a:cubicBezTo>
                    <a:cubicBezTo>
                      <a:pt x="12124" y="4309"/>
                      <a:pt x="11928" y="3872"/>
                      <a:pt x="12035" y="3498"/>
                    </a:cubicBezTo>
                    <a:cubicBezTo>
                      <a:pt x="12169" y="3061"/>
                      <a:pt x="12731" y="2686"/>
                      <a:pt x="13114" y="2543"/>
                    </a:cubicBezTo>
                    <a:cubicBezTo>
                      <a:pt x="13328" y="2465"/>
                      <a:pt x="13554" y="2426"/>
                      <a:pt x="13779" y="2426"/>
                    </a:cubicBezTo>
                    <a:cubicBezTo>
                      <a:pt x="14120" y="2426"/>
                      <a:pt x="14461" y="2514"/>
                      <a:pt x="14756" y="2686"/>
                    </a:cubicBezTo>
                    <a:cubicBezTo>
                      <a:pt x="15014" y="2837"/>
                      <a:pt x="15246" y="3061"/>
                      <a:pt x="15344" y="3355"/>
                    </a:cubicBezTo>
                    <a:cubicBezTo>
                      <a:pt x="15478" y="3810"/>
                      <a:pt x="15246" y="4283"/>
                      <a:pt x="15095" y="4738"/>
                    </a:cubicBezTo>
                    <a:cubicBezTo>
                      <a:pt x="14970" y="5086"/>
                      <a:pt x="14889" y="5478"/>
                      <a:pt x="15005" y="5835"/>
                    </a:cubicBezTo>
                    <a:cubicBezTo>
                      <a:pt x="15107" y="6147"/>
                      <a:pt x="15393" y="6405"/>
                      <a:pt x="15701" y="6405"/>
                    </a:cubicBezTo>
                    <a:cubicBezTo>
                      <a:pt x="15746" y="6405"/>
                      <a:pt x="15790" y="6399"/>
                      <a:pt x="15835" y="6388"/>
                    </a:cubicBezTo>
                    <a:cubicBezTo>
                      <a:pt x="16210" y="6290"/>
                      <a:pt x="16397" y="5817"/>
                      <a:pt x="16388" y="5407"/>
                    </a:cubicBezTo>
                    <a:cubicBezTo>
                      <a:pt x="16388" y="4996"/>
                      <a:pt x="16272" y="4586"/>
                      <a:pt x="16317" y="4185"/>
                    </a:cubicBezTo>
                    <a:cubicBezTo>
                      <a:pt x="16379" y="3583"/>
                      <a:pt x="16671" y="3442"/>
                      <a:pt x="17037" y="3442"/>
                    </a:cubicBezTo>
                    <a:cubicBezTo>
                      <a:pt x="17360" y="3442"/>
                      <a:pt x="17739" y="3551"/>
                      <a:pt x="18068" y="3551"/>
                    </a:cubicBezTo>
                    <a:cubicBezTo>
                      <a:pt x="18119" y="3551"/>
                      <a:pt x="18169" y="3548"/>
                      <a:pt x="18217" y="3542"/>
                    </a:cubicBezTo>
                    <a:cubicBezTo>
                      <a:pt x="18654" y="3489"/>
                      <a:pt x="19020" y="3069"/>
                      <a:pt x="19038" y="2614"/>
                    </a:cubicBezTo>
                    <a:cubicBezTo>
                      <a:pt x="19038" y="2445"/>
                      <a:pt x="19011" y="2267"/>
                      <a:pt x="19091" y="2124"/>
                    </a:cubicBezTo>
                    <a:cubicBezTo>
                      <a:pt x="19145" y="2026"/>
                      <a:pt x="19243" y="1963"/>
                      <a:pt x="19323" y="1892"/>
                    </a:cubicBezTo>
                    <a:cubicBezTo>
                      <a:pt x="19662" y="1553"/>
                      <a:pt x="19537" y="902"/>
                      <a:pt x="19154" y="616"/>
                    </a:cubicBezTo>
                    <a:cubicBezTo>
                      <a:pt x="18952" y="462"/>
                      <a:pt x="18703" y="397"/>
                      <a:pt x="18449" y="397"/>
                    </a:cubicBezTo>
                    <a:cubicBezTo>
                      <a:pt x="18231" y="397"/>
                      <a:pt x="18008" y="445"/>
                      <a:pt x="17807" y="527"/>
                    </a:cubicBezTo>
                    <a:cubicBezTo>
                      <a:pt x="17672" y="577"/>
                      <a:pt x="17538" y="644"/>
                      <a:pt x="17403" y="644"/>
                    </a:cubicBezTo>
                    <a:cubicBezTo>
                      <a:pt x="17395" y="644"/>
                      <a:pt x="17387" y="643"/>
                      <a:pt x="17378" y="643"/>
                    </a:cubicBezTo>
                    <a:cubicBezTo>
                      <a:pt x="17164" y="634"/>
                      <a:pt x="16995" y="465"/>
                      <a:pt x="16825" y="340"/>
                    </a:cubicBezTo>
                    <a:cubicBezTo>
                      <a:pt x="16488" y="93"/>
                      <a:pt x="16144" y="0"/>
                      <a:pt x="157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625" name="Google Shape;625;p18"/>
              <p:cNvGrpSpPr/>
              <p:nvPr/>
            </p:nvGrpSpPr>
            <p:grpSpPr>
              <a:xfrm>
                <a:off x="4677928" y="4939558"/>
                <a:ext cx="540513" cy="247904"/>
                <a:chOff x="3879826" y="107300"/>
                <a:chExt cx="524567" cy="247904"/>
              </a:xfrm>
            </p:grpSpPr>
            <p:sp>
              <p:nvSpPr>
                <p:cNvPr id="626" name="Google Shape;626;p18"/>
                <p:cNvSpPr/>
                <p:nvPr/>
              </p:nvSpPr>
              <p:spPr>
                <a:xfrm flipH="1">
                  <a:off x="4188136" y="119145"/>
                  <a:ext cx="104741" cy="81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4" h="626" extrusionOk="0">
                      <a:moveTo>
                        <a:pt x="402" y="1"/>
                      </a:moveTo>
                      <a:cubicBezTo>
                        <a:pt x="1" y="1"/>
                        <a:pt x="1" y="625"/>
                        <a:pt x="402" y="625"/>
                      </a:cubicBezTo>
                      <a:cubicBezTo>
                        <a:pt x="803" y="625"/>
                        <a:pt x="803" y="1"/>
                        <a:pt x="4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27" name="Google Shape;627;p18"/>
                <p:cNvSpPr/>
                <p:nvPr/>
              </p:nvSpPr>
              <p:spPr>
                <a:xfrm flipH="1">
                  <a:off x="4301997" y="276127"/>
                  <a:ext cx="102396" cy="79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6" h="607" extrusionOk="0">
                      <a:moveTo>
                        <a:pt x="393" y="0"/>
                      </a:moveTo>
                      <a:cubicBezTo>
                        <a:pt x="0" y="0"/>
                        <a:pt x="0" y="607"/>
                        <a:pt x="393" y="607"/>
                      </a:cubicBezTo>
                      <a:cubicBezTo>
                        <a:pt x="785" y="607"/>
                        <a:pt x="785" y="0"/>
                        <a:pt x="3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28" name="Google Shape;628;p18"/>
                <p:cNvSpPr/>
                <p:nvPr/>
              </p:nvSpPr>
              <p:spPr>
                <a:xfrm flipH="1">
                  <a:off x="3879826" y="107300"/>
                  <a:ext cx="62923" cy="48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3" h="375" extrusionOk="0">
                      <a:moveTo>
                        <a:pt x="241" y="0"/>
                      </a:moveTo>
                      <a:cubicBezTo>
                        <a:pt x="1" y="0"/>
                        <a:pt x="1" y="375"/>
                        <a:pt x="241" y="375"/>
                      </a:cubicBezTo>
                      <a:cubicBezTo>
                        <a:pt x="482" y="375"/>
                        <a:pt x="482" y="0"/>
                        <a:pt x="24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grpSp>
        <p:nvGrpSpPr>
          <p:cNvPr id="629" name="Google Shape;629;p18"/>
          <p:cNvGrpSpPr/>
          <p:nvPr/>
        </p:nvGrpSpPr>
        <p:grpSpPr>
          <a:xfrm>
            <a:off x="-262063" y="-531600"/>
            <a:ext cx="4834067" cy="1378898"/>
            <a:chOff x="-262063" y="-531600"/>
            <a:chExt cx="4834067" cy="1378898"/>
          </a:xfrm>
        </p:grpSpPr>
        <p:sp>
          <p:nvSpPr>
            <p:cNvPr id="630" name="Google Shape;630;p18"/>
            <p:cNvSpPr/>
            <p:nvPr/>
          </p:nvSpPr>
          <p:spPr>
            <a:xfrm flipH="1">
              <a:off x="-262063" y="-531600"/>
              <a:ext cx="4834067" cy="1378898"/>
            </a:xfrm>
            <a:custGeom>
              <a:avLst/>
              <a:gdLst/>
              <a:ahLst/>
              <a:cxnLst/>
              <a:rect l="l" t="t" r="r" b="b"/>
              <a:pathLst>
                <a:path w="19074" h="7309" extrusionOk="0">
                  <a:moveTo>
                    <a:pt x="14216" y="14"/>
                  </a:moveTo>
                  <a:cubicBezTo>
                    <a:pt x="13596" y="14"/>
                    <a:pt x="12976" y="28"/>
                    <a:pt x="12356" y="46"/>
                  </a:cubicBezTo>
                  <a:cubicBezTo>
                    <a:pt x="10259" y="90"/>
                    <a:pt x="8163" y="161"/>
                    <a:pt x="6066" y="269"/>
                  </a:cubicBezTo>
                  <a:cubicBezTo>
                    <a:pt x="5023" y="322"/>
                    <a:pt x="3970" y="376"/>
                    <a:pt x="2926" y="447"/>
                  </a:cubicBezTo>
                  <a:cubicBezTo>
                    <a:pt x="1624" y="527"/>
                    <a:pt x="0" y="545"/>
                    <a:pt x="295" y="2329"/>
                  </a:cubicBezTo>
                  <a:cubicBezTo>
                    <a:pt x="348" y="2659"/>
                    <a:pt x="571" y="2981"/>
                    <a:pt x="901" y="3052"/>
                  </a:cubicBezTo>
                  <a:cubicBezTo>
                    <a:pt x="973" y="3070"/>
                    <a:pt x="1044" y="3070"/>
                    <a:pt x="1106" y="3114"/>
                  </a:cubicBezTo>
                  <a:cubicBezTo>
                    <a:pt x="1222" y="3195"/>
                    <a:pt x="1213" y="3364"/>
                    <a:pt x="1204" y="3507"/>
                  </a:cubicBezTo>
                  <a:cubicBezTo>
                    <a:pt x="1142" y="4096"/>
                    <a:pt x="1204" y="4738"/>
                    <a:pt x="1570" y="5202"/>
                  </a:cubicBezTo>
                  <a:cubicBezTo>
                    <a:pt x="1804" y="5504"/>
                    <a:pt x="2193" y="5693"/>
                    <a:pt x="2565" y="5693"/>
                  </a:cubicBezTo>
                  <a:cubicBezTo>
                    <a:pt x="2776" y="5693"/>
                    <a:pt x="2981" y="5632"/>
                    <a:pt x="3149" y="5496"/>
                  </a:cubicBezTo>
                  <a:cubicBezTo>
                    <a:pt x="3363" y="5318"/>
                    <a:pt x="3479" y="5059"/>
                    <a:pt x="3640" y="4836"/>
                  </a:cubicBezTo>
                  <a:cubicBezTo>
                    <a:pt x="3797" y="4618"/>
                    <a:pt x="4023" y="4408"/>
                    <a:pt x="4292" y="4408"/>
                  </a:cubicBezTo>
                  <a:cubicBezTo>
                    <a:pt x="4298" y="4408"/>
                    <a:pt x="4303" y="4408"/>
                    <a:pt x="4309" y="4408"/>
                  </a:cubicBezTo>
                  <a:cubicBezTo>
                    <a:pt x="4621" y="4426"/>
                    <a:pt x="4853" y="4720"/>
                    <a:pt x="4933" y="5023"/>
                  </a:cubicBezTo>
                  <a:cubicBezTo>
                    <a:pt x="5014" y="5327"/>
                    <a:pt x="4996" y="5648"/>
                    <a:pt x="5058" y="5951"/>
                  </a:cubicBezTo>
                  <a:cubicBezTo>
                    <a:pt x="5201" y="6611"/>
                    <a:pt x="5763" y="7156"/>
                    <a:pt x="6423" y="7280"/>
                  </a:cubicBezTo>
                  <a:cubicBezTo>
                    <a:pt x="6522" y="7299"/>
                    <a:pt x="6623" y="7308"/>
                    <a:pt x="6723" y="7308"/>
                  </a:cubicBezTo>
                  <a:cubicBezTo>
                    <a:pt x="7290" y="7308"/>
                    <a:pt x="7853" y="7018"/>
                    <a:pt x="8172" y="6540"/>
                  </a:cubicBezTo>
                  <a:cubicBezTo>
                    <a:pt x="8261" y="6397"/>
                    <a:pt x="8341" y="6237"/>
                    <a:pt x="8475" y="6139"/>
                  </a:cubicBezTo>
                  <a:cubicBezTo>
                    <a:pt x="8546" y="6082"/>
                    <a:pt x="8641" y="6048"/>
                    <a:pt x="8731" y="6048"/>
                  </a:cubicBezTo>
                  <a:cubicBezTo>
                    <a:pt x="8812" y="6048"/>
                    <a:pt x="8888" y="6075"/>
                    <a:pt x="8939" y="6139"/>
                  </a:cubicBezTo>
                  <a:cubicBezTo>
                    <a:pt x="8993" y="6219"/>
                    <a:pt x="9001" y="6317"/>
                    <a:pt x="9037" y="6406"/>
                  </a:cubicBezTo>
                  <a:cubicBezTo>
                    <a:pt x="9114" y="6603"/>
                    <a:pt x="9322" y="6703"/>
                    <a:pt x="9535" y="6703"/>
                  </a:cubicBezTo>
                  <a:cubicBezTo>
                    <a:pt x="9669" y="6703"/>
                    <a:pt x="9805" y="6664"/>
                    <a:pt x="9911" y="6585"/>
                  </a:cubicBezTo>
                  <a:cubicBezTo>
                    <a:pt x="10188" y="6379"/>
                    <a:pt x="10286" y="6014"/>
                    <a:pt x="10295" y="5666"/>
                  </a:cubicBezTo>
                  <a:cubicBezTo>
                    <a:pt x="10295" y="5327"/>
                    <a:pt x="10224" y="4988"/>
                    <a:pt x="10215" y="4640"/>
                  </a:cubicBezTo>
                  <a:cubicBezTo>
                    <a:pt x="10215" y="4256"/>
                    <a:pt x="10366" y="3855"/>
                    <a:pt x="10670" y="3614"/>
                  </a:cubicBezTo>
                  <a:cubicBezTo>
                    <a:pt x="10799" y="3515"/>
                    <a:pt x="10944" y="3462"/>
                    <a:pt x="11075" y="3462"/>
                  </a:cubicBezTo>
                  <a:cubicBezTo>
                    <a:pt x="11287" y="3462"/>
                    <a:pt x="11466" y="3600"/>
                    <a:pt x="11499" y="3908"/>
                  </a:cubicBezTo>
                  <a:cubicBezTo>
                    <a:pt x="11526" y="4140"/>
                    <a:pt x="11455" y="4390"/>
                    <a:pt x="11508" y="4631"/>
                  </a:cubicBezTo>
                  <a:cubicBezTo>
                    <a:pt x="11562" y="4899"/>
                    <a:pt x="11776" y="5139"/>
                    <a:pt x="12044" y="5211"/>
                  </a:cubicBezTo>
                  <a:cubicBezTo>
                    <a:pt x="12109" y="5231"/>
                    <a:pt x="12178" y="5240"/>
                    <a:pt x="12247" y="5240"/>
                  </a:cubicBezTo>
                  <a:cubicBezTo>
                    <a:pt x="12457" y="5240"/>
                    <a:pt x="12670" y="5151"/>
                    <a:pt x="12811" y="4997"/>
                  </a:cubicBezTo>
                  <a:lnTo>
                    <a:pt x="12811" y="4997"/>
                  </a:lnTo>
                  <a:cubicBezTo>
                    <a:pt x="12748" y="5443"/>
                    <a:pt x="13034" y="5907"/>
                    <a:pt x="13453" y="6058"/>
                  </a:cubicBezTo>
                  <a:cubicBezTo>
                    <a:pt x="13552" y="6091"/>
                    <a:pt x="13656" y="6107"/>
                    <a:pt x="13760" y="6107"/>
                  </a:cubicBezTo>
                  <a:cubicBezTo>
                    <a:pt x="14102" y="6107"/>
                    <a:pt x="14444" y="5934"/>
                    <a:pt x="14622" y="5639"/>
                  </a:cubicBezTo>
                  <a:cubicBezTo>
                    <a:pt x="14943" y="5104"/>
                    <a:pt x="14729" y="4328"/>
                    <a:pt x="15148" y="3864"/>
                  </a:cubicBezTo>
                  <a:cubicBezTo>
                    <a:pt x="15225" y="3779"/>
                    <a:pt x="15336" y="3707"/>
                    <a:pt x="15452" y="3707"/>
                  </a:cubicBezTo>
                  <a:cubicBezTo>
                    <a:pt x="15469" y="3707"/>
                    <a:pt x="15487" y="3708"/>
                    <a:pt x="15505" y="3712"/>
                  </a:cubicBezTo>
                  <a:cubicBezTo>
                    <a:pt x="15737" y="3757"/>
                    <a:pt x="15790" y="4060"/>
                    <a:pt x="15781" y="4301"/>
                  </a:cubicBezTo>
                  <a:cubicBezTo>
                    <a:pt x="15746" y="4818"/>
                    <a:pt x="15639" y="5327"/>
                    <a:pt x="15683" y="5844"/>
                  </a:cubicBezTo>
                  <a:cubicBezTo>
                    <a:pt x="15728" y="6353"/>
                    <a:pt x="15978" y="6897"/>
                    <a:pt x="16451" y="7093"/>
                  </a:cubicBezTo>
                  <a:cubicBezTo>
                    <a:pt x="16566" y="7142"/>
                    <a:pt x="16687" y="7164"/>
                    <a:pt x="16808" y="7164"/>
                  </a:cubicBezTo>
                  <a:cubicBezTo>
                    <a:pt x="17329" y="7164"/>
                    <a:pt x="17850" y="6746"/>
                    <a:pt x="17958" y="6210"/>
                  </a:cubicBezTo>
                  <a:cubicBezTo>
                    <a:pt x="18038" y="5773"/>
                    <a:pt x="17896" y="5327"/>
                    <a:pt x="17807" y="4890"/>
                  </a:cubicBezTo>
                  <a:cubicBezTo>
                    <a:pt x="17717" y="4452"/>
                    <a:pt x="17691" y="3953"/>
                    <a:pt x="17967" y="3605"/>
                  </a:cubicBezTo>
                  <a:cubicBezTo>
                    <a:pt x="18190" y="3748"/>
                    <a:pt x="18146" y="4185"/>
                    <a:pt x="18413" y="4221"/>
                  </a:cubicBezTo>
                  <a:cubicBezTo>
                    <a:pt x="18421" y="4221"/>
                    <a:pt x="18428" y="4222"/>
                    <a:pt x="18436" y="4222"/>
                  </a:cubicBezTo>
                  <a:cubicBezTo>
                    <a:pt x="18501" y="4222"/>
                    <a:pt x="18571" y="4189"/>
                    <a:pt x="18627" y="4149"/>
                  </a:cubicBezTo>
                  <a:cubicBezTo>
                    <a:pt x="18877" y="3962"/>
                    <a:pt x="18939" y="3614"/>
                    <a:pt x="18913" y="3302"/>
                  </a:cubicBezTo>
                  <a:cubicBezTo>
                    <a:pt x="18886" y="2998"/>
                    <a:pt x="18797" y="2695"/>
                    <a:pt x="18806" y="2383"/>
                  </a:cubicBezTo>
                  <a:cubicBezTo>
                    <a:pt x="18806" y="2088"/>
                    <a:pt x="18904" y="1803"/>
                    <a:pt x="18931" y="1517"/>
                  </a:cubicBezTo>
                  <a:cubicBezTo>
                    <a:pt x="19073" y="1"/>
                    <a:pt x="17066" y="126"/>
                    <a:pt x="16076" y="63"/>
                  </a:cubicBezTo>
                  <a:cubicBezTo>
                    <a:pt x="15456" y="28"/>
                    <a:pt x="14836" y="14"/>
                    <a:pt x="14216" y="1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1" name="Google Shape;631;p18"/>
            <p:cNvSpPr/>
            <p:nvPr/>
          </p:nvSpPr>
          <p:spPr>
            <a:xfrm rot="-184900" flipH="1">
              <a:off x="79038" y="-140130"/>
              <a:ext cx="4190278" cy="295688"/>
            </a:xfrm>
            <a:custGeom>
              <a:avLst/>
              <a:gdLst/>
              <a:ahLst/>
              <a:cxnLst/>
              <a:rect l="l" t="t" r="r" b="b"/>
              <a:pathLst>
                <a:path w="163830" h="11827" extrusionOk="0">
                  <a:moveTo>
                    <a:pt x="0" y="11827"/>
                  </a:moveTo>
                  <a:cubicBezTo>
                    <a:pt x="4491" y="9902"/>
                    <a:pt x="8463" y="6894"/>
                    <a:pt x="12954" y="4969"/>
                  </a:cubicBezTo>
                  <a:cubicBezTo>
                    <a:pt x="16697" y="3365"/>
                    <a:pt x="21196" y="5195"/>
                    <a:pt x="25146" y="4207"/>
                  </a:cubicBezTo>
                  <a:cubicBezTo>
                    <a:pt x="33524" y="2112"/>
                    <a:pt x="42497" y="3040"/>
                    <a:pt x="51054" y="4207"/>
                  </a:cubicBezTo>
                  <a:cubicBezTo>
                    <a:pt x="58708" y="5251"/>
                    <a:pt x="66486" y="10139"/>
                    <a:pt x="73914" y="8017"/>
                  </a:cubicBezTo>
                  <a:cubicBezTo>
                    <a:pt x="79494" y="6423"/>
                    <a:pt x="84225" y="2297"/>
                    <a:pt x="89916" y="1159"/>
                  </a:cubicBezTo>
                  <a:cubicBezTo>
                    <a:pt x="98633" y="-584"/>
                    <a:pt x="107771" y="9"/>
                    <a:pt x="116586" y="1159"/>
                  </a:cubicBezTo>
                  <a:cubicBezTo>
                    <a:pt x="125383" y="2306"/>
                    <a:pt x="134257" y="3960"/>
                    <a:pt x="142494" y="7255"/>
                  </a:cubicBezTo>
                  <a:cubicBezTo>
                    <a:pt x="146267" y="8764"/>
                    <a:pt x="150743" y="6269"/>
                    <a:pt x="154686" y="7255"/>
                  </a:cubicBezTo>
                  <a:cubicBezTo>
                    <a:pt x="157803" y="8034"/>
                    <a:pt x="160617" y="10303"/>
                    <a:pt x="163830" y="10303"/>
                  </a:cubicBezTo>
                </a:path>
              </a:pathLst>
            </a:custGeom>
            <a:noFill/>
            <a:ln w="3810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32" name="Google Shape;632;p18"/>
            <p:cNvGrpSpPr/>
            <p:nvPr/>
          </p:nvGrpSpPr>
          <p:grpSpPr>
            <a:xfrm>
              <a:off x="2689650" y="286559"/>
              <a:ext cx="331830" cy="306928"/>
              <a:chOff x="7615686" y="162913"/>
              <a:chExt cx="322040" cy="306928"/>
            </a:xfrm>
          </p:grpSpPr>
          <p:sp>
            <p:nvSpPr>
              <p:cNvPr id="633" name="Google Shape;633;p18"/>
              <p:cNvSpPr/>
              <p:nvPr/>
            </p:nvSpPr>
            <p:spPr>
              <a:xfrm flipH="1">
                <a:off x="7787649" y="162913"/>
                <a:ext cx="150077" cy="11633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893" extrusionOk="0">
                    <a:moveTo>
                      <a:pt x="571" y="1"/>
                    </a:moveTo>
                    <a:cubicBezTo>
                      <a:pt x="0" y="1"/>
                      <a:pt x="0" y="893"/>
                      <a:pt x="571" y="893"/>
                    </a:cubicBezTo>
                    <a:cubicBezTo>
                      <a:pt x="1151" y="893"/>
                      <a:pt x="1151" y="1"/>
                      <a:pt x="5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34" name="Google Shape;634;p18"/>
              <p:cNvSpPr/>
              <p:nvPr/>
            </p:nvSpPr>
            <p:spPr>
              <a:xfrm flipH="1">
                <a:off x="7615686" y="233783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35" name="Google Shape;635;p18"/>
              <p:cNvSpPr/>
              <p:nvPr/>
            </p:nvSpPr>
            <p:spPr>
              <a:xfrm flipH="1">
                <a:off x="7729547" y="390764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636" name="Google Shape;636;p18"/>
          <p:cNvGrpSpPr/>
          <p:nvPr/>
        </p:nvGrpSpPr>
        <p:grpSpPr>
          <a:xfrm>
            <a:off x="355312" y="383932"/>
            <a:ext cx="8571157" cy="4449473"/>
            <a:chOff x="270336" y="383932"/>
            <a:chExt cx="8571157" cy="4449473"/>
          </a:xfrm>
        </p:grpSpPr>
        <p:sp>
          <p:nvSpPr>
            <p:cNvPr id="637" name="Google Shape;637;p18"/>
            <p:cNvSpPr/>
            <p:nvPr/>
          </p:nvSpPr>
          <p:spPr>
            <a:xfrm rot="2115196">
              <a:off x="7446434" y="524282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8" name="Google Shape;638;p18"/>
            <p:cNvSpPr/>
            <p:nvPr/>
          </p:nvSpPr>
          <p:spPr>
            <a:xfrm rot="3277097">
              <a:off x="3549683" y="2293033"/>
              <a:ext cx="56744" cy="123224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9" name="Google Shape;639;p18"/>
            <p:cNvSpPr/>
            <p:nvPr/>
          </p:nvSpPr>
          <p:spPr>
            <a:xfrm rot="-9378507">
              <a:off x="4432843" y="1525686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0" name="Google Shape;640;p18"/>
            <p:cNvSpPr/>
            <p:nvPr/>
          </p:nvSpPr>
          <p:spPr>
            <a:xfrm rot="3574462">
              <a:off x="6037195" y="1232858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1" name="Google Shape;641;p18"/>
            <p:cNvSpPr/>
            <p:nvPr/>
          </p:nvSpPr>
          <p:spPr>
            <a:xfrm rot="1625383">
              <a:off x="5036779" y="4091935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2" name="Google Shape;642;p18"/>
            <p:cNvSpPr/>
            <p:nvPr/>
          </p:nvSpPr>
          <p:spPr>
            <a:xfrm rot="3522601">
              <a:off x="1717385" y="906978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3" name="Google Shape;643;p18"/>
            <p:cNvSpPr/>
            <p:nvPr/>
          </p:nvSpPr>
          <p:spPr>
            <a:xfrm rot="3418413">
              <a:off x="3469687" y="930665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4" name="Google Shape;644;p18"/>
            <p:cNvSpPr/>
            <p:nvPr/>
          </p:nvSpPr>
          <p:spPr>
            <a:xfrm rot="-6529139">
              <a:off x="609481" y="2360661"/>
              <a:ext cx="151480" cy="7431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5" name="Google Shape;645;p18"/>
            <p:cNvSpPr/>
            <p:nvPr/>
          </p:nvSpPr>
          <p:spPr>
            <a:xfrm rot="3522601">
              <a:off x="6388622" y="46970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6" name="Google Shape;646;p18"/>
            <p:cNvSpPr/>
            <p:nvPr/>
          </p:nvSpPr>
          <p:spPr>
            <a:xfrm rot="-3266906">
              <a:off x="5702610" y="377569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7" name="Google Shape;647;p18"/>
            <p:cNvSpPr/>
            <p:nvPr/>
          </p:nvSpPr>
          <p:spPr>
            <a:xfrm rot="-1501670">
              <a:off x="298785" y="1355328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8" name="Google Shape;648;p18"/>
            <p:cNvSpPr/>
            <p:nvPr/>
          </p:nvSpPr>
          <p:spPr>
            <a:xfrm rot="1867268">
              <a:off x="8741899" y="2157689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9" name="Google Shape;649;p18"/>
            <p:cNvSpPr/>
            <p:nvPr/>
          </p:nvSpPr>
          <p:spPr>
            <a:xfrm rot="-2342076">
              <a:off x="8461835" y="595077"/>
              <a:ext cx="57301" cy="147211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0" name="Google Shape;650;p18"/>
            <p:cNvSpPr/>
            <p:nvPr/>
          </p:nvSpPr>
          <p:spPr>
            <a:xfrm rot="-3266906">
              <a:off x="3101257" y="3704282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1" name="Google Shape;651;p18"/>
            <p:cNvSpPr/>
            <p:nvPr/>
          </p:nvSpPr>
          <p:spPr>
            <a:xfrm rot="3522601">
              <a:off x="1646172" y="3982728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2" name="Google Shape;652;p18"/>
            <p:cNvSpPr/>
            <p:nvPr/>
          </p:nvSpPr>
          <p:spPr>
            <a:xfrm rot="-2695393">
              <a:off x="8018073" y="423837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53" name="Google Shape;653;p18"/>
          <p:cNvSpPr txBox="1"/>
          <p:nvPr>
            <p:ph type="title"/>
          </p:nvPr>
        </p:nvSpPr>
        <p:spPr>
          <a:xfrm flipH="1">
            <a:off x="4399800" y="2269325"/>
            <a:ext cx="40311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4" name="Google Shape;654;p18"/>
          <p:cNvSpPr txBox="1"/>
          <p:nvPr>
            <p:ph type="title" idx="2" hasCustomPrompt="1"/>
          </p:nvPr>
        </p:nvSpPr>
        <p:spPr>
          <a:xfrm flipH="1">
            <a:off x="5764500" y="1516975"/>
            <a:ext cx="1301700" cy="841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55" name="Google Shape;655;p18"/>
          <p:cNvSpPr txBox="1"/>
          <p:nvPr>
            <p:ph type="subTitle" idx="1"/>
          </p:nvPr>
        </p:nvSpPr>
        <p:spPr>
          <a:xfrm flipH="1">
            <a:off x="4399800" y="3111125"/>
            <a:ext cx="4031100" cy="5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CUSTOM_1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7" name="Google Shape;657;p19"/>
          <p:cNvGrpSpPr/>
          <p:nvPr/>
        </p:nvGrpSpPr>
        <p:grpSpPr>
          <a:xfrm flipH="1">
            <a:off x="3924616" y="-793398"/>
            <a:ext cx="6203733" cy="3107450"/>
            <a:chOff x="-1104609" y="-793398"/>
            <a:chExt cx="6203733" cy="3107450"/>
          </a:xfrm>
        </p:grpSpPr>
        <p:grpSp>
          <p:nvGrpSpPr>
            <p:cNvPr id="658" name="Google Shape;658;p19"/>
            <p:cNvGrpSpPr/>
            <p:nvPr/>
          </p:nvGrpSpPr>
          <p:grpSpPr>
            <a:xfrm>
              <a:off x="-1104609" y="-793398"/>
              <a:ext cx="6203733" cy="3107450"/>
              <a:chOff x="-1104609" y="-793398"/>
              <a:chExt cx="6203733" cy="3107450"/>
            </a:xfrm>
          </p:grpSpPr>
          <p:grpSp>
            <p:nvGrpSpPr>
              <p:cNvPr id="659" name="Google Shape;659;p19"/>
              <p:cNvGrpSpPr/>
              <p:nvPr/>
            </p:nvGrpSpPr>
            <p:grpSpPr>
              <a:xfrm>
                <a:off x="1849311" y="-686275"/>
                <a:ext cx="3249813" cy="1635316"/>
                <a:chOff x="2086319" y="-686283"/>
                <a:chExt cx="3153934" cy="1635316"/>
              </a:xfrm>
            </p:grpSpPr>
            <p:sp>
              <p:nvSpPr>
                <p:cNvPr id="660" name="Google Shape;660;p19"/>
                <p:cNvSpPr/>
                <p:nvPr/>
              </p:nvSpPr>
              <p:spPr>
                <a:xfrm flipH="1">
                  <a:off x="2086319" y="-686283"/>
                  <a:ext cx="3153934" cy="1635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55" h="11958" extrusionOk="0">
                      <a:moveTo>
                        <a:pt x="16827" y="1"/>
                      </a:moveTo>
                      <a:cubicBezTo>
                        <a:pt x="16033" y="1"/>
                        <a:pt x="15235" y="124"/>
                        <a:pt x="14444" y="243"/>
                      </a:cubicBezTo>
                      <a:cubicBezTo>
                        <a:pt x="14444" y="252"/>
                        <a:pt x="14435" y="252"/>
                        <a:pt x="14426" y="252"/>
                      </a:cubicBezTo>
                      <a:lnTo>
                        <a:pt x="446" y="3392"/>
                      </a:lnTo>
                      <a:cubicBezTo>
                        <a:pt x="304" y="3419"/>
                        <a:pt x="197" y="3535"/>
                        <a:pt x="161" y="3677"/>
                      </a:cubicBezTo>
                      <a:cubicBezTo>
                        <a:pt x="0" y="4355"/>
                        <a:pt x="18" y="5087"/>
                        <a:pt x="206" y="5765"/>
                      </a:cubicBezTo>
                      <a:cubicBezTo>
                        <a:pt x="249" y="5934"/>
                        <a:pt x="403" y="6030"/>
                        <a:pt x="560" y="6030"/>
                      </a:cubicBezTo>
                      <a:cubicBezTo>
                        <a:pt x="661" y="6030"/>
                        <a:pt x="763" y="5991"/>
                        <a:pt x="839" y="5908"/>
                      </a:cubicBezTo>
                      <a:cubicBezTo>
                        <a:pt x="839" y="5908"/>
                        <a:pt x="839" y="5908"/>
                        <a:pt x="839" y="5899"/>
                      </a:cubicBezTo>
                      <a:cubicBezTo>
                        <a:pt x="917" y="5821"/>
                        <a:pt x="1014" y="5785"/>
                        <a:pt x="1110" y="5785"/>
                      </a:cubicBezTo>
                      <a:cubicBezTo>
                        <a:pt x="1288" y="5785"/>
                        <a:pt x="1461" y="5909"/>
                        <a:pt x="1490" y="6113"/>
                      </a:cubicBezTo>
                      <a:cubicBezTo>
                        <a:pt x="1535" y="6425"/>
                        <a:pt x="1481" y="6782"/>
                        <a:pt x="1472" y="7112"/>
                      </a:cubicBezTo>
                      <a:cubicBezTo>
                        <a:pt x="1448" y="7622"/>
                        <a:pt x="1734" y="8277"/>
                        <a:pt x="2213" y="8277"/>
                      </a:cubicBezTo>
                      <a:cubicBezTo>
                        <a:pt x="2253" y="8277"/>
                        <a:pt x="2295" y="8272"/>
                        <a:pt x="2338" y="8263"/>
                      </a:cubicBezTo>
                      <a:cubicBezTo>
                        <a:pt x="2721" y="8173"/>
                        <a:pt x="2882" y="7718"/>
                        <a:pt x="3203" y="7478"/>
                      </a:cubicBezTo>
                      <a:cubicBezTo>
                        <a:pt x="3357" y="7360"/>
                        <a:pt x="3532" y="7309"/>
                        <a:pt x="3712" y="7309"/>
                      </a:cubicBezTo>
                      <a:cubicBezTo>
                        <a:pt x="4232" y="7309"/>
                        <a:pt x="4793" y="7737"/>
                        <a:pt x="5005" y="8254"/>
                      </a:cubicBezTo>
                      <a:cubicBezTo>
                        <a:pt x="5299" y="8950"/>
                        <a:pt x="5210" y="9735"/>
                        <a:pt x="5362" y="10475"/>
                      </a:cubicBezTo>
                      <a:cubicBezTo>
                        <a:pt x="5501" y="11195"/>
                        <a:pt x="6028" y="11958"/>
                        <a:pt x="6754" y="11958"/>
                      </a:cubicBezTo>
                      <a:cubicBezTo>
                        <a:pt x="6775" y="11958"/>
                        <a:pt x="6795" y="11957"/>
                        <a:pt x="6816" y="11956"/>
                      </a:cubicBezTo>
                      <a:cubicBezTo>
                        <a:pt x="7646" y="11902"/>
                        <a:pt x="8074" y="10903"/>
                        <a:pt x="8083" y="10074"/>
                      </a:cubicBezTo>
                      <a:cubicBezTo>
                        <a:pt x="8101" y="9244"/>
                        <a:pt x="7922" y="8352"/>
                        <a:pt x="8342" y="7638"/>
                      </a:cubicBezTo>
                      <a:cubicBezTo>
                        <a:pt x="8501" y="7373"/>
                        <a:pt x="8783" y="7133"/>
                        <a:pt x="9077" y="7133"/>
                      </a:cubicBezTo>
                      <a:cubicBezTo>
                        <a:pt x="9129" y="7133"/>
                        <a:pt x="9182" y="7140"/>
                        <a:pt x="9234" y="7156"/>
                      </a:cubicBezTo>
                      <a:cubicBezTo>
                        <a:pt x="9698" y="7290"/>
                        <a:pt x="9814" y="7950"/>
                        <a:pt x="10268" y="8111"/>
                      </a:cubicBezTo>
                      <a:cubicBezTo>
                        <a:pt x="10333" y="8133"/>
                        <a:pt x="10396" y="8143"/>
                        <a:pt x="10457" y="8143"/>
                      </a:cubicBezTo>
                      <a:cubicBezTo>
                        <a:pt x="10897" y="8143"/>
                        <a:pt x="11257" y="7623"/>
                        <a:pt x="11500" y="7192"/>
                      </a:cubicBezTo>
                      <a:cubicBezTo>
                        <a:pt x="11702" y="6827"/>
                        <a:pt x="12110" y="6447"/>
                        <a:pt x="12474" y="6447"/>
                      </a:cubicBezTo>
                      <a:cubicBezTo>
                        <a:pt x="12591" y="6447"/>
                        <a:pt x="12703" y="6486"/>
                        <a:pt x="12802" y="6577"/>
                      </a:cubicBezTo>
                      <a:cubicBezTo>
                        <a:pt x="13061" y="6817"/>
                        <a:pt x="13034" y="7290"/>
                        <a:pt x="13346" y="7460"/>
                      </a:cubicBezTo>
                      <a:cubicBezTo>
                        <a:pt x="13413" y="7496"/>
                        <a:pt x="13481" y="7511"/>
                        <a:pt x="13551" y="7511"/>
                      </a:cubicBezTo>
                      <a:cubicBezTo>
                        <a:pt x="13950" y="7511"/>
                        <a:pt x="14389" y="7006"/>
                        <a:pt x="14772" y="7006"/>
                      </a:cubicBezTo>
                      <a:cubicBezTo>
                        <a:pt x="14849" y="7006"/>
                        <a:pt x="14925" y="7026"/>
                        <a:pt x="14997" y="7076"/>
                      </a:cubicBezTo>
                      <a:cubicBezTo>
                        <a:pt x="15104" y="7156"/>
                        <a:pt x="15166" y="7281"/>
                        <a:pt x="15211" y="7415"/>
                      </a:cubicBezTo>
                      <a:cubicBezTo>
                        <a:pt x="15648" y="8602"/>
                        <a:pt x="15273" y="10065"/>
                        <a:pt x="16040" y="11073"/>
                      </a:cubicBezTo>
                      <a:cubicBezTo>
                        <a:pt x="16156" y="11216"/>
                        <a:pt x="16290" y="11349"/>
                        <a:pt x="16460" y="11421"/>
                      </a:cubicBezTo>
                      <a:cubicBezTo>
                        <a:pt x="16543" y="11452"/>
                        <a:pt x="16631" y="11466"/>
                        <a:pt x="16720" y="11466"/>
                      </a:cubicBezTo>
                      <a:cubicBezTo>
                        <a:pt x="16908" y="11466"/>
                        <a:pt x="17102" y="11404"/>
                        <a:pt x="17272" y="11314"/>
                      </a:cubicBezTo>
                      <a:cubicBezTo>
                        <a:pt x="18262" y="10761"/>
                        <a:pt x="18360" y="9387"/>
                        <a:pt x="18244" y="8263"/>
                      </a:cubicBezTo>
                      <a:cubicBezTo>
                        <a:pt x="18217" y="7959"/>
                        <a:pt x="18208" y="7594"/>
                        <a:pt x="18476" y="7442"/>
                      </a:cubicBezTo>
                      <a:cubicBezTo>
                        <a:pt x="18538" y="7406"/>
                        <a:pt x="18606" y="7390"/>
                        <a:pt x="18675" y="7390"/>
                      </a:cubicBezTo>
                      <a:cubicBezTo>
                        <a:pt x="18866" y="7390"/>
                        <a:pt x="19067" y="7513"/>
                        <a:pt x="19172" y="7683"/>
                      </a:cubicBezTo>
                      <a:cubicBezTo>
                        <a:pt x="19243" y="7808"/>
                        <a:pt x="19288" y="7950"/>
                        <a:pt x="19306" y="8102"/>
                      </a:cubicBezTo>
                      <a:cubicBezTo>
                        <a:pt x="19335" y="8293"/>
                        <a:pt x="19492" y="8424"/>
                        <a:pt x="19671" y="8424"/>
                      </a:cubicBezTo>
                      <a:cubicBezTo>
                        <a:pt x="19709" y="8424"/>
                        <a:pt x="19748" y="8418"/>
                        <a:pt x="19787" y="8405"/>
                      </a:cubicBezTo>
                      <a:cubicBezTo>
                        <a:pt x="20251" y="8272"/>
                        <a:pt x="20635" y="7861"/>
                        <a:pt x="20813" y="7406"/>
                      </a:cubicBezTo>
                      <a:cubicBezTo>
                        <a:pt x="21054" y="6809"/>
                        <a:pt x="21018" y="6139"/>
                        <a:pt x="20983" y="5497"/>
                      </a:cubicBezTo>
                      <a:cubicBezTo>
                        <a:pt x="20947" y="4819"/>
                        <a:pt x="20911" y="4141"/>
                        <a:pt x="20867" y="3463"/>
                      </a:cubicBezTo>
                      <a:cubicBezTo>
                        <a:pt x="20849" y="3044"/>
                        <a:pt x="20822" y="2616"/>
                        <a:pt x="20697" y="2214"/>
                      </a:cubicBezTo>
                      <a:cubicBezTo>
                        <a:pt x="20331" y="1081"/>
                        <a:pt x="19181" y="341"/>
                        <a:pt x="18012" y="109"/>
                      </a:cubicBezTo>
                      <a:cubicBezTo>
                        <a:pt x="17619" y="32"/>
                        <a:pt x="17224" y="1"/>
                        <a:pt x="1682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61" name="Google Shape;661;p19"/>
                <p:cNvSpPr/>
                <p:nvPr/>
              </p:nvSpPr>
              <p:spPr>
                <a:xfrm flipH="1">
                  <a:off x="2615551" y="-470265"/>
                  <a:ext cx="1760908" cy="370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96" h="2965" extrusionOk="0">
                      <a:moveTo>
                        <a:pt x="7233" y="0"/>
                      </a:moveTo>
                      <a:cubicBezTo>
                        <a:pt x="7160" y="0"/>
                        <a:pt x="7087" y="4"/>
                        <a:pt x="7012" y="12"/>
                      </a:cubicBezTo>
                      <a:cubicBezTo>
                        <a:pt x="5977" y="119"/>
                        <a:pt x="5272" y="931"/>
                        <a:pt x="4487" y="1510"/>
                      </a:cubicBezTo>
                      <a:cubicBezTo>
                        <a:pt x="3718" y="2084"/>
                        <a:pt x="2849" y="2352"/>
                        <a:pt x="1954" y="2352"/>
                      </a:cubicBezTo>
                      <a:cubicBezTo>
                        <a:pt x="1428" y="2352"/>
                        <a:pt x="894" y="2260"/>
                        <a:pt x="366" y="2081"/>
                      </a:cubicBezTo>
                      <a:cubicBezTo>
                        <a:pt x="338" y="2072"/>
                        <a:pt x="312" y="2067"/>
                        <a:pt x="288" y="2067"/>
                      </a:cubicBezTo>
                      <a:cubicBezTo>
                        <a:pt x="70" y="2067"/>
                        <a:pt x="1" y="2430"/>
                        <a:pt x="250" y="2518"/>
                      </a:cubicBezTo>
                      <a:cubicBezTo>
                        <a:pt x="830" y="2716"/>
                        <a:pt x="1422" y="2827"/>
                        <a:pt x="2014" y="2827"/>
                      </a:cubicBezTo>
                      <a:cubicBezTo>
                        <a:pt x="2569" y="2827"/>
                        <a:pt x="3123" y="2730"/>
                        <a:pt x="3667" y="2518"/>
                      </a:cubicBezTo>
                      <a:cubicBezTo>
                        <a:pt x="4737" y="2099"/>
                        <a:pt x="5415" y="1162"/>
                        <a:pt x="6423" y="690"/>
                      </a:cubicBezTo>
                      <a:cubicBezTo>
                        <a:pt x="6688" y="567"/>
                        <a:pt x="6945" y="515"/>
                        <a:pt x="7196" y="515"/>
                      </a:cubicBezTo>
                      <a:cubicBezTo>
                        <a:pt x="8317" y="515"/>
                        <a:pt x="9317" y="1559"/>
                        <a:pt x="10286" y="2055"/>
                      </a:cubicBezTo>
                      <a:cubicBezTo>
                        <a:pt x="11366" y="2608"/>
                        <a:pt x="12552" y="2893"/>
                        <a:pt x="13774" y="2965"/>
                      </a:cubicBezTo>
                      <a:cubicBezTo>
                        <a:pt x="13780" y="2965"/>
                        <a:pt x="13785" y="2965"/>
                        <a:pt x="13791" y="2965"/>
                      </a:cubicBezTo>
                      <a:cubicBezTo>
                        <a:pt x="14095" y="2965"/>
                        <a:pt x="14090" y="2482"/>
                        <a:pt x="13774" y="2456"/>
                      </a:cubicBezTo>
                      <a:cubicBezTo>
                        <a:pt x="12293" y="2367"/>
                        <a:pt x="10928" y="1930"/>
                        <a:pt x="9697" y="1109"/>
                      </a:cubicBezTo>
                      <a:cubicBezTo>
                        <a:pt x="8944" y="612"/>
                        <a:pt x="8168" y="0"/>
                        <a:pt x="723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62" name="Google Shape;662;p19"/>
                <p:cNvSpPr/>
                <p:nvPr/>
              </p:nvSpPr>
              <p:spPr>
                <a:xfrm flipH="1">
                  <a:off x="4188136" y="119145"/>
                  <a:ext cx="104741" cy="81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4" h="626" extrusionOk="0">
                      <a:moveTo>
                        <a:pt x="402" y="1"/>
                      </a:moveTo>
                      <a:cubicBezTo>
                        <a:pt x="1" y="1"/>
                        <a:pt x="1" y="625"/>
                        <a:pt x="402" y="625"/>
                      </a:cubicBezTo>
                      <a:cubicBezTo>
                        <a:pt x="803" y="625"/>
                        <a:pt x="803" y="1"/>
                        <a:pt x="4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63" name="Google Shape;663;p19"/>
                <p:cNvSpPr/>
                <p:nvPr/>
              </p:nvSpPr>
              <p:spPr>
                <a:xfrm flipH="1">
                  <a:off x="4301997" y="276127"/>
                  <a:ext cx="102396" cy="79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6" h="607" extrusionOk="0">
                      <a:moveTo>
                        <a:pt x="393" y="0"/>
                      </a:moveTo>
                      <a:cubicBezTo>
                        <a:pt x="0" y="0"/>
                        <a:pt x="0" y="607"/>
                        <a:pt x="393" y="607"/>
                      </a:cubicBezTo>
                      <a:cubicBezTo>
                        <a:pt x="785" y="607"/>
                        <a:pt x="785" y="0"/>
                        <a:pt x="3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64" name="Google Shape;664;p19"/>
                <p:cNvSpPr/>
                <p:nvPr/>
              </p:nvSpPr>
              <p:spPr>
                <a:xfrm flipH="1">
                  <a:off x="3879826" y="107300"/>
                  <a:ext cx="62923" cy="48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3" h="375" extrusionOk="0">
                      <a:moveTo>
                        <a:pt x="241" y="0"/>
                      </a:moveTo>
                      <a:cubicBezTo>
                        <a:pt x="1" y="0"/>
                        <a:pt x="1" y="375"/>
                        <a:pt x="241" y="375"/>
                      </a:cubicBezTo>
                      <a:cubicBezTo>
                        <a:pt x="482" y="375"/>
                        <a:pt x="482" y="0"/>
                        <a:pt x="24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665" name="Google Shape;665;p19"/>
              <p:cNvSpPr/>
              <p:nvPr/>
            </p:nvSpPr>
            <p:spPr>
              <a:xfrm flipH="1">
                <a:off x="-1104609" y="-793398"/>
                <a:ext cx="3105258" cy="3107450"/>
              </a:xfrm>
              <a:custGeom>
                <a:avLst/>
                <a:gdLst/>
                <a:ahLst/>
                <a:cxnLst/>
                <a:rect l="l" t="t" r="r" b="b"/>
                <a:pathLst>
                  <a:path w="23133" h="23853" extrusionOk="0">
                    <a:moveTo>
                      <a:pt x="9957" y="1"/>
                    </a:moveTo>
                    <a:cubicBezTo>
                      <a:pt x="8344" y="1"/>
                      <a:pt x="5686" y="285"/>
                      <a:pt x="3917" y="622"/>
                    </a:cubicBezTo>
                    <a:cubicBezTo>
                      <a:pt x="2579" y="881"/>
                      <a:pt x="3239" y="2050"/>
                      <a:pt x="2668" y="2755"/>
                    </a:cubicBezTo>
                    <a:cubicBezTo>
                      <a:pt x="2106" y="3459"/>
                      <a:pt x="1339" y="3477"/>
                      <a:pt x="848" y="4235"/>
                    </a:cubicBezTo>
                    <a:cubicBezTo>
                      <a:pt x="116" y="5377"/>
                      <a:pt x="63" y="6805"/>
                      <a:pt x="27" y="8161"/>
                    </a:cubicBezTo>
                    <a:cubicBezTo>
                      <a:pt x="0" y="8928"/>
                      <a:pt x="224" y="9972"/>
                      <a:pt x="991" y="9981"/>
                    </a:cubicBezTo>
                    <a:cubicBezTo>
                      <a:pt x="994" y="9981"/>
                      <a:pt x="998" y="9981"/>
                      <a:pt x="1001" y="9981"/>
                    </a:cubicBezTo>
                    <a:cubicBezTo>
                      <a:pt x="1725" y="9981"/>
                      <a:pt x="1999" y="9058"/>
                      <a:pt x="2106" y="8339"/>
                    </a:cubicBezTo>
                    <a:cubicBezTo>
                      <a:pt x="2204" y="7684"/>
                      <a:pt x="2588" y="6864"/>
                      <a:pt x="3188" y="6864"/>
                    </a:cubicBezTo>
                    <a:cubicBezTo>
                      <a:pt x="3242" y="6864"/>
                      <a:pt x="3297" y="6871"/>
                      <a:pt x="3355" y="6885"/>
                    </a:cubicBezTo>
                    <a:cubicBezTo>
                      <a:pt x="3970" y="7037"/>
                      <a:pt x="4060" y="7840"/>
                      <a:pt x="4095" y="8464"/>
                    </a:cubicBezTo>
                    <a:cubicBezTo>
                      <a:pt x="4120" y="9048"/>
                      <a:pt x="4426" y="9795"/>
                      <a:pt x="4962" y="9795"/>
                    </a:cubicBezTo>
                    <a:cubicBezTo>
                      <a:pt x="4999" y="9795"/>
                      <a:pt x="5037" y="9792"/>
                      <a:pt x="5077" y="9784"/>
                    </a:cubicBezTo>
                    <a:cubicBezTo>
                      <a:pt x="5371" y="9731"/>
                      <a:pt x="5576" y="9463"/>
                      <a:pt x="5844" y="9320"/>
                    </a:cubicBezTo>
                    <a:cubicBezTo>
                      <a:pt x="5986" y="9246"/>
                      <a:pt x="6140" y="9212"/>
                      <a:pt x="6296" y="9212"/>
                    </a:cubicBezTo>
                    <a:cubicBezTo>
                      <a:pt x="6718" y="9212"/>
                      <a:pt x="7156" y="9457"/>
                      <a:pt x="7423" y="9802"/>
                    </a:cubicBezTo>
                    <a:cubicBezTo>
                      <a:pt x="7789" y="10275"/>
                      <a:pt x="7913" y="10882"/>
                      <a:pt x="8021" y="11470"/>
                    </a:cubicBezTo>
                    <a:cubicBezTo>
                      <a:pt x="8208" y="12416"/>
                      <a:pt x="8395" y="13362"/>
                      <a:pt x="8574" y="14307"/>
                    </a:cubicBezTo>
                    <a:cubicBezTo>
                      <a:pt x="8663" y="14771"/>
                      <a:pt x="8788" y="15280"/>
                      <a:pt x="9189" y="15512"/>
                    </a:cubicBezTo>
                    <a:cubicBezTo>
                      <a:pt x="9323" y="15590"/>
                      <a:pt x="9462" y="15625"/>
                      <a:pt x="9602" y="15625"/>
                    </a:cubicBezTo>
                    <a:cubicBezTo>
                      <a:pt x="10161" y="15625"/>
                      <a:pt x="10725" y="15064"/>
                      <a:pt x="10947" y="14486"/>
                    </a:cubicBezTo>
                    <a:cubicBezTo>
                      <a:pt x="11214" y="13763"/>
                      <a:pt x="11036" y="12532"/>
                      <a:pt x="11785" y="12345"/>
                    </a:cubicBezTo>
                    <a:cubicBezTo>
                      <a:pt x="11840" y="12331"/>
                      <a:pt x="11893" y="12325"/>
                      <a:pt x="11944" y="12325"/>
                    </a:cubicBezTo>
                    <a:cubicBezTo>
                      <a:pt x="12752" y="12325"/>
                      <a:pt x="13183" y="13899"/>
                      <a:pt x="13141" y="14780"/>
                    </a:cubicBezTo>
                    <a:cubicBezTo>
                      <a:pt x="12990" y="17589"/>
                      <a:pt x="12414" y="23853"/>
                      <a:pt x="14299" y="23853"/>
                    </a:cubicBezTo>
                    <a:cubicBezTo>
                      <a:pt x="14305" y="23853"/>
                      <a:pt x="14312" y="23853"/>
                      <a:pt x="14319" y="23853"/>
                    </a:cubicBezTo>
                    <a:cubicBezTo>
                      <a:pt x="16692" y="23781"/>
                      <a:pt x="13730" y="15717"/>
                      <a:pt x="15773" y="12354"/>
                    </a:cubicBezTo>
                    <a:cubicBezTo>
                      <a:pt x="15951" y="12050"/>
                      <a:pt x="16647" y="11444"/>
                      <a:pt x="16986" y="11337"/>
                    </a:cubicBezTo>
                    <a:cubicBezTo>
                      <a:pt x="17032" y="11323"/>
                      <a:pt x="17074" y="11316"/>
                      <a:pt x="17113" y="11316"/>
                    </a:cubicBezTo>
                    <a:cubicBezTo>
                      <a:pt x="17549" y="11316"/>
                      <a:pt x="17621" y="12116"/>
                      <a:pt x="18128" y="12247"/>
                    </a:cubicBezTo>
                    <a:cubicBezTo>
                      <a:pt x="18163" y="12255"/>
                      <a:pt x="18196" y="12259"/>
                      <a:pt x="18226" y="12259"/>
                    </a:cubicBezTo>
                    <a:cubicBezTo>
                      <a:pt x="18779" y="12259"/>
                      <a:pt x="18706" y="10953"/>
                      <a:pt x="19145" y="10480"/>
                    </a:cubicBezTo>
                    <a:cubicBezTo>
                      <a:pt x="19545" y="10050"/>
                      <a:pt x="20110" y="9732"/>
                      <a:pt x="20686" y="9732"/>
                    </a:cubicBezTo>
                    <a:cubicBezTo>
                      <a:pt x="20779" y="9732"/>
                      <a:pt x="20872" y="9740"/>
                      <a:pt x="20965" y="9758"/>
                    </a:cubicBezTo>
                    <a:cubicBezTo>
                      <a:pt x="21313" y="9815"/>
                      <a:pt x="21705" y="9983"/>
                      <a:pt x="22036" y="9983"/>
                    </a:cubicBezTo>
                    <a:cubicBezTo>
                      <a:pt x="22214" y="9983"/>
                      <a:pt x="22374" y="9934"/>
                      <a:pt x="22499" y="9793"/>
                    </a:cubicBezTo>
                    <a:cubicBezTo>
                      <a:pt x="22606" y="9668"/>
                      <a:pt x="22660" y="9508"/>
                      <a:pt x="22696" y="9347"/>
                    </a:cubicBezTo>
                    <a:cubicBezTo>
                      <a:pt x="23133" y="7349"/>
                      <a:pt x="22027" y="5119"/>
                      <a:pt x="20171" y="4262"/>
                    </a:cubicBezTo>
                    <a:cubicBezTo>
                      <a:pt x="19493" y="3950"/>
                      <a:pt x="18672" y="3754"/>
                      <a:pt x="18324" y="3094"/>
                    </a:cubicBezTo>
                    <a:cubicBezTo>
                      <a:pt x="18066" y="2612"/>
                      <a:pt x="18155" y="2023"/>
                      <a:pt x="18083" y="1479"/>
                    </a:cubicBezTo>
                    <a:cubicBezTo>
                      <a:pt x="18009" y="971"/>
                      <a:pt x="17654" y="408"/>
                      <a:pt x="17164" y="408"/>
                    </a:cubicBezTo>
                    <a:cubicBezTo>
                      <a:pt x="17129" y="408"/>
                      <a:pt x="17094" y="411"/>
                      <a:pt x="17058" y="417"/>
                    </a:cubicBezTo>
                    <a:cubicBezTo>
                      <a:pt x="17058" y="417"/>
                      <a:pt x="11892" y="60"/>
                      <a:pt x="10340" y="7"/>
                    </a:cubicBezTo>
                    <a:cubicBezTo>
                      <a:pt x="10220" y="3"/>
                      <a:pt x="10092" y="1"/>
                      <a:pt x="99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666" name="Google Shape;666;p19"/>
            <p:cNvSpPr/>
            <p:nvPr/>
          </p:nvSpPr>
          <p:spPr>
            <a:xfrm flipH="1">
              <a:off x="1209232" y="-153704"/>
              <a:ext cx="154639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" name="Google Shape;667;p19"/>
            <p:cNvSpPr/>
            <p:nvPr/>
          </p:nvSpPr>
          <p:spPr>
            <a:xfrm flipH="1">
              <a:off x="1032041" y="-82834"/>
              <a:ext cx="107925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8" name="Google Shape;668;p19"/>
            <p:cNvSpPr/>
            <p:nvPr/>
          </p:nvSpPr>
          <p:spPr>
            <a:xfrm flipH="1">
              <a:off x="1149363" y="74147"/>
              <a:ext cx="105509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9" name="Google Shape;669;p19"/>
            <p:cNvSpPr/>
            <p:nvPr/>
          </p:nvSpPr>
          <p:spPr>
            <a:xfrm flipH="1">
              <a:off x="1429646" y="98509"/>
              <a:ext cx="87521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0" name="Google Shape;670;p19"/>
            <p:cNvSpPr/>
            <p:nvPr/>
          </p:nvSpPr>
          <p:spPr>
            <a:xfrm flipH="1">
              <a:off x="868005" y="284411"/>
              <a:ext cx="101884" cy="75690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" name="Google Shape;671;p19"/>
            <p:cNvSpPr/>
            <p:nvPr/>
          </p:nvSpPr>
          <p:spPr>
            <a:xfrm rot="-763273">
              <a:off x="-365036" y="-328393"/>
              <a:ext cx="2614881" cy="573109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72" name="Google Shape;672;p19"/>
          <p:cNvGrpSpPr/>
          <p:nvPr/>
        </p:nvGrpSpPr>
        <p:grpSpPr>
          <a:xfrm>
            <a:off x="272341" y="153589"/>
            <a:ext cx="7742048" cy="4553821"/>
            <a:chOff x="59455" y="164939"/>
            <a:chExt cx="7742048" cy="4553821"/>
          </a:xfrm>
        </p:grpSpPr>
        <p:sp>
          <p:nvSpPr>
            <p:cNvPr id="673" name="Google Shape;673;p19"/>
            <p:cNvSpPr/>
            <p:nvPr/>
          </p:nvSpPr>
          <p:spPr>
            <a:xfrm rot="-3266906">
              <a:off x="5330860" y="716994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" name="Google Shape;674;p19"/>
            <p:cNvSpPr/>
            <p:nvPr/>
          </p:nvSpPr>
          <p:spPr>
            <a:xfrm rot="-3266906">
              <a:off x="7706507" y="9425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" name="Google Shape;675;p19"/>
            <p:cNvSpPr/>
            <p:nvPr/>
          </p:nvSpPr>
          <p:spPr>
            <a:xfrm rot="-3266906">
              <a:off x="97707" y="39505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" name="Google Shape;676;p19"/>
            <p:cNvSpPr/>
            <p:nvPr/>
          </p:nvSpPr>
          <p:spPr>
            <a:xfrm rot="1625383">
              <a:off x="1377854" y="4629897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" name="Google Shape;677;p19"/>
            <p:cNvSpPr/>
            <p:nvPr/>
          </p:nvSpPr>
          <p:spPr>
            <a:xfrm rot="3522601">
              <a:off x="1918735" y="93056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8" name="Google Shape;678;p19"/>
            <p:cNvSpPr/>
            <p:nvPr/>
          </p:nvSpPr>
          <p:spPr>
            <a:xfrm rot="-2695393">
              <a:off x="1030961" y="249614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9" name="Google Shape;679;p19"/>
            <p:cNvSpPr/>
            <p:nvPr/>
          </p:nvSpPr>
          <p:spPr>
            <a:xfrm rot="-1828995">
              <a:off x="2887183" y="4341799"/>
              <a:ext cx="151477" cy="74314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0" name="Google Shape;680;p19"/>
            <p:cNvSpPr/>
            <p:nvPr/>
          </p:nvSpPr>
          <p:spPr>
            <a:xfrm rot="-2695393">
              <a:off x="3840936" y="931539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1" name="Google Shape;681;p19"/>
            <p:cNvSpPr/>
            <p:nvPr/>
          </p:nvSpPr>
          <p:spPr>
            <a:xfrm rot="-3266906">
              <a:off x="278457" y="112829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2" name="Google Shape;682;p19"/>
            <p:cNvSpPr/>
            <p:nvPr/>
          </p:nvSpPr>
          <p:spPr>
            <a:xfrm rot="-2695393">
              <a:off x="2772111" y="16735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83" name="Google Shape;683;p19"/>
          <p:cNvSpPr txBox="1"/>
          <p:nvPr>
            <p:ph type="title"/>
          </p:nvPr>
        </p:nvSpPr>
        <p:spPr>
          <a:xfrm>
            <a:off x="713100" y="2173050"/>
            <a:ext cx="3687000" cy="84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84" name="Google Shape;684;p19"/>
          <p:cNvSpPr txBox="1"/>
          <p:nvPr>
            <p:ph type="title" idx="2" hasCustomPrompt="1"/>
          </p:nvPr>
        </p:nvSpPr>
        <p:spPr>
          <a:xfrm>
            <a:off x="1895688" y="1331250"/>
            <a:ext cx="1321800" cy="84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85" name="Google Shape;685;p19"/>
          <p:cNvSpPr txBox="1"/>
          <p:nvPr>
            <p:ph type="subTitle" idx="1"/>
          </p:nvPr>
        </p:nvSpPr>
        <p:spPr>
          <a:xfrm>
            <a:off x="1257138" y="3014850"/>
            <a:ext cx="2598900" cy="79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7" name="Google Shape;687;p20"/>
          <p:cNvGrpSpPr/>
          <p:nvPr/>
        </p:nvGrpSpPr>
        <p:grpSpPr>
          <a:xfrm>
            <a:off x="6133975" y="-686275"/>
            <a:ext cx="3679553" cy="1635316"/>
            <a:chOff x="0" y="-686275"/>
            <a:chExt cx="3679553" cy="1635316"/>
          </a:xfrm>
        </p:grpSpPr>
        <p:sp>
          <p:nvSpPr>
            <p:cNvPr id="688" name="Google Shape;688;p20"/>
            <p:cNvSpPr/>
            <p:nvPr/>
          </p:nvSpPr>
          <p:spPr>
            <a:xfrm>
              <a:off x="0" y="-686275"/>
              <a:ext cx="3588298" cy="1635316"/>
            </a:xfrm>
            <a:custGeom>
              <a:avLst/>
              <a:gdLst/>
              <a:ahLst/>
              <a:cxnLst/>
              <a:rect l="l" t="t" r="r" b="b"/>
              <a:pathLst>
                <a:path w="21055" h="11958" extrusionOk="0">
                  <a:moveTo>
                    <a:pt x="16827" y="1"/>
                  </a:moveTo>
                  <a:cubicBezTo>
                    <a:pt x="16033" y="1"/>
                    <a:pt x="15235" y="124"/>
                    <a:pt x="14444" y="243"/>
                  </a:cubicBezTo>
                  <a:cubicBezTo>
                    <a:pt x="14444" y="252"/>
                    <a:pt x="14435" y="252"/>
                    <a:pt x="14426" y="252"/>
                  </a:cubicBezTo>
                  <a:lnTo>
                    <a:pt x="446" y="3392"/>
                  </a:lnTo>
                  <a:cubicBezTo>
                    <a:pt x="304" y="3419"/>
                    <a:pt x="197" y="3535"/>
                    <a:pt x="161" y="3677"/>
                  </a:cubicBezTo>
                  <a:cubicBezTo>
                    <a:pt x="0" y="4355"/>
                    <a:pt x="18" y="5087"/>
                    <a:pt x="206" y="5765"/>
                  </a:cubicBezTo>
                  <a:cubicBezTo>
                    <a:pt x="249" y="5934"/>
                    <a:pt x="403" y="6030"/>
                    <a:pt x="560" y="6030"/>
                  </a:cubicBezTo>
                  <a:cubicBezTo>
                    <a:pt x="661" y="6030"/>
                    <a:pt x="763" y="5991"/>
                    <a:pt x="839" y="5908"/>
                  </a:cubicBezTo>
                  <a:cubicBezTo>
                    <a:pt x="839" y="5908"/>
                    <a:pt x="839" y="5908"/>
                    <a:pt x="839" y="5899"/>
                  </a:cubicBezTo>
                  <a:cubicBezTo>
                    <a:pt x="917" y="5821"/>
                    <a:pt x="1014" y="5785"/>
                    <a:pt x="1110" y="5785"/>
                  </a:cubicBezTo>
                  <a:cubicBezTo>
                    <a:pt x="1288" y="5785"/>
                    <a:pt x="1461" y="5909"/>
                    <a:pt x="1490" y="6113"/>
                  </a:cubicBezTo>
                  <a:cubicBezTo>
                    <a:pt x="1535" y="6425"/>
                    <a:pt x="1481" y="6782"/>
                    <a:pt x="1472" y="7112"/>
                  </a:cubicBezTo>
                  <a:cubicBezTo>
                    <a:pt x="1448" y="7622"/>
                    <a:pt x="1734" y="8277"/>
                    <a:pt x="2213" y="8277"/>
                  </a:cubicBezTo>
                  <a:cubicBezTo>
                    <a:pt x="2253" y="8277"/>
                    <a:pt x="2295" y="8272"/>
                    <a:pt x="2338" y="8263"/>
                  </a:cubicBezTo>
                  <a:cubicBezTo>
                    <a:pt x="2721" y="8173"/>
                    <a:pt x="2882" y="7718"/>
                    <a:pt x="3203" y="7478"/>
                  </a:cubicBezTo>
                  <a:cubicBezTo>
                    <a:pt x="3357" y="7360"/>
                    <a:pt x="3532" y="7309"/>
                    <a:pt x="3712" y="7309"/>
                  </a:cubicBezTo>
                  <a:cubicBezTo>
                    <a:pt x="4232" y="7309"/>
                    <a:pt x="4793" y="7737"/>
                    <a:pt x="5005" y="8254"/>
                  </a:cubicBezTo>
                  <a:cubicBezTo>
                    <a:pt x="5299" y="8950"/>
                    <a:pt x="5210" y="9735"/>
                    <a:pt x="5362" y="10475"/>
                  </a:cubicBezTo>
                  <a:cubicBezTo>
                    <a:pt x="5501" y="11195"/>
                    <a:pt x="6028" y="11958"/>
                    <a:pt x="6754" y="11958"/>
                  </a:cubicBezTo>
                  <a:cubicBezTo>
                    <a:pt x="6775" y="11958"/>
                    <a:pt x="6795" y="11957"/>
                    <a:pt x="6816" y="11956"/>
                  </a:cubicBezTo>
                  <a:cubicBezTo>
                    <a:pt x="7646" y="11902"/>
                    <a:pt x="8074" y="10903"/>
                    <a:pt x="8083" y="10074"/>
                  </a:cubicBezTo>
                  <a:cubicBezTo>
                    <a:pt x="8101" y="9244"/>
                    <a:pt x="7922" y="8352"/>
                    <a:pt x="8342" y="7638"/>
                  </a:cubicBezTo>
                  <a:cubicBezTo>
                    <a:pt x="8501" y="7373"/>
                    <a:pt x="8783" y="7133"/>
                    <a:pt x="9077" y="7133"/>
                  </a:cubicBezTo>
                  <a:cubicBezTo>
                    <a:pt x="9129" y="7133"/>
                    <a:pt x="9182" y="7140"/>
                    <a:pt x="9234" y="7156"/>
                  </a:cubicBezTo>
                  <a:cubicBezTo>
                    <a:pt x="9698" y="7290"/>
                    <a:pt x="9814" y="7950"/>
                    <a:pt x="10268" y="8111"/>
                  </a:cubicBezTo>
                  <a:cubicBezTo>
                    <a:pt x="10333" y="8133"/>
                    <a:pt x="10396" y="8143"/>
                    <a:pt x="10457" y="8143"/>
                  </a:cubicBezTo>
                  <a:cubicBezTo>
                    <a:pt x="10897" y="8143"/>
                    <a:pt x="11257" y="7623"/>
                    <a:pt x="11500" y="7192"/>
                  </a:cubicBezTo>
                  <a:cubicBezTo>
                    <a:pt x="11702" y="6827"/>
                    <a:pt x="12110" y="6447"/>
                    <a:pt x="12474" y="6447"/>
                  </a:cubicBezTo>
                  <a:cubicBezTo>
                    <a:pt x="12591" y="6447"/>
                    <a:pt x="12703" y="6486"/>
                    <a:pt x="12802" y="6577"/>
                  </a:cubicBezTo>
                  <a:cubicBezTo>
                    <a:pt x="13061" y="6817"/>
                    <a:pt x="13034" y="7290"/>
                    <a:pt x="13346" y="7460"/>
                  </a:cubicBezTo>
                  <a:cubicBezTo>
                    <a:pt x="13413" y="7496"/>
                    <a:pt x="13481" y="7511"/>
                    <a:pt x="13551" y="7511"/>
                  </a:cubicBezTo>
                  <a:cubicBezTo>
                    <a:pt x="13950" y="7511"/>
                    <a:pt x="14389" y="7006"/>
                    <a:pt x="14772" y="7006"/>
                  </a:cubicBezTo>
                  <a:cubicBezTo>
                    <a:pt x="14849" y="7006"/>
                    <a:pt x="14925" y="7026"/>
                    <a:pt x="14997" y="7076"/>
                  </a:cubicBezTo>
                  <a:cubicBezTo>
                    <a:pt x="15104" y="7156"/>
                    <a:pt x="15166" y="7281"/>
                    <a:pt x="15211" y="7415"/>
                  </a:cubicBezTo>
                  <a:cubicBezTo>
                    <a:pt x="15648" y="8602"/>
                    <a:pt x="15273" y="10065"/>
                    <a:pt x="16040" y="11073"/>
                  </a:cubicBezTo>
                  <a:cubicBezTo>
                    <a:pt x="16156" y="11216"/>
                    <a:pt x="16290" y="11349"/>
                    <a:pt x="16460" y="11421"/>
                  </a:cubicBezTo>
                  <a:cubicBezTo>
                    <a:pt x="16543" y="11452"/>
                    <a:pt x="16631" y="11466"/>
                    <a:pt x="16720" y="11466"/>
                  </a:cubicBezTo>
                  <a:cubicBezTo>
                    <a:pt x="16908" y="11466"/>
                    <a:pt x="17102" y="11404"/>
                    <a:pt x="17272" y="11314"/>
                  </a:cubicBezTo>
                  <a:cubicBezTo>
                    <a:pt x="18262" y="10761"/>
                    <a:pt x="18360" y="9387"/>
                    <a:pt x="18244" y="8263"/>
                  </a:cubicBezTo>
                  <a:cubicBezTo>
                    <a:pt x="18217" y="7959"/>
                    <a:pt x="18208" y="7594"/>
                    <a:pt x="18476" y="7442"/>
                  </a:cubicBezTo>
                  <a:cubicBezTo>
                    <a:pt x="18538" y="7406"/>
                    <a:pt x="18606" y="7390"/>
                    <a:pt x="18675" y="7390"/>
                  </a:cubicBezTo>
                  <a:cubicBezTo>
                    <a:pt x="18866" y="7390"/>
                    <a:pt x="19067" y="7513"/>
                    <a:pt x="19172" y="7683"/>
                  </a:cubicBezTo>
                  <a:cubicBezTo>
                    <a:pt x="19243" y="7808"/>
                    <a:pt x="19288" y="7950"/>
                    <a:pt x="19306" y="8102"/>
                  </a:cubicBezTo>
                  <a:cubicBezTo>
                    <a:pt x="19335" y="8293"/>
                    <a:pt x="19492" y="8424"/>
                    <a:pt x="19671" y="8424"/>
                  </a:cubicBezTo>
                  <a:cubicBezTo>
                    <a:pt x="19709" y="8424"/>
                    <a:pt x="19748" y="8418"/>
                    <a:pt x="19787" y="8405"/>
                  </a:cubicBezTo>
                  <a:cubicBezTo>
                    <a:pt x="20251" y="8272"/>
                    <a:pt x="20635" y="7861"/>
                    <a:pt x="20813" y="7406"/>
                  </a:cubicBezTo>
                  <a:cubicBezTo>
                    <a:pt x="21054" y="6809"/>
                    <a:pt x="21018" y="6139"/>
                    <a:pt x="20983" y="5497"/>
                  </a:cubicBezTo>
                  <a:cubicBezTo>
                    <a:pt x="20947" y="4819"/>
                    <a:pt x="20911" y="4141"/>
                    <a:pt x="20867" y="3463"/>
                  </a:cubicBezTo>
                  <a:cubicBezTo>
                    <a:pt x="20849" y="3044"/>
                    <a:pt x="20822" y="2616"/>
                    <a:pt x="20697" y="2214"/>
                  </a:cubicBezTo>
                  <a:cubicBezTo>
                    <a:pt x="20331" y="1081"/>
                    <a:pt x="19181" y="341"/>
                    <a:pt x="18012" y="109"/>
                  </a:cubicBezTo>
                  <a:cubicBezTo>
                    <a:pt x="17619" y="32"/>
                    <a:pt x="17224" y="1"/>
                    <a:pt x="168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9" name="Google Shape;689;p20"/>
            <p:cNvSpPr/>
            <p:nvPr/>
          </p:nvSpPr>
          <p:spPr>
            <a:xfrm rot="10800000">
              <a:off x="1865116" y="-156544"/>
              <a:ext cx="1814437" cy="370395"/>
            </a:xfrm>
            <a:custGeom>
              <a:avLst/>
              <a:gdLst/>
              <a:ahLst/>
              <a:cxnLst/>
              <a:rect l="l" t="t" r="r" b="b"/>
              <a:pathLst>
                <a:path w="14096" h="2965" extrusionOk="0">
                  <a:moveTo>
                    <a:pt x="7233" y="0"/>
                  </a:moveTo>
                  <a:cubicBezTo>
                    <a:pt x="7160" y="0"/>
                    <a:pt x="7087" y="4"/>
                    <a:pt x="7012" y="12"/>
                  </a:cubicBezTo>
                  <a:cubicBezTo>
                    <a:pt x="5977" y="119"/>
                    <a:pt x="5272" y="931"/>
                    <a:pt x="4487" y="1510"/>
                  </a:cubicBezTo>
                  <a:cubicBezTo>
                    <a:pt x="3718" y="2084"/>
                    <a:pt x="2849" y="2352"/>
                    <a:pt x="1954" y="2352"/>
                  </a:cubicBezTo>
                  <a:cubicBezTo>
                    <a:pt x="1428" y="2352"/>
                    <a:pt x="894" y="2260"/>
                    <a:pt x="366" y="2081"/>
                  </a:cubicBezTo>
                  <a:cubicBezTo>
                    <a:pt x="338" y="2072"/>
                    <a:pt x="312" y="2067"/>
                    <a:pt x="288" y="2067"/>
                  </a:cubicBezTo>
                  <a:cubicBezTo>
                    <a:pt x="70" y="2067"/>
                    <a:pt x="1" y="2430"/>
                    <a:pt x="250" y="2518"/>
                  </a:cubicBezTo>
                  <a:cubicBezTo>
                    <a:pt x="830" y="2716"/>
                    <a:pt x="1422" y="2827"/>
                    <a:pt x="2014" y="2827"/>
                  </a:cubicBezTo>
                  <a:cubicBezTo>
                    <a:pt x="2569" y="2827"/>
                    <a:pt x="3123" y="2730"/>
                    <a:pt x="3667" y="2518"/>
                  </a:cubicBezTo>
                  <a:cubicBezTo>
                    <a:pt x="4737" y="2099"/>
                    <a:pt x="5415" y="1162"/>
                    <a:pt x="6423" y="690"/>
                  </a:cubicBezTo>
                  <a:cubicBezTo>
                    <a:pt x="6688" y="567"/>
                    <a:pt x="6945" y="515"/>
                    <a:pt x="7196" y="515"/>
                  </a:cubicBezTo>
                  <a:cubicBezTo>
                    <a:pt x="8317" y="515"/>
                    <a:pt x="9317" y="1559"/>
                    <a:pt x="10286" y="2055"/>
                  </a:cubicBezTo>
                  <a:cubicBezTo>
                    <a:pt x="11366" y="2608"/>
                    <a:pt x="12552" y="2893"/>
                    <a:pt x="13774" y="2965"/>
                  </a:cubicBezTo>
                  <a:cubicBezTo>
                    <a:pt x="13780" y="2965"/>
                    <a:pt x="13785" y="2965"/>
                    <a:pt x="13791" y="2965"/>
                  </a:cubicBezTo>
                  <a:cubicBezTo>
                    <a:pt x="14095" y="2965"/>
                    <a:pt x="14090" y="2482"/>
                    <a:pt x="13774" y="2456"/>
                  </a:cubicBezTo>
                  <a:cubicBezTo>
                    <a:pt x="12293" y="2367"/>
                    <a:pt x="10928" y="1930"/>
                    <a:pt x="9697" y="1109"/>
                  </a:cubicBezTo>
                  <a:cubicBezTo>
                    <a:pt x="8944" y="612"/>
                    <a:pt x="8168" y="0"/>
                    <a:pt x="7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0" name="Google Shape;690;p20"/>
            <p:cNvSpPr/>
            <p:nvPr/>
          </p:nvSpPr>
          <p:spPr>
            <a:xfrm>
              <a:off x="976176" y="119154"/>
              <a:ext cx="107925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1" name="Google Shape;691;p20"/>
            <p:cNvSpPr/>
            <p:nvPr/>
          </p:nvSpPr>
          <p:spPr>
            <a:xfrm>
              <a:off x="861270" y="276135"/>
              <a:ext cx="105509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1336948" y="107308"/>
              <a:ext cx="64836" cy="48853"/>
            </a:xfrm>
            <a:custGeom>
              <a:avLst/>
              <a:gdLst/>
              <a:ahLst/>
              <a:cxnLst/>
              <a:rect l="l" t="t" r="r" b="b"/>
              <a:pathLst>
                <a:path w="483" h="375" extrusionOk="0">
                  <a:moveTo>
                    <a:pt x="241" y="0"/>
                  </a:moveTo>
                  <a:cubicBezTo>
                    <a:pt x="1" y="0"/>
                    <a:pt x="1" y="375"/>
                    <a:pt x="241" y="375"/>
                  </a:cubicBezTo>
                  <a:cubicBezTo>
                    <a:pt x="482" y="375"/>
                    <a:pt x="482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93" name="Google Shape;693;p20"/>
          <p:cNvGrpSpPr/>
          <p:nvPr/>
        </p:nvGrpSpPr>
        <p:grpSpPr>
          <a:xfrm flipH="1">
            <a:off x="282149" y="131414"/>
            <a:ext cx="8642964" cy="4916404"/>
            <a:chOff x="215499" y="131414"/>
            <a:chExt cx="8642964" cy="4916404"/>
          </a:xfrm>
        </p:grpSpPr>
        <p:sp>
          <p:nvSpPr>
            <p:cNvPr id="694" name="Google Shape;694;p20"/>
            <p:cNvSpPr/>
            <p:nvPr/>
          </p:nvSpPr>
          <p:spPr>
            <a:xfrm rot="-3266906">
              <a:off x="8006135" y="231469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5" name="Google Shape;695;p20"/>
            <p:cNvSpPr/>
            <p:nvPr/>
          </p:nvSpPr>
          <p:spPr>
            <a:xfrm rot="-3266906">
              <a:off x="8752307" y="14863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6" name="Google Shape;696;p20"/>
            <p:cNvSpPr/>
            <p:nvPr/>
          </p:nvSpPr>
          <p:spPr>
            <a:xfrm rot="10386262">
              <a:off x="7158440" y="262396"/>
              <a:ext cx="128531" cy="63057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7" name="Google Shape;697;p20"/>
            <p:cNvSpPr/>
            <p:nvPr/>
          </p:nvSpPr>
          <p:spPr>
            <a:xfrm rot="-3266906">
              <a:off x="480007" y="417959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8" name="Google Shape;698;p20"/>
            <p:cNvSpPr/>
            <p:nvPr/>
          </p:nvSpPr>
          <p:spPr>
            <a:xfrm rot="1625383">
              <a:off x="1814254" y="4953572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9" name="Google Shape;699;p20"/>
            <p:cNvSpPr/>
            <p:nvPr/>
          </p:nvSpPr>
          <p:spPr>
            <a:xfrm rot="3522601">
              <a:off x="3178860" y="14516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0" name="Google Shape;700;p20"/>
            <p:cNvSpPr/>
            <p:nvPr/>
          </p:nvSpPr>
          <p:spPr>
            <a:xfrm rot="-2695393">
              <a:off x="1133423" y="82025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1" name="Google Shape;701;p20"/>
            <p:cNvSpPr/>
            <p:nvPr/>
          </p:nvSpPr>
          <p:spPr>
            <a:xfrm rot="-2695393">
              <a:off x="5503982" y="256761"/>
              <a:ext cx="151480" cy="74315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2" name="Google Shape;702;p20"/>
            <p:cNvSpPr/>
            <p:nvPr/>
          </p:nvSpPr>
          <p:spPr>
            <a:xfrm rot="-1866820">
              <a:off x="8752036" y="2949940"/>
              <a:ext cx="57301" cy="147211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3" name="Google Shape;703;p20"/>
            <p:cNvSpPr/>
            <p:nvPr/>
          </p:nvSpPr>
          <p:spPr>
            <a:xfrm rot="-3266906">
              <a:off x="256135" y="2982832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4" name="Google Shape;704;p20"/>
            <p:cNvSpPr/>
            <p:nvPr/>
          </p:nvSpPr>
          <p:spPr>
            <a:xfrm rot="3522601">
              <a:off x="8752035" y="4209778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5" name="Google Shape;705;p20"/>
            <p:cNvSpPr/>
            <p:nvPr/>
          </p:nvSpPr>
          <p:spPr>
            <a:xfrm rot="-2695393">
              <a:off x="4219811" y="13382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6" name="Google Shape;706;p20"/>
            <p:cNvSpPr/>
            <p:nvPr/>
          </p:nvSpPr>
          <p:spPr>
            <a:xfrm rot="3522601">
              <a:off x="316710" y="147436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7" name="Google Shape;707;p20"/>
            <p:cNvSpPr/>
            <p:nvPr/>
          </p:nvSpPr>
          <p:spPr>
            <a:xfrm rot="-3266906">
              <a:off x="3983744" y="48072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8" name="Google Shape;708;p20"/>
            <p:cNvSpPr/>
            <p:nvPr/>
          </p:nvSpPr>
          <p:spPr>
            <a:xfrm rot="3522601">
              <a:off x="6054085" y="4911503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9" name="Google Shape;709;p20"/>
            <p:cNvSpPr/>
            <p:nvPr/>
          </p:nvSpPr>
          <p:spPr>
            <a:xfrm rot="-2695393">
              <a:off x="7808111" y="481235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10" name="Google Shape;71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2" name="Google Shape;712;p21"/>
          <p:cNvGrpSpPr/>
          <p:nvPr/>
        </p:nvGrpSpPr>
        <p:grpSpPr>
          <a:xfrm>
            <a:off x="0" y="-686275"/>
            <a:ext cx="9448800" cy="1747511"/>
            <a:chOff x="0" y="-686275"/>
            <a:chExt cx="9448800" cy="1747511"/>
          </a:xfrm>
        </p:grpSpPr>
        <p:sp>
          <p:nvSpPr>
            <p:cNvPr id="713" name="Google Shape;713;p21"/>
            <p:cNvSpPr/>
            <p:nvPr/>
          </p:nvSpPr>
          <p:spPr>
            <a:xfrm flipH="1">
              <a:off x="3377406" y="-337744"/>
              <a:ext cx="6071394" cy="1398980"/>
            </a:xfrm>
            <a:custGeom>
              <a:avLst/>
              <a:gdLst/>
              <a:ahLst/>
              <a:cxnLst/>
              <a:rect l="l" t="t" r="r" b="b"/>
              <a:pathLst>
                <a:path w="19663" h="6405" extrusionOk="0">
                  <a:moveTo>
                    <a:pt x="15799" y="0"/>
                  </a:moveTo>
                  <a:cubicBezTo>
                    <a:pt x="14930" y="0"/>
                    <a:pt x="14048" y="589"/>
                    <a:pt x="13212" y="812"/>
                  </a:cubicBezTo>
                  <a:cubicBezTo>
                    <a:pt x="12864" y="905"/>
                    <a:pt x="12513" y="943"/>
                    <a:pt x="12160" y="943"/>
                  </a:cubicBezTo>
                  <a:cubicBezTo>
                    <a:pt x="10715" y="943"/>
                    <a:pt x="9235" y="318"/>
                    <a:pt x="7772" y="318"/>
                  </a:cubicBezTo>
                  <a:cubicBezTo>
                    <a:pt x="7530" y="318"/>
                    <a:pt x="7289" y="336"/>
                    <a:pt x="7048" y="375"/>
                  </a:cubicBezTo>
                  <a:cubicBezTo>
                    <a:pt x="6660" y="444"/>
                    <a:pt x="6281" y="563"/>
                    <a:pt x="5886" y="563"/>
                  </a:cubicBezTo>
                  <a:cubicBezTo>
                    <a:pt x="5872" y="563"/>
                    <a:pt x="5858" y="563"/>
                    <a:pt x="5844" y="563"/>
                  </a:cubicBezTo>
                  <a:cubicBezTo>
                    <a:pt x="5288" y="550"/>
                    <a:pt x="4709" y="284"/>
                    <a:pt x="4175" y="284"/>
                  </a:cubicBezTo>
                  <a:cubicBezTo>
                    <a:pt x="3971" y="284"/>
                    <a:pt x="3774" y="323"/>
                    <a:pt x="3587" y="429"/>
                  </a:cubicBezTo>
                  <a:cubicBezTo>
                    <a:pt x="3444" y="509"/>
                    <a:pt x="3319" y="616"/>
                    <a:pt x="3167" y="661"/>
                  </a:cubicBezTo>
                  <a:cubicBezTo>
                    <a:pt x="3094" y="682"/>
                    <a:pt x="3019" y="690"/>
                    <a:pt x="2941" y="690"/>
                  </a:cubicBezTo>
                  <a:cubicBezTo>
                    <a:pt x="2593" y="690"/>
                    <a:pt x="2206" y="519"/>
                    <a:pt x="1846" y="519"/>
                  </a:cubicBezTo>
                  <a:cubicBezTo>
                    <a:pt x="1668" y="519"/>
                    <a:pt x="1496" y="561"/>
                    <a:pt x="1338" y="688"/>
                  </a:cubicBezTo>
                  <a:cubicBezTo>
                    <a:pt x="1187" y="812"/>
                    <a:pt x="1071" y="991"/>
                    <a:pt x="883" y="1044"/>
                  </a:cubicBezTo>
                  <a:cubicBezTo>
                    <a:pt x="842" y="1055"/>
                    <a:pt x="799" y="1057"/>
                    <a:pt x="756" y="1057"/>
                  </a:cubicBezTo>
                  <a:cubicBezTo>
                    <a:pt x="721" y="1057"/>
                    <a:pt x="686" y="1056"/>
                    <a:pt x="651" y="1056"/>
                  </a:cubicBezTo>
                  <a:cubicBezTo>
                    <a:pt x="618" y="1056"/>
                    <a:pt x="585" y="1057"/>
                    <a:pt x="553" y="1062"/>
                  </a:cubicBezTo>
                  <a:cubicBezTo>
                    <a:pt x="268" y="1098"/>
                    <a:pt x="63" y="1392"/>
                    <a:pt x="27" y="1687"/>
                  </a:cubicBezTo>
                  <a:cubicBezTo>
                    <a:pt x="0" y="1981"/>
                    <a:pt x="107" y="2275"/>
                    <a:pt x="250" y="2534"/>
                  </a:cubicBezTo>
                  <a:cubicBezTo>
                    <a:pt x="535" y="3080"/>
                    <a:pt x="1051" y="3574"/>
                    <a:pt x="1628" y="3574"/>
                  </a:cubicBezTo>
                  <a:cubicBezTo>
                    <a:pt x="1682" y="3574"/>
                    <a:pt x="1738" y="3569"/>
                    <a:pt x="1793" y="3560"/>
                  </a:cubicBezTo>
                  <a:cubicBezTo>
                    <a:pt x="2025" y="3524"/>
                    <a:pt x="2239" y="3408"/>
                    <a:pt x="2462" y="3337"/>
                  </a:cubicBezTo>
                  <a:cubicBezTo>
                    <a:pt x="2635" y="3288"/>
                    <a:pt x="2809" y="3268"/>
                    <a:pt x="2985" y="3268"/>
                  </a:cubicBezTo>
                  <a:cubicBezTo>
                    <a:pt x="3537" y="3268"/>
                    <a:pt x="4102" y="3459"/>
                    <a:pt x="4657" y="3507"/>
                  </a:cubicBezTo>
                  <a:cubicBezTo>
                    <a:pt x="4746" y="3514"/>
                    <a:pt x="4836" y="3517"/>
                    <a:pt x="4925" y="3517"/>
                  </a:cubicBezTo>
                  <a:cubicBezTo>
                    <a:pt x="6130" y="3517"/>
                    <a:pt x="7329" y="2921"/>
                    <a:pt x="8502" y="2921"/>
                  </a:cubicBezTo>
                  <a:cubicBezTo>
                    <a:pt x="8786" y="2921"/>
                    <a:pt x="9069" y="2956"/>
                    <a:pt x="9350" y="3043"/>
                  </a:cubicBezTo>
                  <a:cubicBezTo>
                    <a:pt x="9813" y="3185"/>
                    <a:pt x="10393" y="3373"/>
                    <a:pt x="10822" y="3551"/>
                  </a:cubicBezTo>
                  <a:cubicBezTo>
                    <a:pt x="11294" y="3756"/>
                    <a:pt x="11384" y="4086"/>
                    <a:pt x="11223" y="4595"/>
                  </a:cubicBezTo>
                  <a:cubicBezTo>
                    <a:pt x="11143" y="4871"/>
                    <a:pt x="11036" y="5157"/>
                    <a:pt x="11125" y="5434"/>
                  </a:cubicBezTo>
                  <a:cubicBezTo>
                    <a:pt x="11204" y="5665"/>
                    <a:pt x="11444" y="5804"/>
                    <a:pt x="11680" y="5804"/>
                  </a:cubicBezTo>
                  <a:cubicBezTo>
                    <a:pt x="11817" y="5804"/>
                    <a:pt x="11951" y="5758"/>
                    <a:pt x="12053" y="5657"/>
                  </a:cubicBezTo>
                  <a:cubicBezTo>
                    <a:pt x="12293" y="5416"/>
                    <a:pt x="12276" y="5023"/>
                    <a:pt x="12204" y="4684"/>
                  </a:cubicBezTo>
                  <a:cubicBezTo>
                    <a:pt x="12124" y="4309"/>
                    <a:pt x="11928" y="3872"/>
                    <a:pt x="12035" y="3498"/>
                  </a:cubicBezTo>
                  <a:cubicBezTo>
                    <a:pt x="12169" y="3061"/>
                    <a:pt x="12731" y="2686"/>
                    <a:pt x="13114" y="2543"/>
                  </a:cubicBezTo>
                  <a:cubicBezTo>
                    <a:pt x="13328" y="2465"/>
                    <a:pt x="13554" y="2426"/>
                    <a:pt x="13779" y="2426"/>
                  </a:cubicBezTo>
                  <a:cubicBezTo>
                    <a:pt x="14120" y="2426"/>
                    <a:pt x="14461" y="2514"/>
                    <a:pt x="14756" y="2686"/>
                  </a:cubicBezTo>
                  <a:cubicBezTo>
                    <a:pt x="15014" y="2837"/>
                    <a:pt x="15246" y="3061"/>
                    <a:pt x="15344" y="3355"/>
                  </a:cubicBezTo>
                  <a:cubicBezTo>
                    <a:pt x="15478" y="3810"/>
                    <a:pt x="15246" y="4283"/>
                    <a:pt x="15095" y="4738"/>
                  </a:cubicBezTo>
                  <a:cubicBezTo>
                    <a:pt x="14970" y="5086"/>
                    <a:pt x="14889" y="5478"/>
                    <a:pt x="15005" y="5835"/>
                  </a:cubicBezTo>
                  <a:cubicBezTo>
                    <a:pt x="15107" y="6147"/>
                    <a:pt x="15393" y="6405"/>
                    <a:pt x="15701" y="6405"/>
                  </a:cubicBezTo>
                  <a:cubicBezTo>
                    <a:pt x="15746" y="6405"/>
                    <a:pt x="15790" y="6399"/>
                    <a:pt x="15835" y="6388"/>
                  </a:cubicBezTo>
                  <a:cubicBezTo>
                    <a:pt x="16210" y="6290"/>
                    <a:pt x="16397" y="5817"/>
                    <a:pt x="16388" y="5407"/>
                  </a:cubicBezTo>
                  <a:cubicBezTo>
                    <a:pt x="16388" y="4996"/>
                    <a:pt x="16272" y="4586"/>
                    <a:pt x="16317" y="4185"/>
                  </a:cubicBezTo>
                  <a:cubicBezTo>
                    <a:pt x="16379" y="3583"/>
                    <a:pt x="16671" y="3442"/>
                    <a:pt x="17037" y="3442"/>
                  </a:cubicBezTo>
                  <a:cubicBezTo>
                    <a:pt x="17360" y="3442"/>
                    <a:pt x="17739" y="3551"/>
                    <a:pt x="18068" y="3551"/>
                  </a:cubicBezTo>
                  <a:cubicBezTo>
                    <a:pt x="18119" y="3551"/>
                    <a:pt x="18169" y="3548"/>
                    <a:pt x="18217" y="3542"/>
                  </a:cubicBezTo>
                  <a:cubicBezTo>
                    <a:pt x="18654" y="3489"/>
                    <a:pt x="19020" y="3069"/>
                    <a:pt x="19038" y="2614"/>
                  </a:cubicBezTo>
                  <a:cubicBezTo>
                    <a:pt x="19038" y="2445"/>
                    <a:pt x="19011" y="2267"/>
                    <a:pt x="19091" y="2124"/>
                  </a:cubicBezTo>
                  <a:cubicBezTo>
                    <a:pt x="19145" y="2026"/>
                    <a:pt x="19243" y="1963"/>
                    <a:pt x="19323" y="1892"/>
                  </a:cubicBezTo>
                  <a:cubicBezTo>
                    <a:pt x="19662" y="1553"/>
                    <a:pt x="19537" y="902"/>
                    <a:pt x="19154" y="616"/>
                  </a:cubicBezTo>
                  <a:cubicBezTo>
                    <a:pt x="18952" y="462"/>
                    <a:pt x="18703" y="397"/>
                    <a:pt x="18449" y="397"/>
                  </a:cubicBezTo>
                  <a:cubicBezTo>
                    <a:pt x="18231" y="397"/>
                    <a:pt x="18008" y="445"/>
                    <a:pt x="17807" y="527"/>
                  </a:cubicBezTo>
                  <a:cubicBezTo>
                    <a:pt x="17672" y="577"/>
                    <a:pt x="17538" y="644"/>
                    <a:pt x="17403" y="644"/>
                  </a:cubicBezTo>
                  <a:cubicBezTo>
                    <a:pt x="17395" y="644"/>
                    <a:pt x="17387" y="643"/>
                    <a:pt x="17378" y="643"/>
                  </a:cubicBezTo>
                  <a:cubicBezTo>
                    <a:pt x="17164" y="634"/>
                    <a:pt x="16995" y="465"/>
                    <a:pt x="16825" y="340"/>
                  </a:cubicBezTo>
                  <a:cubicBezTo>
                    <a:pt x="16488" y="93"/>
                    <a:pt x="16144" y="0"/>
                    <a:pt x="157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714" name="Google Shape;714;p21"/>
            <p:cNvGrpSpPr/>
            <p:nvPr/>
          </p:nvGrpSpPr>
          <p:grpSpPr>
            <a:xfrm flipH="1">
              <a:off x="4460582" y="47546"/>
              <a:ext cx="3429432" cy="338703"/>
              <a:chOff x="4387885" y="218763"/>
              <a:chExt cx="3328253" cy="338703"/>
            </a:xfrm>
          </p:grpSpPr>
          <p:sp>
            <p:nvSpPr>
              <p:cNvPr id="715" name="Google Shape;715;p21"/>
              <p:cNvSpPr/>
              <p:nvPr/>
            </p:nvSpPr>
            <p:spPr>
              <a:xfrm flipH="1">
                <a:off x="4693099" y="315338"/>
                <a:ext cx="150077" cy="11633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893" extrusionOk="0">
                    <a:moveTo>
                      <a:pt x="571" y="1"/>
                    </a:moveTo>
                    <a:cubicBezTo>
                      <a:pt x="0" y="1"/>
                      <a:pt x="0" y="893"/>
                      <a:pt x="571" y="893"/>
                    </a:cubicBezTo>
                    <a:cubicBezTo>
                      <a:pt x="1151" y="893"/>
                      <a:pt x="1151" y="1"/>
                      <a:pt x="5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6" name="Google Shape;716;p21"/>
              <p:cNvSpPr/>
              <p:nvPr/>
            </p:nvSpPr>
            <p:spPr>
              <a:xfrm flipH="1">
                <a:off x="7499882" y="321408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7" name="Google Shape;717;p21"/>
              <p:cNvSpPr/>
              <p:nvPr/>
            </p:nvSpPr>
            <p:spPr>
              <a:xfrm flipH="1">
                <a:off x="7613742" y="478389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8" name="Google Shape;718;p21"/>
              <p:cNvSpPr/>
              <p:nvPr/>
            </p:nvSpPr>
            <p:spPr>
              <a:xfrm flipH="1">
                <a:off x="4387885" y="218763"/>
                <a:ext cx="84939" cy="6644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510" extrusionOk="0">
                    <a:moveTo>
                      <a:pt x="331" y="1"/>
                    </a:moveTo>
                    <a:cubicBezTo>
                      <a:pt x="0" y="1"/>
                      <a:pt x="0" y="509"/>
                      <a:pt x="331" y="509"/>
                    </a:cubicBezTo>
                    <a:cubicBezTo>
                      <a:pt x="652" y="509"/>
                      <a:pt x="652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719" name="Google Shape;719;p21"/>
            <p:cNvSpPr/>
            <p:nvPr/>
          </p:nvSpPr>
          <p:spPr>
            <a:xfrm rot="350023">
              <a:off x="3796789" y="-119171"/>
              <a:ext cx="5556812" cy="295671"/>
            </a:xfrm>
            <a:custGeom>
              <a:avLst/>
              <a:gdLst/>
              <a:ahLst/>
              <a:cxnLst/>
              <a:rect l="l" t="t" r="r" b="b"/>
              <a:pathLst>
                <a:path w="163830" h="11827" extrusionOk="0">
                  <a:moveTo>
                    <a:pt x="0" y="11827"/>
                  </a:moveTo>
                  <a:cubicBezTo>
                    <a:pt x="4491" y="9902"/>
                    <a:pt x="8463" y="6894"/>
                    <a:pt x="12954" y="4969"/>
                  </a:cubicBezTo>
                  <a:cubicBezTo>
                    <a:pt x="16697" y="3365"/>
                    <a:pt x="21196" y="5195"/>
                    <a:pt x="25146" y="4207"/>
                  </a:cubicBezTo>
                  <a:cubicBezTo>
                    <a:pt x="33524" y="2112"/>
                    <a:pt x="42497" y="3040"/>
                    <a:pt x="51054" y="4207"/>
                  </a:cubicBezTo>
                  <a:cubicBezTo>
                    <a:pt x="58708" y="5251"/>
                    <a:pt x="66486" y="10139"/>
                    <a:pt x="73914" y="8017"/>
                  </a:cubicBezTo>
                  <a:cubicBezTo>
                    <a:pt x="79494" y="6423"/>
                    <a:pt x="84225" y="2297"/>
                    <a:pt x="89916" y="1159"/>
                  </a:cubicBezTo>
                  <a:cubicBezTo>
                    <a:pt x="98633" y="-584"/>
                    <a:pt x="107771" y="9"/>
                    <a:pt x="116586" y="1159"/>
                  </a:cubicBezTo>
                  <a:cubicBezTo>
                    <a:pt x="125383" y="2306"/>
                    <a:pt x="134257" y="3960"/>
                    <a:pt x="142494" y="7255"/>
                  </a:cubicBezTo>
                  <a:cubicBezTo>
                    <a:pt x="146267" y="8764"/>
                    <a:pt x="150743" y="6269"/>
                    <a:pt x="154686" y="7255"/>
                  </a:cubicBezTo>
                  <a:cubicBezTo>
                    <a:pt x="157803" y="8034"/>
                    <a:pt x="160617" y="10303"/>
                    <a:pt x="163830" y="10303"/>
                  </a:cubicBezTo>
                </a:path>
              </a:pathLst>
            </a:custGeom>
            <a:noFill/>
            <a:ln w="3810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0" name="Google Shape;720;p21"/>
            <p:cNvSpPr/>
            <p:nvPr/>
          </p:nvSpPr>
          <p:spPr>
            <a:xfrm>
              <a:off x="0" y="-686275"/>
              <a:ext cx="3588298" cy="1635316"/>
            </a:xfrm>
            <a:custGeom>
              <a:avLst/>
              <a:gdLst/>
              <a:ahLst/>
              <a:cxnLst/>
              <a:rect l="l" t="t" r="r" b="b"/>
              <a:pathLst>
                <a:path w="21055" h="11958" extrusionOk="0">
                  <a:moveTo>
                    <a:pt x="16827" y="1"/>
                  </a:moveTo>
                  <a:cubicBezTo>
                    <a:pt x="16033" y="1"/>
                    <a:pt x="15235" y="124"/>
                    <a:pt x="14444" y="243"/>
                  </a:cubicBezTo>
                  <a:cubicBezTo>
                    <a:pt x="14444" y="252"/>
                    <a:pt x="14435" y="252"/>
                    <a:pt x="14426" y="252"/>
                  </a:cubicBezTo>
                  <a:lnTo>
                    <a:pt x="446" y="3392"/>
                  </a:lnTo>
                  <a:cubicBezTo>
                    <a:pt x="304" y="3419"/>
                    <a:pt x="197" y="3535"/>
                    <a:pt x="161" y="3677"/>
                  </a:cubicBezTo>
                  <a:cubicBezTo>
                    <a:pt x="0" y="4355"/>
                    <a:pt x="18" y="5087"/>
                    <a:pt x="206" y="5765"/>
                  </a:cubicBezTo>
                  <a:cubicBezTo>
                    <a:pt x="249" y="5934"/>
                    <a:pt x="403" y="6030"/>
                    <a:pt x="560" y="6030"/>
                  </a:cubicBezTo>
                  <a:cubicBezTo>
                    <a:pt x="661" y="6030"/>
                    <a:pt x="763" y="5991"/>
                    <a:pt x="839" y="5908"/>
                  </a:cubicBezTo>
                  <a:cubicBezTo>
                    <a:pt x="839" y="5908"/>
                    <a:pt x="839" y="5908"/>
                    <a:pt x="839" y="5899"/>
                  </a:cubicBezTo>
                  <a:cubicBezTo>
                    <a:pt x="917" y="5821"/>
                    <a:pt x="1014" y="5785"/>
                    <a:pt x="1110" y="5785"/>
                  </a:cubicBezTo>
                  <a:cubicBezTo>
                    <a:pt x="1288" y="5785"/>
                    <a:pt x="1461" y="5909"/>
                    <a:pt x="1490" y="6113"/>
                  </a:cubicBezTo>
                  <a:cubicBezTo>
                    <a:pt x="1535" y="6425"/>
                    <a:pt x="1481" y="6782"/>
                    <a:pt x="1472" y="7112"/>
                  </a:cubicBezTo>
                  <a:cubicBezTo>
                    <a:pt x="1448" y="7622"/>
                    <a:pt x="1734" y="8277"/>
                    <a:pt x="2213" y="8277"/>
                  </a:cubicBezTo>
                  <a:cubicBezTo>
                    <a:pt x="2253" y="8277"/>
                    <a:pt x="2295" y="8272"/>
                    <a:pt x="2338" y="8263"/>
                  </a:cubicBezTo>
                  <a:cubicBezTo>
                    <a:pt x="2721" y="8173"/>
                    <a:pt x="2882" y="7718"/>
                    <a:pt x="3203" y="7478"/>
                  </a:cubicBezTo>
                  <a:cubicBezTo>
                    <a:pt x="3357" y="7360"/>
                    <a:pt x="3532" y="7309"/>
                    <a:pt x="3712" y="7309"/>
                  </a:cubicBezTo>
                  <a:cubicBezTo>
                    <a:pt x="4232" y="7309"/>
                    <a:pt x="4793" y="7737"/>
                    <a:pt x="5005" y="8254"/>
                  </a:cubicBezTo>
                  <a:cubicBezTo>
                    <a:pt x="5299" y="8950"/>
                    <a:pt x="5210" y="9735"/>
                    <a:pt x="5362" y="10475"/>
                  </a:cubicBezTo>
                  <a:cubicBezTo>
                    <a:pt x="5501" y="11195"/>
                    <a:pt x="6028" y="11958"/>
                    <a:pt x="6754" y="11958"/>
                  </a:cubicBezTo>
                  <a:cubicBezTo>
                    <a:pt x="6775" y="11958"/>
                    <a:pt x="6795" y="11957"/>
                    <a:pt x="6816" y="11956"/>
                  </a:cubicBezTo>
                  <a:cubicBezTo>
                    <a:pt x="7646" y="11902"/>
                    <a:pt x="8074" y="10903"/>
                    <a:pt x="8083" y="10074"/>
                  </a:cubicBezTo>
                  <a:cubicBezTo>
                    <a:pt x="8101" y="9244"/>
                    <a:pt x="7922" y="8352"/>
                    <a:pt x="8342" y="7638"/>
                  </a:cubicBezTo>
                  <a:cubicBezTo>
                    <a:pt x="8501" y="7373"/>
                    <a:pt x="8783" y="7133"/>
                    <a:pt x="9077" y="7133"/>
                  </a:cubicBezTo>
                  <a:cubicBezTo>
                    <a:pt x="9129" y="7133"/>
                    <a:pt x="9182" y="7140"/>
                    <a:pt x="9234" y="7156"/>
                  </a:cubicBezTo>
                  <a:cubicBezTo>
                    <a:pt x="9698" y="7290"/>
                    <a:pt x="9814" y="7950"/>
                    <a:pt x="10268" y="8111"/>
                  </a:cubicBezTo>
                  <a:cubicBezTo>
                    <a:pt x="10333" y="8133"/>
                    <a:pt x="10396" y="8143"/>
                    <a:pt x="10457" y="8143"/>
                  </a:cubicBezTo>
                  <a:cubicBezTo>
                    <a:pt x="10897" y="8143"/>
                    <a:pt x="11257" y="7623"/>
                    <a:pt x="11500" y="7192"/>
                  </a:cubicBezTo>
                  <a:cubicBezTo>
                    <a:pt x="11702" y="6827"/>
                    <a:pt x="12110" y="6447"/>
                    <a:pt x="12474" y="6447"/>
                  </a:cubicBezTo>
                  <a:cubicBezTo>
                    <a:pt x="12591" y="6447"/>
                    <a:pt x="12703" y="6486"/>
                    <a:pt x="12802" y="6577"/>
                  </a:cubicBezTo>
                  <a:cubicBezTo>
                    <a:pt x="13061" y="6817"/>
                    <a:pt x="13034" y="7290"/>
                    <a:pt x="13346" y="7460"/>
                  </a:cubicBezTo>
                  <a:cubicBezTo>
                    <a:pt x="13413" y="7496"/>
                    <a:pt x="13481" y="7511"/>
                    <a:pt x="13551" y="7511"/>
                  </a:cubicBezTo>
                  <a:cubicBezTo>
                    <a:pt x="13950" y="7511"/>
                    <a:pt x="14389" y="7006"/>
                    <a:pt x="14772" y="7006"/>
                  </a:cubicBezTo>
                  <a:cubicBezTo>
                    <a:pt x="14849" y="7006"/>
                    <a:pt x="14925" y="7026"/>
                    <a:pt x="14997" y="7076"/>
                  </a:cubicBezTo>
                  <a:cubicBezTo>
                    <a:pt x="15104" y="7156"/>
                    <a:pt x="15166" y="7281"/>
                    <a:pt x="15211" y="7415"/>
                  </a:cubicBezTo>
                  <a:cubicBezTo>
                    <a:pt x="15648" y="8602"/>
                    <a:pt x="15273" y="10065"/>
                    <a:pt x="16040" y="11073"/>
                  </a:cubicBezTo>
                  <a:cubicBezTo>
                    <a:pt x="16156" y="11216"/>
                    <a:pt x="16290" y="11349"/>
                    <a:pt x="16460" y="11421"/>
                  </a:cubicBezTo>
                  <a:cubicBezTo>
                    <a:pt x="16543" y="11452"/>
                    <a:pt x="16631" y="11466"/>
                    <a:pt x="16720" y="11466"/>
                  </a:cubicBezTo>
                  <a:cubicBezTo>
                    <a:pt x="16908" y="11466"/>
                    <a:pt x="17102" y="11404"/>
                    <a:pt x="17272" y="11314"/>
                  </a:cubicBezTo>
                  <a:cubicBezTo>
                    <a:pt x="18262" y="10761"/>
                    <a:pt x="18360" y="9387"/>
                    <a:pt x="18244" y="8263"/>
                  </a:cubicBezTo>
                  <a:cubicBezTo>
                    <a:pt x="18217" y="7959"/>
                    <a:pt x="18208" y="7594"/>
                    <a:pt x="18476" y="7442"/>
                  </a:cubicBezTo>
                  <a:cubicBezTo>
                    <a:pt x="18538" y="7406"/>
                    <a:pt x="18606" y="7390"/>
                    <a:pt x="18675" y="7390"/>
                  </a:cubicBezTo>
                  <a:cubicBezTo>
                    <a:pt x="18866" y="7390"/>
                    <a:pt x="19067" y="7513"/>
                    <a:pt x="19172" y="7683"/>
                  </a:cubicBezTo>
                  <a:cubicBezTo>
                    <a:pt x="19243" y="7808"/>
                    <a:pt x="19288" y="7950"/>
                    <a:pt x="19306" y="8102"/>
                  </a:cubicBezTo>
                  <a:cubicBezTo>
                    <a:pt x="19335" y="8293"/>
                    <a:pt x="19492" y="8424"/>
                    <a:pt x="19671" y="8424"/>
                  </a:cubicBezTo>
                  <a:cubicBezTo>
                    <a:pt x="19709" y="8424"/>
                    <a:pt x="19748" y="8418"/>
                    <a:pt x="19787" y="8405"/>
                  </a:cubicBezTo>
                  <a:cubicBezTo>
                    <a:pt x="20251" y="8272"/>
                    <a:pt x="20635" y="7861"/>
                    <a:pt x="20813" y="7406"/>
                  </a:cubicBezTo>
                  <a:cubicBezTo>
                    <a:pt x="21054" y="6809"/>
                    <a:pt x="21018" y="6139"/>
                    <a:pt x="20983" y="5497"/>
                  </a:cubicBezTo>
                  <a:cubicBezTo>
                    <a:pt x="20947" y="4819"/>
                    <a:pt x="20911" y="4141"/>
                    <a:pt x="20867" y="3463"/>
                  </a:cubicBezTo>
                  <a:cubicBezTo>
                    <a:pt x="20849" y="3044"/>
                    <a:pt x="20822" y="2616"/>
                    <a:pt x="20697" y="2214"/>
                  </a:cubicBezTo>
                  <a:cubicBezTo>
                    <a:pt x="20331" y="1081"/>
                    <a:pt x="19181" y="341"/>
                    <a:pt x="18012" y="109"/>
                  </a:cubicBezTo>
                  <a:cubicBezTo>
                    <a:pt x="17619" y="32"/>
                    <a:pt x="17224" y="1"/>
                    <a:pt x="168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1" name="Google Shape;721;p21"/>
            <p:cNvSpPr/>
            <p:nvPr/>
          </p:nvSpPr>
          <p:spPr>
            <a:xfrm rot="10800000">
              <a:off x="1865116" y="-156544"/>
              <a:ext cx="1814437" cy="370395"/>
            </a:xfrm>
            <a:custGeom>
              <a:avLst/>
              <a:gdLst/>
              <a:ahLst/>
              <a:cxnLst/>
              <a:rect l="l" t="t" r="r" b="b"/>
              <a:pathLst>
                <a:path w="14096" h="2965" extrusionOk="0">
                  <a:moveTo>
                    <a:pt x="7233" y="0"/>
                  </a:moveTo>
                  <a:cubicBezTo>
                    <a:pt x="7160" y="0"/>
                    <a:pt x="7087" y="4"/>
                    <a:pt x="7012" y="12"/>
                  </a:cubicBezTo>
                  <a:cubicBezTo>
                    <a:pt x="5977" y="119"/>
                    <a:pt x="5272" y="931"/>
                    <a:pt x="4487" y="1510"/>
                  </a:cubicBezTo>
                  <a:cubicBezTo>
                    <a:pt x="3718" y="2084"/>
                    <a:pt x="2849" y="2352"/>
                    <a:pt x="1954" y="2352"/>
                  </a:cubicBezTo>
                  <a:cubicBezTo>
                    <a:pt x="1428" y="2352"/>
                    <a:pt x="894" y="2260"/>
                    <a:pt x="366" y="2081"/>
                  </a:cubicBezTo>
                  <a:cubicBezTo>
                    <a:pt x="338" y="2072"/>
                    <a:pt x="312" y="2067"/>
                    <a:pt x="288" y="2067"/>
                  </a:cubicBezTo>
                  <a:cubicBezTo>
                    <a:pt x="70" y="2067"/>
                    <a:pt x="1" y="2430"/>
                    <a:pt x="250" y="2518"/>
                  </a:cubicBezTo>
                  <a:cubicBezTo>
                    <a:pt x="830" y="2716"/>
                    <a:pt x="1422" y="2827"/>
                    <a:pt x="2014" y="2827"/>
                  </a:cubicBezTo>
                  <a:cubicBezTo>
                    <a:pt x="2569" y="2827"/>
                    <a:pt x="3123" y="2730"/>
                    <a:pt x="3667" y="2518"/>
                  </a:cubicBezTo>
                  <a:cubicBezTo>
                    <a:pt x="4737" y="2099"/>
                    <a:pt x="5415" y="1162"/>
                    <a:pt x="6423" y="690"/>
                  </a:cubicBezTo>
                  <a:cubicBezTo>
                    <a:pt x="6688" y="567"/>
                    <a:pt x="6945" y="515"/>
                    <a:pt x="7196" y="515"/>
                  </a:cubicBezTo>
                  <a:cubicBezTo>
                    <a:pt x="8317" y="515"/>
                    <a:pt x="9317" y="1559"/>
                    <a:pt x="10286" y="2055"/>
                  </a:cubicBezTo>
                  <a:cubicBezTo>
                    <a:pt x="11366" y="2608"/>
                    <a:pt x="12552" y="2893"/>
                    <a:pt x="13774" y="2965"/>
                  </a:cubicBezTo>
                  <a:cubicBezTo>
                    <a:pt x="13780" y="2965"/>
                    <a:pt x="13785" y="2965"/>
                    <a:pt x="13791" y="2965"/>
                  </a:cubicBezTo>
                  <a:cubicBezTo>
                    <a:pt x="14095" y="2965"/>
                    <a:pt x="14090" y="2482"/>
                    <a:pt x="13774" y="2456"/>
                  </a:cubicBezTo>
                  <a:cubicBezTo>
                    <a:pt x="12293" y="2367"/>
                    <a:pt x="10928" y="1930"/>
                    <a:pt x="9697" y="1109"/>
                  </a:cubicBezTo>
                  <a:cubicBezTo>
                    <a:pt x="8944" y="612"/>
                    <a:pt x="8168" y="0"/>
                    <a:pt x="7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2" name="Google Shape;722;p21"/>
            <p:cNvSpPr/>
            <p:nvPr/>
          </p:nvSpPr>
          <p:spPr>
            <a:xfrm>
              <a:off x="976176" y="119154"/>
              <a:ext cx="107925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3" name="Google Shape;723;p21"/>
            <p:cNvSpPr/>
            <p:nvPr/>
          </p:nvSpPr>
          <p:spPr>
            <a:xfrm>
              <a:off x="861270" y="276135"/>
              <a:ext cx="105509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4" name="Google Shape;724;p21"/>
            <p:cNvSpPr/>
            <p:nvPr/>
          </p:nvSpPr>
          <p:spPr>
            <a:xfrm>
              <a:off x="1336948" y="107308"/>
              <a:ext cx="64836" cy="48853"/>
            </a:xfrm>
            <a:custGeom>
              <a:avLst/>
              <a:gdLst/>
              <a:ahLst/>
              <a:cxnLst/>
              <a:rect l="l" t="t" r="r" b="b"/>
              <a:pathLst>
                <a:path w="483" h="375" extrusionOk="0">
                  <a:moveTo>
                    <a:pt x="241" y="0"/>
                  </a:moveTo>
                  <a:cubicBezTo>
                    <a:pt x="1" y="0"/>
                    <a:pt x="1" y="375"/>
                    <a:pt x="241" y="375"/>
                  </a:cubicBezTo>
                  <a:cubicBezTo>
                    <a:pt x="482" y="375"/>
                    <a:pt x="482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25" name="Google Shape;725;p21"/>
          <p:cNvGrpSpPr/>
          <p:nvPr/>
        </p:nvGrpSpPr>
        <p:grpSpPr>
          <a:xfrm flipH="1">
            <a:off x="324915" y="493421"/>
            <a:ext cx="8522867" cy="4443296"/>
            <a:chOff x="292830" y="493421"/>
            <a:chExt cx="8522867" cy="4443296"/>
          </a:xfrm>
        </p:grpSpPr>
        <p:sp>
          <p:nvSpPr>
            <p:cNvPr id="726" name="Google Shape;726;p21"/>
            <p:cNvSpPr/>
            <p:nvPr/>
          </p:nvSpPr>
          <p:spPr>
            <a:xfrm rot="2115196">
              <a:off x="7446434" y="524282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7" name="Google Shape;727;p21"/>
            <p:cNvSpPr/>
            <p:nvPr/>
          </p:nvSpPr>
          <p:spPr>
            <a:xfrm rot="3277097">
              <a:off x="8583483" y="3054495"/>
              <a:ext cx="56744" cy="123224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8" name="Google Shape;728;p21"/>
            <p:cNvSpPr/>
            <p:nvPr/>
          </p:nvSpPr>
          <p:spPr>
            <a:xfrm rot="-9378507">
              <a:off x="3771268" y="1743061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9" name="Google Shape;729;p21"/>
            <p:cNvSpPr/>
            <p:nvPr/>
          </p:nvSpPr>
          <p:spPr>
            <a:xfrm rot="3574462">
              <a:off x="8583470" y="4434208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0" name="Google Shape;730;p21"/>
            <p:cNvSpPr/>
            <p:nvPr/>
          </p:nvSpPr>
          <p:spPr>
            <a:xfrm rot="1625383">
              <a:off x="5937929" y="4635285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1" name="Google Shape;731;p21"/>
            <p:cNvSpPr/>
            <p:nvPr/>
          </p:nvSpPr>
          <p:spPr>
            <a:xfrm rot="3522601">
              <a:off x="2724635" y="6637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2" name="Google Shape;732;p21"/>
            <p:cNvSpPr/>
            <p:nvPr/>
          </p:nvSpPr>
          <p:spPr>
            <a:xfrm rot="3418413">
              <a:off x="1608837" y="534390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3" name="Google Shape;733;p21"/>
            <p:cNvSpPr/>
            <p:nvPr/>
          </p:nvSpPr>
          <p:spPr>
            <a:xfrm rot="-6529139">
              <a:off x="276694" y="3221536"/>
              <a:ext cx="151480" cy="7431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4" name="Google Shape;734;p21"/>
            <p:cNvSpPr/>
            <p:nvPr/>
          </p:nvSpPr>
          <p:spPr>
            <a:xfrm rot="3522601">
              <a:off x="3657572" y="31641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5" name="Google Shape;735;p21"/>
            <p:cNvSpPr/>
            <p:nvPr/>
          </p:nvSpPr>
          <p:spPr>
            <a:xfrm rot="-3266906">
              <a:off x="5424310" y="781269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6" name="Google Shape;736;p21"/>
            <p:cNvSpPr/>
            <p:nvPr/>
          </p:nvSpPr>
          <p:spPr>
            <a:xfrm rot="3522601">
              <a:off x="681060" y="482528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7" name="Google Shape;737;p21"/>
            <p:cNvSpPr/>
            <p:nvPr/>
          </p:nvSpPr>
          <p:spPr>
            <a:xfrm rot="1867268">
              <a:off x="749324" y="4531489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8" name="Google Shape;738;p21"/>
            <p:cNvSpPr/>
            <p:nvPr/>
          </p:nvSpPr>
          <p:spPr>
            <a:xfrm rot="-2342076">
              <a:off x="8718435" y="1416552"/>
              <a:ext cx="57301" cy="147211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9" name="Google Shape;739;p21"/>
            <p:cNvSpPr/>
            <p:nvPr/>
          </p:nvSpPr>
          <p:spPr>
            <a:xfrm rot="-3266906">
              <a:off x="2724907" y="46661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0" name="Google Shape;740;p21"/>
            <p:cNvSpPr/>
            <p:nvPr/>
          </p:nvSpPr>
          <p:spPr>
            <a:xfrm rot="3522601">
              <a:off x="4253260" y="442221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1" name="Google Shape;741;p21"/>
            <p:cNvSpPr/>
            <p:nvPr/>
          </p:nvSpPr>
          <p:spPr>
            <a:xfrm rot="-2695393">
              <a:off x="7233123" y="478907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42" name="Google Shape;742;p21"/>
          <p:cNvSpPr txBox="1"/>
          <p:nvPr>
            <p:ph type="title"/>
          </p:nvPr>
        </p:nvSpPr>
        <p:spPr>
          <a:xfrm>
            <a:off x="720000" y="1391775"/>
            <a:ext cx="3893400" cy="181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43" name="Google Shape;743;p21"/>
          <p:cNvSpPr txBox="1"/>
          <p:nvPr>
            <p:ph type="subTitle" idx="1"/>
          </p:nvPr>
        </p:nvSpPr>
        <p:spPr>
          <a:xfrm>
            <a:off x="720000" y="3204225"/>
            <a:ext cx="3893400" cy="100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22"/>
          <p:cNvGrpSpPr/>
          <p:nvPr/>
        </p:nvGrpSpPr>
        <p:grpSpPr>
          <a:xfrm flipH="1">
            <a:off x="6708516" y="-869598"/>
            <a:ext cx="3389150" cy="3107450"/>
            <a:chOff x="-1180809" y="-869598"/>
            <a:chExt cx="3389150" cy="3107450"/>
          </a:xfrm>
        </p:grpSpPr>
        <p:sp>
          <p:nvSpPr>
            <p:cNvPr id="746" name="Google Shape;746;p22"/>
            <p:cNvSpPr/>
            <p:nvPr/>
          </p:nvSpPr>
          <p:spPr>
            <a:xfrm flipH="1">
              <a:off x="-1180809" y="-869598"/>
              <a:ext cx="3105258" cy="3107450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7" name="Google Shape;747;p22"/>
            <p:cNvSpPr/>
            <p:nvPr/>
          </p:nvSpPr>
          <p:spPr>
            <a:xfrm flipH="1">
              <a:off x="1133032" y="-229904"/>
              <a:ext cx="154639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8" name="Google Shape;748;p22"/>
            <p:cNvSpPr/>
            <p:nvPr/>
          </p:nvSpPr>
          <p:spPr>
            <a:xfrm flipH="1">
              <a:off x="955841" y="-159034"/>
              <a:ext cx="107925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9" name="Google Shape;749;p22"/>
            <p:cNvSpPr/>
            <p:nvPr/>
          </p:nvSpPr>
          <p:spPr>
            <a:xfrm flipH="1">
              <a:off x="1073163" y="-2053"/>
              <a:ext cx="105509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0" name="Google Shape;750;p22"/>
            <p:cNvSpPr/>
            <p:nvPr/>
          </p:nvSpPr>
          <p:spPr>
            <a:xfrm flipH="1">
              <a:off x="1353446" y="22309"/>
              <a:ext cx="87521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1" name="Google Shape;751;p22"/>
            <p:cNvSpPr/>
            <p:nvPr/>
          </p:nvSpPr>
          <p:spPr>
            <a:xfrm flipH="1">
              <a:off x="791805" y="208211"/>
              <a:ext cx="101884" cy="75690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2" name="Google Shape;752;p22"/>
            <p:cNvSpPr/>
            <p:nvPr/>
          </p:nvSpPr>
          <p:spPr>
            <a:xfrm rot="-763273">
              <a:off x="-441236" y="-404593"/>
              <a:ext cx="2614881" cy="573109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53" name="Google Shape;753;p22"/>
          <p:cNvGrpSpPr/>
          <p:nvPr/>
        </p:nvGrpSpPr>
        <p:grpSpPr>
          <a:xfrm>
            <a:off x="272341" y="164939"/>
            <a:ext cx="8497923" cy="4519991"/>
            <a:chOff x="59455" y="164939"/>
            <a:chExt cx="8497923" cy="4519991"/>
          </a:xfrm>
        </p:grpSpPr>
        <p:sp>
          <p:nvSpPr>
            <p:cNvPr id="754" name="Google Shape;754;p22"/>
            <p:cNvSpPr/>
            <p:nvPr/>
          </p:nvSpPr>
          <p:spPr>
            <a:xfrm rot="-3266906">
              <a:off x="6025935" y="621682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5" name="Google Shape;755;p22"/>
            <p:cNvSpPr/>
            <p:nvPr/>
          </p:nvSpPr>
          <p:spPr>
            <a:xfrm rot="-3266906">
              <a:off x="8462382" y="12649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6" name="Google Shape;756;p22"/>
            <p:cNvSpPr/>
            <p:nvPr/>
          </p:nvSpPr>
          <p:spPr>
            <a:xfrm rot="-3266906">
              <a:off x="7005941" y="4572572"/>
              <a:ext cx="128530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7" name="Google Shape;757;p22"/>
            <p:cNvSpPr/>
            <p:nvPr/>
          </p:nvSpPr>
          <p:spPr>
            <a:xfrm rot="-3266906">
              <a:off x="97707" y="39505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8" name="Google Shape;758;p22"/>
            <p:cNvSpPr/>
            <p:nvPr/>
          </p:nvSpPr>
          <p:spPr>
            <a:xfrm rot="1625383">
              <a:off x="2849454" y="4347435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9" name="Google Shape;759;p22"/>
            <p:cNvSpPr/>
            <p:nvPr/>
          </p:nvSpPr>
          <p:spPr>
            <a:xfrm rot="3522601">
              <a:off x="2972285" y="30681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0" name="Google Shape;760;p22"/>
            <p:cNvSpPr/>
            <p:nvPr/>
          </p:nvSpPr>
          <p:spPr>
            <a:xfrm rot="-2695393">
              <a:off x="1537861" y="90917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1" name="Google Shape;761;p22"/>
            <p:cNvSpPr/>
            <p:nvPr/>
          </p:nvSpPr>
          <p:spPr>
            <a:xfrm rot="-8488450">
              <a:off x="7205083" y="578475"/>
              <a:ext cx="151478" cy="74314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2" name="Google Shape;762;p22"/>
            <p:cNvSpPr/>
            <p:nvPr/>
          </p:nvSpPr>
          <p:spPr>
            <a:xfrm rot="-1982461">
              <a:off x="8462109" y="3311291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3" name="Google Shape;763;p22"/>
            <p:cNvSpPr/>
            <p:nvPr/>
          </p:nvSpPr>
          <p:spPr>
            <a:xfrm rot="2821290">
              <a:off x="4612135" y="714757"/>
              <a:ext cx="48619" cy="124905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4" name="Google Shape;764;p22"/>
            <p:cNvSpPr/>
            <p:nvPr/>
          </p:nvSpPr>
          <p:spPr>
            <a:xfrm rot="3522601">
              <a:off x="8223985" y="4305353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5" name="Google Shape;765;p22"/>
            <p:cNvSpPr/>
            <p:nvPr/>
          </p:nvSpPr>
          <p:spPr>
            <a:xfrm rot="-2695393">
              <a:off x="245048" y="36435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6" name="Google Shape;766;p22"/>
            <p:cNvSpPr/>
            <p:nvPr/>
          </p:nvSpPr>
          <p:spPr>
            <a:xfrm rot="3522601">
              <a:off x="1163910" y="409966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7" name="Google Shape;767;p22"/>
            <p:cNvSpPr/>
            <p:nvPr/>
          </p:nvSpPr>
          <p:spPr>
            <a:xfrm rot="-3266906">
              <a:off x="4222232" y="3119620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8" name="Google Shape;768;p22"/>
            <p:cNvSpPr/>
            <p:nvPr/>
          </p:nvSpPr>
          <p:spPr>
            <a:xfrm rot="3522601">
              <a:off x="5276535" y="454861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9" name="Google Shape;769;p22"/>
            <p:cNvSpPr/>
            <p:nvPr/>
          </p:nvSpPr>
          <p:spPr>
            <a:xfrm rot="-2695393">
              <a:off x="8407611" y="16735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70" name="Google Shape;770;p22"/>
          <p:cNvSpPr txBox="1"/>
          <p:nvPr>
            <p:ph type="title"/>
          </p:nvPr>
        </p:nvSpPr>
        <p:spPr>
          <a:xfrm>
            <a:off x="5070300" y="1267650"/>
            <a:ext cx="2202000" cy="130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1" name="Google Shape;771;p22"/>
          <p:cNvSpPr txBox="1"/>
          <p:nvPr>
            <p:ph type="subTitle" idx="1"/>
          </p:nvPr>
        </p:nvSpPr>
        <p:spPr>
          <a:xfrm>
            <a:off x="5070300" y="2571750"/>
            <a:ext cx="3360600" cy="130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"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3" name="Google Shape;773;p23"/>
          <p:cNvGrpSpPr/>
          <p:nvPr/>
        </p:nvGrpSpPr>
        <p:grpSpPr>
          <a:xfrm flipH="1">
            <a:off x="-1138771" y="-869598"/>
            <a:ext cx="3389150" cy="3107450"/>
            <a:chOff x="6748479" y="-869598"/>
            <a:chExt cx="3389150" cy="3107450"/>
          </a:xfrm>
        </p:grpSpPr>
        <p:sp>
          <p:nvSpPr>
            <p:cNvPr id="774" name="Google Shape;774;p23"/>
            <p:cNvSpPr/>
            <p:nvPr/>
          </p:nvSpPr>
          <p:spPr>
            <a:xfrm>
              <a:off x="7032370" y="-869598"/>
              <a:ext cx="3105258" cy="3107450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5" name="Google Shape;775;p23"/>
            <p:cNvSpPr/>
            <p:nvPr/>
          </p:nvSpPr>
          <p:spPr>
            <a:xfrm>
              <a:off x="7669149" y="-229904"/>
              <a:ext cx="154639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6" name="Google Shape;776;p23"/>
            <p:cNvSpPr/>
            <p:nvPr/>
          </p:nvSpPr>
          <p:spPr>
            <a:xfrm>
              <a:off x="7893054" y="-159034"/>
              <a:ext cx="107925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7" name="Google Shape;777;p23"/>
            <p:cNvSpPr/>
            <p:nvPr/>
          </p:nvSpPr>
          <p:spPr>
            <a:xfrm>
              <a:off x="7778148" y="-2053"/>
              <a:ext cx="105509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8" name="Google Shape;778;p23"/>
            <p:cNvSpPr/>
            <p:nvPr/>
          </p:nvSpPr>
          <p:spPr>
            <a:xfrm>
              <a:off x="7515852" y="22309"/>
              <a:ext cx="87521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9" name="Google Shape;779;p23"/>
            <p:cNvSpPr/>
            <p:nvPr/>
          </p:nvSpPr>
          <p:spPr>
            <a:xfrm>
              <a:off x="8063130" y="208211"/>
              <a:ext cx="101884" cy="75690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0" name="Google Shape;780;p23"/>
            <p:cNvSpPr/>
            <p:nvPr/>
          </p:nvSpPr>
          <p:spPr>
            <a:xfrm rot="763273" flipH="1">
              <a:off x="6783175" y="-404593"/>
              <a:ext cx="2614881" cy="573109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81" name="Google Shape;781;p23"/>
          <p:cNvGrpSpPr/>
          <p:nvPr/>
        </p:nvGrpSpPr>
        <p:grpSpPr>
          <a:xfrm flipH="1">
            <a:off x="189025" y="164939"/>
            <a:ext cx="8688354" cy="4675691"/>
            <a:chOff x="-133445" y="164939"/>
            <a:chExt cx="8688354" cy="4675691"/>
          </a:xfrm>
        </p:grpSpPr>
        <p:sp>
          <p:nvSpPr>
            <p:cNvPr id="782" name="Google Shape;782;p23"/>
            <p:cNvSpPr/>
            <p:nvPr/>
          </p:nvSpPr>
          <p:spPr>
            <a:xfrm rot="-3266906">
              <a:off x="6025935" y="621682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3" name="Google Shape;783;p23"/>
            <p:cNvSpPr/>
            <p:nvPr/>
          </p:nvSpPr>
          <p:spPr>
            <a:xfrm rot="-3266906">
              <a:off x="-95193" y="71559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4" name="Google Shape;784;p23"/>
            <p:cNvSpPr/>
            <p:nvPr/>
          </p:nvSpPr>
          <p:spPr>
            <a:xfrm rot="-3266906">
              <a:off x="7719766" y="1759022"/>
              <a:ext cx="128530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5" name="Google Shape;785;p23"/>
            <p:cNvSpPr/>
            <p:nvPr/>
          </p:nvSpPr>
          <p:spPr>
            <a:xfrm rot="-3266906">
              <a:off x="97707" y="39505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6" name="Google Shape;786;p23"/>
            <p:cNvSpPr/>
            <p:nvPr/>
          </p:nvSpPr>
          <p:spPr>
            <a:xfrm rot="1625383">
              <a:off x="2849454" y="4347435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7" name="Google Shape;787;p23"/>
            <p:cNvSpPr/>
            <p:nvPr/>
          </p:nvSpPr>
          <p:spPr>
            <a:xfrm rot="3522601">
              <a:off x="3131310" y="5420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8" name="Google Shape;788;p23"/>
            <p:cNvSpPr/>
            <p:nvPr/>
          </p:nvSpPr>
          <p:spPr>
            <a:xfrm rot="-2695393">
              <a:off x="1448411" y="31740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9" name="Google Shape;789;p23"/>
            <p:cNvSpPr/>
            <p:nvPr/>
          </p:nvSpPr>
          <p:spPr>
            <a:xfrm rot="-8488450">
              <a:off x="7205083" y="578475"/>
              <a:ext cx="151478" cy="74314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0" name="Google Shape;790;p23"/>
            <p:cNvSpPr/>
            <p:nvPr/>
          </p:nvSpPr>
          <p:spPr>
            <a:xfrm rot="-1982461">
              <a:off x="8462109" y="3311291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1" name="Google Shape;791;p23"/>
            <p:cNvSpPr/>
            <p:nvPr/>
          </p:nvSpPr>
          <p:spPr>
            <a:xfrm rot="2821290">
              <a:off x="4612135" y="714757"/>
              <a:ext cx="48619" cy="124905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2" name="Google Shape;792;p23"/>
            <p:cNvSpPr/>
            <p:nvPr/>
          </p:nvSpPr>
          <p:spPr>
            <a:xfrm rot="3522601">
              <a:off x="7614585" y="45304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3" name="Google Shape;793;p23"/>
            <p:cNvSpPr/>
            <p:nvPr/>
          </p:nvSpPr>
          <p:spPr>
            <a:xfrm rot="-2695393">
              <a:off x="92648" y="257415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4" name="Google Shape;794;p23"/>
            <p:cNvSpPr/>
            <p:nvPr/>
          </p:nvSpPr>
          <p:spPr>
            <a:xfrm rot="3522601">
              <a:off x="1163910" y="409966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5" name="Google Shape;795;p23"/>
            <p:cNvSpPr/>
            <p:nvPr/>
          </p:nvSpPr>
          <p:spPr>
            <a:xfrm rot="-3266906">
              <a:off x="3890782" y="29009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6" name="Google Shape;796;p23"/>
            <p:cNvSpPr/>
            <p:nvPr/>
          </p:nvSpPr>
          <p:spPr>
            <a:xfrm rot="3522601">
              <a:off x="5087710" y="470431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7" name="Google Shape;797;p23"/>
            <p:cNvSpPr/>
            <p:nvPr/>
          </p:nvSpPr>
          <p:spPr>
            <a:xfrm rot="-2695393">
              <a:off x="8407611" y="16735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98" name="Google Shape;798;p23"/>
          <p:cNvSpPr txBox="1"/>
          <p:nvPr>
            <p:ph type="title"/>
          </p:nvPr>
        </p:nvSpPr>
        <p:spPr>
          <a:xfrm>
            <a:off x="1871700" y="1267650"/>
            <a:ext cx="2202000" cy="130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99" name="Google Shape;799;p23"/>
          <p:cNvSpPr txBox="1"/>
          <p:nvPr>
            <p:ph type="subTitle" idx="1"/>
          </p:nvPr>
        </p:nvSpPr>
        <p:spPr>
          <a:xfrm>
            <a:off x="713100" y="2571750"/>
            <a:ext cx="3360600" cy="130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0"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1" name="Google Shape;801;p24"/>
          <p:cNvGrpSpPr/>
          <p:nvPr/>
        </p:nvGrpSpPr>
        <p:grpSpPr>
          <a:xfrm>
            <a:off x="260515" y="121584"/>
            <a:ext cx="8750274" cy="4867726"/>
            <a:chOff x="260515" y="121584"/>
            <a:chExt cx="8750274" cy="4867726"/>
          </a:xfrm>
        </p:grpSpPr>
        <p:sp>
          <p:nvSpPr>
            <p:cNvPr id="802" name="Google Shape;802;p24"/>
            <p:cNvSpPr/>
            <p:nvPr/>
          </p:nvSpPr>
          <p:spPr>
            <a:xfrm rot="-3266906">
              <a:off x="5434410" y="197319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3" name="Google Shape;803;p24"/>
            <p:cNvSpPr/>
            <p:nvPr/>
          </p:nvSpPr>
          <p:spPr>
            <a:xfrm rot="1929602">
              <a:off x="7800082" y="198145"/>
              <a:ext cx="56745" cy="123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4" name="Google Shape;804;p24"/>
            <p:cNvSpPr/>
            <p:nvPr/>
          </p:nvSpPr>
          <p:spPr>
            <a:xfrm rot="-3266906">
              <a:off x="8575616" y="2049072"/>
              <a:ext cx="128530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5" name="Google Shape;805;p24"/>
            <p:cNvSpPr/>
            <p:nvPr/>
          </p:nvSpPr>
          <p:spPr>
            <a:xfrm rot="3504313">
              <a:off x="1082906" y="128945"/>
              <a:ext cx="56745" cy="123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6" name="Google Shape;806;p24"/>
            <p:cNvSpPr/>
            <p:nvPr/>
          </p:nvSpPr>
          <p:spPr>
            <a:xfrm rot="1625383">
              <a:off x="2164479" y="4729710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7" name="Google Shape;807;p24"/>
            <p:cNvSpPr/>
            <p:nvPr/>
          </p:nvSpPr>
          <p:spPr>
            <a:xfrm rot="3522601">
              <a:off x="3189510" y="1106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8" name="Google Shape;808;p24"/>
            <p:cNvSpPr/>
            <p:nvPr/>
          </p:nvSpPr>
          <p:spPr>
            <a:xfrm rot="-2695393">
              <a:off x="8397461" y="428137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9" name="Google Shape;809;p24"/>
            <p:cNvSpPr/>
            <p:nvPr/>
          </p:nvSpPr>
          <p:spPr>
            <a:xfrm rot="-2695393">
              <a:off x="288220" y="4611286"/>
              <a:ext cx="151480" cy="74315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0" name="Google Shape;810;p24"/>
            <p:cNvSpPr/>
            <p:nvPr/>
          </p:nvSpPr>
          <p:spPr>
            <a:xfrm rot="-3266906">
              <a:off x="8921535" y="1106257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1" name="Google Shape;811;p24"/>
            <p:cNvSpPr/>
            <p:nvPr/>
          </p:nvSpPr>
          <p:spPr>
            <a:xfrm rot="2330256">
              <a:off x="298660" y="2426727"/>
              <a:ext cx="66877" cy="145230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2" name="Google Shape;812;p24"/>
            <p:cNvSpPr/>
            <p:nvPr/>
          </p:nvSpPr>
          <p:spPr>
            <a:xfrm rot="-3475107">
              <a:off x="335309" y="1128392"/>
              <a:ext cx="57300" cy="147206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3" name="Google Shape;813;p24"/>
            <p:cNvSpPr/>
            <p:nvPr/>
          </p:nvSpPr>
          <p:spPr>
            <a:xfrm rot="-275899">
              <a:off x="5580609" y="4840041"/>
              <a:ext cx="57301" cy="147209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4" name="Google Shape;814;p24"/>
            <p:cNvSpPr/>
            <p:nvPr/>
          </p:nvSpPr>
          <p:spPr>
            <a:xfrm rot="-8100000">
              <a:off x="6645361" y="473622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15" name="Google Shape;815;p24"/>
          <p:cNvSpPr txBox="1"/>
          <p:nvPr>
            <p:ph type="body" idx="1"/>
          </p:nvPr>
        </p:nvSpPr>
        <p:spPr>
          <a:xfrm>
            <a:off x="876700" y="1329325"/>
            <a:ext cx="3577800" cy="330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5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16" name="Google Shape;816;p24"/>
          <p:cNvSpPr txBox="1"/>
          <p:nvPr>
            <p:ph type="body" idx="2"/>
          </p:nvPr>
        </p:nvSpPr>
        <p:spPr>
          <a:xfrm>
            <a:off x="4689514" y="1329325"/>
            <a:ext cx="3577800" cy="330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25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17" name="Google Shape;817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3"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" name="Google Shape;819;p25"/>
          <p:cNvGrpSpPr/>
          <p:nvPr/>
        </p:nvGrpSpPr>
        <p:grpSpPr>
          <a:xfrm>
            <a:off x="-1269360" y="2919469"/>
            <a:ext cx="3316347" cy="3107450"/>
            <a:chOff x="-1024085" y="2690869"/>
            <a:chExt cx="3316347" cy="3107450"/>
          </a:xfrm>
        </p:grpSpPr>
        <p:sp>
          <p:nvSpPr>
            <p:cNvPr id="820" name="Google Shape;820;p25"/>
            <p:cNvSpPr/>
            <p:nvPr/>
          </p:nvSpPr>
          <p:spPr>
            <a:xfrm rot="10800000">
              <a:off x="-1024085" y="2690869"/>
              <a:ext cx="3316347" cy="3107450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1" name="Google Shape;821;p25"/>
            <p:cNvSpPr/>
            <p:nvPr/>
          </p:nvSpPr>
          <p:spPr>
            <a:xfrm rot="10800000">
              <a:off x="440186" y="5310440"/>
              <a:ext cx="165151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2" name="Google Shape;822;p25"/>
            <p:cNvSpPr/>
            <p:nvPr/>
          </p:nvSpPr>
          <p:spPr>
            <a:xfrm rot="10800000">
              <a:off x="250950" y="5274354"/>
              <a:ext cx="115261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3" name="Google Shape;823;p25"/>
            <p:cNvSpPr/>
            <p:nvPr/>
          </p:nvSpPr>
          <p:spPr>
            <a:xfrm rot="10800000">
              <a:off x="376247" y="5119848"/>
              <a:ext cx="112681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4" name="Google Shape;824;p25"/>
            <p:cNvSpPr/>
            <p:nvPr/>
          </p:nvSpPr>
          <p:spPr>
            <a:xfrm rot="10800000">
              <a:off x="675584" y="5108123"/>
              <a:ext cx="93471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5" name="Google Shape;825;p25"/>
            <p:cNvSpPr/>
            <p:nvPr/>
          </p:nvSpPr>
          <p:spPr>
            <a:xfrm rot="10800000">
              <a:off x="75764" y="4912972"/>
              <a:ext cx="108810" cy="75690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6" name="Google Shape;826;p25"/>
            <p:cNvSpPr/>
            <p:nvPr/>
          </p:nvSpPr>
          <p:spPr>
            <a:xfrm rot="10800000">
              <a:off x="-93115" y="5282561"/>
              <a:ext cx="69243" cy="48853"/>
            </a:xfrm>
            <a:custGeom>
              <a:avLst/>
              <a:gdLst/>
              <a:ahLst/>
              <a:cxnLst/>
              <a:rect l="l" t="t" r="r" b="b"/>
              <a:pathLst>
                <a:path w="483" h="375" extrusionOk="0">
                  <a:moveTo>
                    <a:pt x="241" y="0"/>
                  </a:moveTo>
                  <a:cubicBezTo>
                    <a:pt x="1" y="0"/>
                    <a:pt x="1" y="375"/>
                    <a:pt x="241" y="375"/>
                  </a:cubicBezTo>
                  <a:cubicBezTo>
                    <a:pt x="482" y="375"/>
                    <a:pt x="482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7" name="Google Shape;827;p25"/>
            <p:cNvSpPr/>
            <p:nvPr/>
          </p:nvSpPr>
          <p:spPr>
            <a:xfrm rot="10800000">
              <a:off x="-824672" y="4518618"/>
              <a:ext cx="3104174" cy="830503"/>
            </a:xfrm>
            <a:custGeom>
              <a:avLst/>
              <a:gdLst/>
              <a:ahLst/>
              <a:cxnLst/>
              <a:rect l="l" t="t" r="r" b="b"/>
              <a:pathLst>
                <a:path w="21653" h="6375" extrusionOk="0">
                  <a:moveTo>
                    <a:pt x="3331" y="0"/>
                  </a:moveTo>
                  <a:cubicBezTo>
                    <a:pt x="2868" y="0"/>
                    <a:pt x="2391" y="178"/>
                    <a:pt x="2035" y="470"/>
                  </a:cubicBezTo>
                  <a:cubicBezTo>
                    <a:pt x="1499" y="907"/>
                    <a:pt x="1241" y="1514"/>
                    <a:pt x="920" y="2112"/>
                  </a:cubicBezTo>
                  <a:cubicBezTo>
                    <a:pt x="857" y="2236"/>
                    <a:pt x="786" y="2451"/>
                    <a:pt x="670" y="2522"/>
                  </a:cubicBezTo>
                  <a:lnTo>
                    <a:pt x="152" y="2504"/>
                  </a:lnTo>
                  <a:cubicBezTo>
                    <a:pt x="117" y="2451"/>
                    <a:pt x="81" y="2406"/>
                    <a:pt x="45" y="2352"/>
                  </a:cubicBezTo>
                  <a:cubicBezTo>
                    <a:pt x="27" y="2504"/>
                    <a:pt x="10" y="2665"/>
                    <a:pt x="1" y="2825"/>
                  </a:cubicBezTo>
                  <a:cubicBezTo>
                    <a:pt x="81" y="2879"/>
                    <a:pt x="170" y="2914"/>
                    <a:pt x="286" y="2941"/>
                  </a:cubicBezTo>
                  <a:cubicBezTo>
                    <a:pt x="341" y="2955"/>
                    <a:pt x="394" y="2961"/>
                    <a:pt x="444" y="2961"/>
                  </a:cubicBezTo>
                  <a:cubicBezTo>
                    <a:pt x="760" y="2961"/>
                    <a:pt x="982" y="2712"/>
                    <a:pt x="1152" y="2451"/>
                  </a:cubicBezTo>
                  <a:cubicBezTo>
                    <a:pt x="1606" y="1719"/>
                    <a:pt x="1865" y="827"/>
                    <a:pt x="2739" y="488"/>
                  </a:cubicBezTo>
                  <a:cubicBezTo>
                    <a:pt x="2926" y="417"/>
                    <a:pt x="3116" y="378"/>
                    <a:pt x="3301" y="378"/>
                  </a:cubicBezTo>
                  <a:cubicBezTo>
                    <a:pt x="3602" y="378"/>
                    <a:pt x="3890" y="482"/>
                    <a:pt x="4122" y="720"/>
                  </a:cubicBezTo>
                  <a:cubicBezTo>
                    <a:pt x="4408" y="1023"/>
                    <a:pt x="4452" y="1416"/>
                    <a:pt x="4559" y="1799"/>
                  </a:cubicBezTo>
                  <a:cubicBezTo>
                    <a:pt x="4684" y="2290"/>
                    <a:pt x="4836" y="2798"/>
                    <a:pt x="5327" y="3030"/>
                  </a:cubicBezTo>
                  <a:cubicBezTo>
                    <a:pt x="5500" y="3117"/>
                    <a:pt x="5689" y="3156"/>
                    <a:pt x="5879" y="3156"/>
                  </a:cubicBezTo>
                  <a:cubicBezTo>
                    <a:pt x="6156" y="3156"/>
                    <a:pt x="6435" y="3074"/>
                    <a:pt x="6674" y="2941"/>
                  </a:cubicBezTo>
                  <a:cubicBezTo>
                    <a:pt x="6959" y="2790"/>
                    <a:pt x="7200" y="2558"/>
                    <a:pt x="7423" y="2326"/>
                  </a:cubicBezTo>
                  <a:cubicBezTo>
                    <a:pt x="7708" y="2022"/>
                    <a:pt x="7655" y="1978"/>
                    <a:pt x="8128" y="1942"/>
                  </a:cubicBezTo>
                  <a:cubicBezTo>
                    <a:pt x="8175" y="1937"/>
                    <a:pt x="8219" y="1935"/>
                    <a:pt x="8260" y="1935"/>
                  </a:cubicBezTo>
                  <a:cubicBezTo>
                    <a:pt x="8676" y="1935"/>
                    <a:pt x="8790" y="2178"/>
                    <a:pt x="8993" y="2584"/>
                  </a:cubicBezTo>
                  <a:cubicBezTo>
                    <a:pt x="9484" y="3601"/>
                    <a:pt x="9314" y="5725"/>
                    <a:pt x="10519" y="6269"/>
                  </a:cubicBezTo>
                  <a:cubicBezTo>
                    <a:pt x="10682" y="6342"/>
                    <a:pt x="10829" y="6374"/>
                    <a:pt x="10963" y="6374"/>
                  </a:cubicBezTo>
                  <a:cubicBezTo>
                    <a:pt x="11962" y="6374"/>
                    <a:pt x="12243" y="4566"/>
                    <a:pt x="12856" y="4047"/>
                  </a:cubicBezTo>
                  <a:cubicBezTo>
                    <a:pt x="13079" y="3861"/>
                    <a:pt x="13289" y="3784"/>
                    <a:pt x="13489" y="3784"/>
                  </a:cubicBezTo>
                  <a:cubicBezTo>
                    <a:pt x="14450" y="3784"/>
                    <a:pt x="15201" y="5552"/>
                    <a:pt x="16197" y="5552"/>
                  </a:cubicBezTo>
                  <a:cubicBezTo>
                    <a:pt x="16398" y="5552"/>
                    <a:pt x="16610" y="5479"/>
                    <a:pt x="16835" y="5305"/>
                  </a:cubicBezTo>
                  <a:cubicBezTo>
                    <a:pt x="17227" y="5002"/>
                    <a:pt x="17218" y="4502"/>
                    <a:pt x="17325" y="4065"/>
                  </a:cubicBezTo>
                  <a:cubicBezTo>
                    <a:pt x="17450" y="3557"/>
                    <a:pt x="17718" y="3173"/>
                    <a:pt x="18244" y="3030"/>
                  </a:cubicBezTo>
                  <a:cubicBezTo>
                    <a:pt x="18349" y="3002"/>
                    <a:pt x="18448" y="2989"/>
                    <a:pt x="18544" y="2989"/>
                  </a:cubicBezTo>
                  <a:cubicBezTo>
                    <a:pt x="18954" y="2989"/>
                    <a:pt x="19294" y="3224"/>
                    <a:pt x="19663" y="3441"/>
                  </a:cubicBezTo>
                  <a:cubicBezTo>
                    <a:pt x="19945" y="3607"/>
                    <a:pt x="20306" y="3773"/>
                    <a:pt x="20650" y="3773"/>
                  </a:cubicBezTo>
                  <a:cubicBezTo>
                    <a:pt x="20861" y="3773"/>
                    <a:pt x="21066" y="3710"/>
                    <a:pt x="21242" y="3548"/>
                  </a:cubicBezTo>
                  <a:cubicBezTo>
                    <a:pt x="21652" y="3182"/>
                    <a:pt x="21500" y="2486"/>
                    <a:pt x="21429" y="2013"/>
                  </a:cubicBezTo>
                  <a:cubicBezTo>
                    <a:pt x="21376" y="1666"/>
                    <a:pt x="21304" y="1327"/>
                    <a:pt x="21206" y="996"/>
                  </a:cubicBezTo>
                  <a:cubicBezTo>
                    <a:pt x="21028" y="827"/>
                    <a:pt x="20840" y="684"/>
                    <a:pt x="20635" y="541"/>
                  </a:cubicBezTo>
                  <a:lnTo>
                    <a:pt x="20635" y="541"/>
                  </a:lnTo>
                  <a:cubicBezTo>
                    <a:pt x="20778" y="898"/>
                    <a:pt x="20894" y="1273"/>
                    <a:pt x="20974" y="1657"/>
                  </a:cubicBezTo>
                  <a:cubicBezTo>
                    <a:pt x="21045" y="1969"/>
                    <a:pt x="21188" y="2433"/>
                    <a:pt x="21117" y="2754"/>
                  </a:cubicBezTo>
                  <a:cubicBezTo>
                    <a:pt x="21027" y="3192"/>
                    <a:pt x="20815" y="3353"/>
                    <a:pt x="20549" y="3353"/>
                  </a:cubicBezTo>
                  <a:cubicBezTo>
                    <a:pt x="20338" y="3353"/>
                    <a:pt x="20094" y="3252"/>
                    <a:pt x="19850" y="3111"/>
                  </a:cubicBezTo>
                  <a:cubicBezTo>
                    <a:pt x="19436" y="2871"/>
                    <a:pt x="19061" y="2615"/>
                    <a:pt x="18581" y="2615"/>
                  </a:cubicBezTo>
                  <a:cubicBezTo>
                    <a:pt x="18544" y="2615"/>
                    <a:pt x="18506" y="2617"/>
                    <a:pt x="18467" y="2620"/>
                  </a:cubicBezTo>
                  <a:cubicBezTo>
                    <a:pt x="18084" y="2647"/>
                    <a:pt x="17709" y="2816"/>
                    <a:pt x="17432" y="3075"/>
                  </a:cubicBezTo>
                  <a:cubicBezTo>
                    <a:pt x="17004" y="3485"/>
                    <a:pt x="17058" y="3931"/>
                    <a:pt x="16888" y="4449"/>
                  </a:cubicBezTo>
                  <a:cubicBezTo>
                    <a:pt x="16720" y="4958"/>
                    <a:pt x="16482" y="5142"/>
                    <a:pt x="16221" y="5142"/>
                  </a:cubicBezTo>
                  <a:cubicBezTo>
                    <a:pt x="15697" y="5142"/>
                    <a:pt x="15078" y="4396"/>
                    <a:pt x="14738" y="4056"/>
                  </a:cubicBezTo>
                  <a:cubicBezTo>
                    <a:pt x="14399" y="3726"/>
                    <a:pt x="13989" y="3405"/>
                    <a:pt x="13489" y="3405"/>
                  </a:cubicBezTo>
                  <a:cubicBezTo>
                    <a:pt x="13034" y="3405"/>
                    <a:pt x="12651" y="3691"/>
                    <a:pt x="12374" y="4030"/>
                  </a:cubicBezTo>
                  <a:cubicBezTo>
                    <a:pt x="12029" y="4455"/>
                    <a:pt x="11648" y="5954"/>
                    <a:pt x="10894" y="5954"/>
                  </a:cubicBezTo>
                  <a:cubicBezTo>
                    <a:pt x="10810" y="5954"/>
                    <a:pt x="10720" y="5935"/>
                    <a:pt x="10626" y="5894"/>
                  </a:cubicBezTo>
                  <a:cubicBezTo>
                    <a:pt x="10019" y="5626"/>
                    <a:pt x="9921" y="4485"/>
                    <a:pt x="9796" y="3923"/>
                  </a:cubicBezTo>
                  <a:cubicBezTo>
                    <a:pt x="9671" y="3334"/>
                    <a:pt x="9528" y="2727"/>
                    <a:pt x="9225" y="2192"/>
                  </a:cubicBezTo>
                  <a:cubicBezTo>
                    <a:pt x="9002" y="1826"/>
                    <a:pt x="8654" y="1327"/>
                    <a:pt x="8181" y="1309"/>
                  </a:cubicBezTo>
                  <a:cubicBezTo>
                    <a:pt x="8172" y="1308"/>
                    <a:pt x="8164" y="1308"/>
                    <a:pt x="8155" y="1308"/>
                  </a:cubicBezTo>
                  <a:cubicBezTo>
                    <a:pt x="7698" y="1308"/>
                    <a:pt x="7427" y="1760"/>
                    <a:pt x="7155" y="2049"/>
                  </a:cubicBezTo>
                  <a:cubicBezTo>
                    <a:pt x="6797" y="2427"/>
                    <a:pt x="6302" y="2720"/>
                    <a:pt x="5864" y="2720"/>
                  </a:cubicBezTo>
                  <a:cubicBezTo>
                    <a:pt x="5493" y="2720"/>
                    <a:pt x="5163" y="2512"/>
                    <a:pt x="4988" y="1969"/>
                  </a:cubicBezTo>
                  <a:cubicBezTo>
                    <a:pt x="4836" y="1487"/>
                    <a:pt x="4818" y="961"/>
                    <a:pt x="4497" y="541"/>
                  </a:cubicBezTo>
                  <a:cubicBezTo>
                    <a:pt x="4201" y="162"/>
                    <a:pt x="3772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28" name="Google Shape;828;p25"/>
          <p:cNvGrpSpPr/>
          <p:nvPr/>
        </p:nvGrpSpPr>
        <p:grpSpPr>
          <a:xfrm rot="290501">
            <a:off x="5381647" y="-337873"/>
            <a:ext cx="4555772" cy="1398920"/>
            <a:chOff x="5381800" y="-337739"/>
            <a:chExt cx="4555917" cy="1398964"/>
          </a:xfrm>
        </p:grpSpPr>
        <p:sp>
          <p:nvSpPr>
            <p:cNvPr id="829" name="Google Shape;829;p25"/>
            <p:cNvSpPr/>
            <p:nvPr/>
          </p:nvSpPr>
          <p:spPr>
            <a:xfrm>
              <a:off x="5381800" y="-337739"/>
              <a:ext cx="4555917" cy="1398964"/>
            </a:xfrm>
            <a:custGeom>
              <a:avLst/>
              <a:gdLst/>
              <a:ahLst/>
              <a:cxnLst/>
              <a:rect l="l" t="t" r="r" b="b"/>
              <a:pathLst>
                <a:path w="19663" h="6405" extrusionOk="0">
                  <a:moveTo>
                    <a:pt x="15799" y="0"/>
                  </a:moveTo>
                  <a:cubicBezTo>
                    <a:pt x="14930" y="0"/>
                    <a:pt x="14048" y="589"/>
                    <a:pt x="13212" y="812"/>
                  </a:cubicBezTo>
                  <a:cubicBezTo>
                    <a:pt x="12864" y="905"/>
                    <a:pt x="12513" y="943"/>
                    <a:pt x="12160" y="943"/>
                  </a:cubicBezTo>
                  <a:cubicBezTo>
                    <a:pt x="10715" y="943"/>
                    <a:pt x="9235" y="318"/>
                    <a:pt x="7772" y="318"/>
                  </a:cubicBezTo>
                  <a:cubicBezTo>
                    <a:pt x="7530" y="318"/>
                    <a:pt x="7289" y="336"/>
                    <a:pt x="7048" y="375"/>
                  </a:cubicBezTo>
                  <a:cubicBezTo>
                    <a:pt x="6660" y="444"/>
                    <a:pt x="6281" y="563"/>
                    <a:pt x="5886" y="563"/>
                  </a:cubicBezTo>
                  <a:cubicBezTo>
                    <a:pt x="5872" y="563"/>
                    <a:pt x="5858" y="563"/>
                    <a:pt x="5844" y="563"/>
                  </a:cubicBezTo>
                  <a:cubicBezTo>
                    <a:pt x="5288" y="550"/>
                    <a:pt x="4709" y="284"/>
                    <a:pt x="4175" y="284"/>
                  </a:cubicBezTo>
                  <a:cubicBezTo>
                    <a:pt x="3971" y="284"/>
                    <a:pt x="3774" y="323"/>
                    <a:pt x="3587" y="429"/>
                  </a:cubicBezTo>
                  <a:cubicBezTo>
                    <a:pt x="3444" y="509"/>
                    <a:pt x="3319" y="616"/>
                    <a:pt x="3167" y="661"/>
                  </a:cubicBezTo>
                  <a:cubicBezTo>
                    <a:pt x="3094" y="682"/>
                    <a:pt x="3019" y="690"/>
                    <a:pt x="2941" y="690"/>
                  </a:cubicBezTo>
                  <a:cubicBezTo>
                    <a:pt x="2593" y="690"/>
                    <a:pt x="2206" y="519"/>
                    <a:pt x="1846" y="519"/>
                  </a:cubicBezTo>
                  <a:cubicBezTo>
                    <a:pt x="1668" y="519"/>
                    <a:pt x="1496" y="561"/>
                    <a:pt x="1338" y="688"/>
                  </a:cubicBezTo>
                  <a:cubicBezTo>
                    <a:pt x="1187" y="812"/>
                    <a:pt x="1071" y="991"/>
                    <a:pt x="883" y="1044"/>
                  </a:cubicBezTo>
                  <a:cubicBezTo>
                    <a:pt x="842" y="1055"/>
                    <a:pt x="799" y="1057"/>
                    <a:pt x="756" y="1057"/>
                  </a:cubicBezTo>
                  <a:cubicBezTo>
                    <a:pt x="721" y="1057"/>
                    <a:pt x="686" y="1056"/>
                    <a:pt x="651" y="1056"/>
                  </a:cubicBezTo>
                  <a:cubicBezTo>
                    <a:pt x="618" y="1056"/>
                    <a:pt x="585" y="1057"/>
                    <a:pt x="553" y="1062"/>
                  </a:cubicBezTo>
                  <a:cubicBezTo>
                    <a:pt x="268" y="1098"/>
                    <a:pt x="63" y="1392"/>
                    <a:pt x="27" y="1687"/>
                  </a:cubicBezTo>
                  <a:cubicBezTo>
                    <a:pt x="0" y="1981"/>
                    <a:pt x="107" y="2275"/>
                    <a:pt x="250" y="2534"/>
                  </a:cubicBezTo>
                  <a:cubicBezTo>
                    <a:pt x="535" y="3080"/>
                    <a:pt x="1051" y="3574"/>
                    <a:pt x="1628" y="3574"/>
                  </a:cubicBezTo>
                  <a:cubicBezTo>
                    <a:pt x="1682" y="3574"/>
                    <a:pt x="1738" y="3569"/>
                    <a:pt x="1793" y="3560"/>
                  </a:cubicBezTo>
                  <a:cubicBezTo>
                    <a:pt x="2025" y="3524"/>
                    <a:pt x="2239" y="3408"/>
                    <a:pt x="2462" y="3337"/>
                  </a:cubicBezTo>
                  <a:cubicBezTo>
                    <a:pt x="2635" y="3288"/>
                    <a:pt x="2809" y="3268"/>
                    <a:pt x="2985" y="3268"/>
                  </a:cubicBezTo>
                  <a:cubicBezTo>
                    <a:pt x="3537" y="3268"/>
                    <a:pt x="4102" y="3459"/>
                    <a:pt x="4657" y="3507"/>
                  </a:cubicBezTo>
                  <a:cubicBezTo>
                    <a:pt x="4746" y="3514"/>
                    <a:pt x="4836" y="3517"/>
                    <a:pt x="4925" y="3517"/>
                  </a:cubicBezTo>
                  <a:cubicBezTo>
                    <a:pt x="6130" y="3517"/>
                    <a:pt x="7329" y="2921"/>
                    <a:pt x="8502" y="2921"/>
                  </a:cubicBezTo>
                  <a:cubicBezTo>
                    <a:pt x="8786" y="2921"/>
                    <a:pt x="9069" y="2956"/>
                    <a:pt x="9350" y="3043"/>
                  </a:cubicBezTo>
                  <a:cubicBezTo>
                    <a:pt x="9813" y="3185"/>
                    <a:pt x="10393" y="3373"/>
                    <a:pt x="10822" y="3551"/>
                  </a:cubicBezTo>
                  <a:cubicBezTo>
                    <a:pt x="11294" y="3756"/>
                    <a:pt x="11384" y="4086"/>
                    <a:pt x="11223" y="4595"/>
                  </a:cubicBezTo>
                  <a:cubicBezTo>
                    <a:pt x="11143" y="4871"/>
                    <a:pt x="11036" y="5157"/>
                    <a:pt x="11125" y="5434"/>
                  </a:cubicBezTo>
                  <a:cubicBezTo>
                    <a:pt x="11204" y="5665"/>
                    <a:pt x="11444" y="5804"/>
                    <a:pt x="11680" y="5804"/>
                  </a:cubicBezTo>
                  <a:cubicBezTo>
                    <a:pt x="11817" y="5804"/>
                    <a:pt x="11951" y="5758"/>
                    <a:pt x="12053" y="5657"/>
                  </a:cubicBezTo>
                  <a:cubicBezTo>
                    <a:pt x="12293" y="5416"/>
                    <a:pt x="12276" y="5023"/>
                    <a:pt x="12204" y="4684"/>
                  </a:cubicBezTo>
                  <a:cubicBezTo>
                    <a:pt x="12124" y="4309"/>
                    <a:pt x="11928" y="3872"/>
                    <a:pt x="12035" y="3498"/>
                  </a:cubicBezTo>
                  <a:cubicBezTo>
                    <a:pt x="12169" y="3061"/>
                    <a:pt x="12731" y="2686"/>
                    <a:pt x="13114" y="2543"/>
                  </a:cubicBezTo>
                  <a:cubicBezTo>
                    <a:pt x="13328" y="2465"/>
                    <a:pt x="13554" y="2426"/>
                    <a:pt x="13779" y="2426"/>
                  </a:cubicBezTo>
                  <a:cubicBezTo>
                    <a:pt x="14120" y="2426"/>
                    <a:pt x="14461" y="2514"/>
                    <a:pt x="14756" y="2686"/>
                  </a:cubicBezTo>
                  <a:cubicBezTo>
                    <a:pt x="15014" y="2837"/>
                    <a:pt x="15246" y="3061"/>
                    <a:pt x="15344" y="3355"/>
                  </a:cubicBezTo>
                  <a:cubicBezTo>
                    <a:pt x="15478" y="3810"/>
                    <a:pt x="15246" y="4283"/>
                    <a:pt x="15095" y="4738"/>
                  </a:cubicBezTo>
                  <a:cubicBezTo>
                    <a:pt x="14970" y="5086"/>
                    <a:pt x="14889" y="5478"/>
                    <a:pt x="15005" y="5835"/>
                  </a:cubicBezTo>
                  <a:cubicBezTo>
                    <a:pt x="15107" y="6147"/>
                    <a:pt x="15393" y="6405"/>
                    <a:pt x="15701" y="6405"/>
                  </a:cubicBezTo>
                  <a:cubicBezTo>
                    <a:pt x="15746" y="6405"/>
                    <a:pt x="15790" y="6399"/>
                    <a:pt x="15835" y="6388"/>
                  </a:cubicBezTo>
                  <a:cubicBezTo>
                    <a:pt x="16210" y="6290"/>
                    <a:pt x="16397" y="5817"/>
                    <a:pt x="16388" y="5407"/>
                  </a:cubicBezTo>
                  <a:cubicBezTo>
                    <a:pt x="16388" y="4996"/>
                    <a:pt x="16272" y="4586"/>
                    <a:pt x="16317" y="4185"/>
                  </a:cubicBezTo>
                  <a:cubicBezTo>
                    <a:pt x="16379" y="3583"/>
                    <a:pt x="16671" y="3442"/>
                    <a:pt x="17037" y="3442"/>
                  </a:cubicBezTo>
                  <a:cubicBezTo>
                    <a:pt x="17360" y="3442"/>
                    <a:pt x="17739" y="3551"/>
                    <a:pt x="18068" y="3551"/>
                  </a:cubicBezTo>
                  <a:cubicBezTo>
                    <a:pt x="18119" y="3551"/>
                    <a:pt x="18169" y="3548"/>
                    <a:pt x="18217" y="3542"/>
                  </a:cubicBezTo>
                  <a:cubicBezTo>
                    <a:pt x="18654" y="3489"/>
                    <a:pt x="19020" y="3069"/>
                    <a:pt x="19038" y="2614"/>
                  </a:cubicBezTo>
                  <a:cubicBezTo>
                    <a:pt x="19038" y="2445"/>
                    <a:pt x="19011" y="2267"/>
                    <a:pt x="19091" y="2124"/>
                  </a:cubicBezTo>
                  <a:cubicBezTo>
                    <a:pt x="19145" y="2026"/>
                    <a:pt x="19243" y="1963"/>
                    <a:pt x="19323" y="1892"/>
                  </a:cubicBezTo>
                  <a:cubicBezTo>
                    <a:pt x="19662" y="1553"/>
                    <a:pt x="19537" y="902"/>
                    <a:pt x="19154" y="616"/>
                  </a:cubicBezTo>
                  <a:cubicBezTo>
                    <a:pt x="18952" y="462"/>
                    <a:pt x="18703" y="397"/>
                    <a:pt x="18449" y="397"/>
                  </a:cubicBezTo>
                  <a:cubicBezTo>
                    <a:pt x="18231" y="397"/>
                    <a:pt x="18008" y="445"/>
                    <a:pt x="17807" y="527"/>
                  </a:cubicBezTo>
                  <a:cubicBezTo>
                    <a:pt x="17672" y="577"/>
                    <a:pt x="17538" y="644"/>
                    <a:pt x="17403" y="644"/>
                  </a:cubicBezTo>
                  <a:cubicBezTo>
                    <a:pt x="17395" y="644"/>
                    <a:pt x="17387" y="643"/>
                    <a:pt x="17378" y="643"/>
                  </a:cubicBezTo>
                  <a:cubicBezTo>
                    <a:pt x="17164" y="634"/>
                    <a:pt x="16995" y="465"/>
                    <a:pt x="16825" y="340"/>
                  </a:cubicBezTo>
                  <a:cubicBezTo>
                    <a:pt x="16488" y="93"/>
                    <a:pt x="16144" y="0"/>
                    <a:pt x="157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830" name="Google Shape;830;p25"/>
            <p:cNvGrpSpPr/>
            <p:nvPr/>
          </p:nvGrpSpPr>
          <p:grpSpPr>
            <a:xfrm>
              <a:off x="5868210" y="47546"/>
              <a:ext cx="3429432" cy="338703"/>
              <a:chOff x="4387885" y="218763"/>
              <a:chExt cx="3328253" cy="338703"/>
            </a:xfrm>
          </p:grpSpPr>
          <p:sp>
            <p:nvSpPr>
              <p:cNvPr id="831" name="Google Shape;831;p25"/>
              <p:cNvSpPr/>
              <p:nvPr/>
            </p:nvSpPr>
            <p:spPr>
              <a:xfrm flipH="1">
                <a:off x="4693099" y="315338"/>
                <a:ext cx="150077" cy="11633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893" extrusionOk="0">
                    <a:moveTo>
                      <a:pt x="571" y="1"/>
                    </a:moveTo>
                    <a:cubicBezTo>
                      <a:pt x="0" y="1"/>
                      <a:pt x="0" y="893"/>
                      <a:pt x="571" y="893"/>
                    </a:cubicBezTo>
                    <a:cubicBezTo>
                      <a:pt x="1151" y="893"/>
                      <a:pt x="1151" y="1"/>
                      <a:pt x="5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2" name="Google Shape;832;p25"/>
              <p:cNvSpPr/>
              <p:nvPr/>
            </p:nvSpPr>
            <p:spPr>
              <a:xfrm flipH="1">
                <a:off x="7499882" y="321408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3" name="Google Shape;833;p25"/>
              <p:cNvSpPr/>
              <p:nvPr/>
            </p:nvSpPr>
            <p:spPr>
              <a:xfrm flipH="1">
                <a:off x="7613742" y="478389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4" name="Google Shape;834;p25"/>
              <p:cNvSpPr/>
              <p:nvPr/>
            </p:nvSpPr>
            <p:spPr>
              <a:xfrm flipH="1">
                <a:off x="4387885" y="218763"/>
                <a:ext cx="84939" cy="6644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510" extrusionOk="0">
                    <a:moveTo>
                      <a:pt x="331" y="1"/>
                    </a:moveTo>
                    <a:cubicBezTo>
                      <a:pt x="0" y="1"/>
                      <a:pt x="0" y="509"/>
                      <a:pt x="331" y="509"/>
                    </a:cubicBezTo>
                    <a:cubicBezTo>
                      <a:pt x="652" y="509"/>
                      <a:pt x="652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835" name="Google Shape;835;p25"/>
            <p:cNvSpPr/>
            <p:nvPr/>
          </p:nvSpPr>
          <p:spPr>
            <a:xfrm rot="35516" flipH="1">
              <a:off x="5434987" y="-127567"/>
              <a:ext cx="4360978" cy="294992"/>
            </a:xfrm>
            <a:custGeom>
              <a:avLst/>
              <a:gdLst/>
              <a:ahLst/>
              <a:cxnLst/>
              <a:rect l="l" t="t" r="r" b="b"/>
              <a:pathLst>
                <a:path w="163830" h="11827" extrusionOk="0">
                  <a:moveTo>
                    <a:pt x="0" y="11827"/>
                  </a:moveTo>
                  <a:cubicBezTo>
                    <a:pt x="4491" y="9902"/>
                    <a:pt x="8463" y="6894"/>
                    <a:pt x="12954" y="4969"/>
                  </a:cubicBezTo>
                  <a:cubicBezTo>
                    <a:pt x="16697" y="3365"/>
                    <a:pt x="21196" y="5195"/>
                    <a:pt x="25146" y="4207"/>
                  </a:cubicBezTo>
                  <a:cubicBezTo>
                    <a:pt x="33524" y="2112"/>
                    <a:pt x="42497" y="3040"/>
                    <a:pt x="51054" y="4207"/>
                  </a:cubicBezTo>
                  <a:cubicBezTo>
                    <a:pt x="58708" y="5251"/>
                    <a:pt x="66486" y="10139"/>
                    <a:pt x="73914" y="8017"/>
                  </a:cubicBezTo>
                  <a:cubicBezTo>
                    <a:pt x="79494" y="6423"/>
                    <a:pt x="84225" y="2297"/>
                    <a:pt x="89916" y="1159"/>
                  </a:cubicBezTo>
                  <a:cubicBezTo>
                    <a:pt x="98633" y="-584"/>
                    <a:pt x="107771" y="9"/>
                    <a:pt x="116586" y="1159"/>
                  </a:cubicBezTo>
                  <a:cubicBezTo>
                    <a:pt x="125383" y="2306"/>
                    <a:pt x="134257" y="3960"/>
                    <a:pt x="142494" y="7255"/>
                  </a:cubicBezTo>
                  <a:cubicBezTo>
                    <a:pt x="146267" y="8764"/>
                    <a:pt x="150743" y="6269"/>
                    <a:pt x="154686" y="7255"/>
                  </a:cubicBezTo>
                  <a:cubicBezTo>
                    <a:pt x="157803" y="8034"/>
                    <a:pt x="160617" y="10303"/>
                    <a:pt x="163830" y="10303"/>
                  </a:cubicBezTo>
                </a:path>
              </a:pathLst>
            </a:custGeom>
            <a:noFill/>
            <a:ln w="3810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836" name="Google Shape;836;p25"/>
          <p:cNvGrpSpPr/>
          <p:nvPr/>
        </p:nvGrpSpPr>
        <p:grpSpPr>
          <a:xfrm>
            <a:off x="212745" y="110216"/>
            <a:ext cx="8658828" cy="4822980"/>
            <a:chOff x="127769" y="110216"/>
            <a:chExt cx="8658828" cy="4822980"/>
          </a:xfrm>
        </p:grpSpPr>
        <p:sp>
          <p:nvSpPr>
            <p:cNvPr id="837" name="Google Shape;837;p25"/>
            <p:cNvSpPr/>
            <p:nvPr/>
          </p:nvSpPr>
          <p:spPr>
            <a:xfrm rot="2115196">
              <a:off x="7174509" y="799057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8" name="Google Shape;838;p25"/>
            <p:cNvSpPr/>
            <p:nvPr/>
          </p:nvSpPr>
          <p:spPr>
            <a:xfrm rot="3277097">
              <a:off x="8317558" y="3555745"/>
              <a:ext cx="56744" cy="123224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9" name="Google Shape;839;p25"/>
            <p:cNvSpPr/>
            <p:nvPr/>
          </p:nvSpPr>
          <p:spPr>
            <a:xfrm rot="-9378507">
              <a:off x="4432843" y="1525686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0" name="Google Shape;840;p25"/>
            <p:cNvSpPr/>
            <p:nvPr/>
          </p:nvSpPr>
          <p:spPr>
            <a:xfrm rot="3574462">
              <a:off x="2231257" y="104270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1" name="Google Shape;841;p25"/>
            <p:cNvSpPr/>
            <p:nvPr/>
          </p:nvSpPr>
          <p:spPr>
            <a:xfrm rot="1625383">
              <a:off x="898504" y="3098185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2" name="Google Shape;842;p25"/>
            <p:cNvSpPr/>
            <p:nvPr/>
          </p:nvSpPr>
          <p:spPr>
            <a:xfrm rot="-2576963">
              <a:off x="4119709" y="160116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3" name="Google Shape;843;p25"/>
            <p:cNvSpPr/>
            <p:nvPr/>
          </p:nvSpPr>
          <p:spPr>
            <a:xfrm rot="3418413">
              <a:off x="1869487" y="1464065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4" name="Google Shape;844;p25"/>
            <p:cNvSpPr/>
            <p:nvPr/>
          </p:nvSpPr>
          <p:spPr>
            <a:xfrm rot="-6529139">
              <a:off x="3047519" y="4812361"/>
              <a:ext cx="151480" cy="7431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5" name="Google Shape;845;p25"/>
            <p:cNvSpPr/>
            <p:nvPr/>
          </p:nvSpPr>
          <p:spPr>
            <a:xfrm rot="3522601">
              <a:off x="4323997" y="31863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6" name="Google Shape;846;p25"/>
            <p:cNvSpPr/>
            <p:nvPr/>
          </p:nvSpPr>
          <p:spPr>
            <a:xfrm rot="-3266906">
              <a:off x="5424310" y="781269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7" name="Google Shape;847;p25"/>
            <p:cNvSpPr/>
            <p:nvPr/>
          </p:nvSpPr>
          <p:spPr>
            <a:xfrm rot="-1501670">
              <a:off x="351785" y="1314978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8" name="Google Shape;848;p25"/>
            <p:cNvSpPr/>
            <p:nvPr/>
          </p:nvSpPr>
          <p:spPr>
            <a:xfrm rot="1867268">
              <a:off x="8549774" y="2578589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9" name="Google Shape;849;p25"/>
            <p:cNvSpPr/>
            <p:nvPr/>
          </p:nvSpPr>
          <p:spPr>
            <a:xfrm rot="-2342076">
              <a:off x="8689335" y="1220852"/>
              <a:ext cx="57301" cy="147211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0" name="Google Shape;850;p25"/>
            <p:cNvSpPr/>
            <p:nvPr/>
          </p:nvSpPr>
          <p:spPr>
            <a:xfrm rot="-3266906">
              <a:off x="5497232" y="4787907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1" name="Google Shape;851;p25"/>
            <p:cNvSpPr/>
            <p:nvPr/>
          </p:nvSpPr>
          <p:spPr>
            <a:xfrm rot="3522601">
              <a:off x="176897" y="3983603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2" name="Google Shape;852;p25"/>
            <p:cNvSpPr/>
            <p:nvPr/>
          </p:nvSpPr>
          <p:spPr>
            <a:xfrm rot="-2695393">
              <a:off x="8095473" y="468112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53" name="Google Shape;853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54" name="Google Shape;854;p25"/>
          <p:cNvSpPr txBox="1"/>
          <p:nvPr>
            <p:ph type="title" idx="2"/>
          </p:nvPr>
        </p:nvSpPr>
        <p:spPr>
          <a:xfrm>
            <a:off x="1491850" y="3182625"/>
            <a:ext cx="2305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55" name="Google Shape;855;p25"/>
          <p:cNvSpPr txBox="1"/>
          <p:nvPr>
            <p:ph type="subTitle" idx="1"/>
          </p:nvPr>
        </p:nvSpPr>
        <p:spPr>
          <a:xfrm>
            <a:off x="1491850" y="3710325"/>
            <a:ext cx="2305500" cy="668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856" name="Google Shape;856;p25"/>
          <p:cNvSpPr txBox="1"/>
          <p:nvPr>
            <p:ph type="title" idx="3"/>
          </p:nvPr>
        </p:nvSpPr>
        <p:spPr>
          <a:xfrm>
            <a:off x="5346643" y="3182625"/>
            <a:ext cx="2305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57" name="Google Shape;857;p25"/>
          <p:cNvSpPr txBox="1"/>
          <p:nvPr>
            <p:ph type="subTitle" idx="4"/>
          </p:nvPr>
        </p:nvSpPr>
        <p:spPr>
          <a:xfrm>
            <a:off x="5346649" y="3710325"/>
            <a:ext cx="2305500" cy="668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9" name="Google Shape;859;p26"/>
          <p:cNvGrpSpPr/>
          <p:nvPr/>
        </p:nvGrpSpPr>
        <p:grpSpPr>
          <a:xfrm flipH="1">
            <a:off x="324915" y="216904"/>
            <a:ext cx="8522867" cy="4569761"/>
            <a:chOff x="292830" y="216904"/>
            <a:chExt cx="8522867" cy="4569761"/>
          </a:xfrm>
        </p:grpSpPr>
        <p:sp>
          <p:nvSpPr>
            <p:cNvPr id="860" name="Google Shape;860;p26"/>
            <p:cNvSpPr/>
            <p:nvPr/>
          </p:nvSpPr>
          <p:spPr>
            <a:xfrm rot="2115196">
              <a:off x="7446434" y="219482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1" name="Google Shape;861;p26"/>
            <p:cNvSpPr/>
            <p:nvPr/>
          </p:nvSpPr>
          <p:spPr>
            <a:xfrm rot="3277097">
              <a:off x="8583483" y="3054495"/>
              <a:ext cx="56744" cy="123224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2" name="Google Shape;862;p26"/>
            <p:cNvSpPr/>
            <p:nvPr/>
          </p:nvSpPr>
          <p:spPr>
            <a:xfrm rot="-9378507">
              <a:off x="3621968" y="1378161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3" name="Google Shape;863;p26"/>
            <p:cNvSpPr/>
            <p:nvPr/>
          </p:nvSpPr>
          <p:spPr>
            <a:xfrm rot="3574462">
              <a:off x="8583470" y="4434208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4" name="Google Shape;864;p26"/>
            <p:cNvSpPr/>
            <p:nvPr/>
          </p:nvSpPr>
          <p:spPr>
            <a:xfrm rot="1625383">
              <a:off x="5801404" y="2795160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5" name="Google Shape;865;p26"/>
            <p:cNvSpPr/>
            <p:nvPr/>
          </p:nvSpPr>
          <p:spPr>
            <a:xfrm rot="-10168024">
              <a:off x="2724634" y="1692967"/>
              <a:ext cx="57300" cy="147207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6" name="Google Shape;866;p26"/>
            <p:cNvSpPr/>
            <p:nvPr/>
          </p:nvSpPr>
          <p:spPr>
            <a:xfrm rot="8481412">
              <a:off x="676274" y="1558763"/>
              <a:ext cx="66876" cy="145228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7" name="Google Shape;867;p26"/>
            <p:cNvSpPr/>
            <p:nvPr/>
          </p:nvSpPr>
          <p:spPr>
            <a:xfrm rot="-6529139">
              <a:off x="276694" y="3221536"/>
              <a:ext cx="151480" cy="7431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8" name="Google Shape;868;p26"/>
            <p:cNvSpPr/>
            <p:nvPr/>
          </p:nvSpPr>
          <p:spPr>
            <a:xfrm rot="3522601">
              <a:off x="3190372" y="27530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9" name="Google Shape;869;p26"/>
            <p:cNvSpPr/>
            <p:nvPr/>
          </p:nvSpPr>
          <p:spPr>
            <a:xfrm rot="-3266906">
              <a:off x="5841360" y="1764194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0" name="Google Shape;870;p26"/>
            <p:cNvSpPr/>
            <p:nvPr/>
          </p:nvSpPr>
          <p:spPr>
            <a:xfrm rot="3522601">
              <a:off x="531835" y="4657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1" name="Google Shape;871;p26"/>
            <p:cNvSpPr/>
            <p:nvPr/>
          </p:nvSpPr>
          <p:spPr>
            <a:xfrm rot="1867268">
              <a:off x="749324" y="4531489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2" name="Google Shape;872;p26"/>
            <p:cNvSpPr/>
            <p:nvPr/>
          </p:nvSpPr>
          <p:spPr>
            <a:xfrm rot="-2342076">
              <a:off x="8718435" y="1416552"/>
              <a:ext cx="57301" cy="147211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3" name="Google Shape;873;p26"/>
            <p:cNvSpPr/>
            <p:nvPr/>
          </p:nvSpPr>
          <p:spPr>
            <a:xfrm rot="-3266906">
              <a:off x="2724907" y="46661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4" name="Google Shape;874;p26"/>
            <p:cNvSpPr/>
            <p:nvPr/>
          </p:nvSpPr>
          <p:spPr>
            <a:xfrm rot="3522601">
              <a:off x="4253260" y="442221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5" name="Google Shape;875;p26"/>
            <p:cNvSpPr/>
            <p:nvPr/>
          </p:nvSpPr>
          <p:spPr>
            <a:xfrm rot="-2695393">
              <a:off x="6006723" y="453147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76" name="Google Shape;876;p26"/>
          <p:cNvGrpSpPr/>
          <p:nvPr/>
        </p:nvGrpSpPr>
        <p:grpSpPr>
          <a:xfrm>
            <a:off x="-409931" y="4436254"/>
            <a:ext cx="2772971" cy="1062579"/>
            <a:chOff x="5871870" y="4293873"/>
            <a:chExt cx="3598457" cy="1378898"/>
          </a:xfrm>
        </p:grpSpPr>
        <p:sp>
          <p:nvSpPr>
            <p:cNvPr id="877" name="Google Shape;877;p26"/>
            <p:cNvSpPr/>
            <p:nvPr/>
          </p:nvSpPr>
          <p:spPr>
            <a:xfrm rot="10800000" flipH="1">
              <a:off x="5871870" y="4293873"/>
              <a:ext cx="3598453" cy="1378898"/>
            </a:xfrm>
            <a:custGeom>
              <a:avLst/>
              <a:gdLst/>
              <a:ahLst/>
              <a:cxnLst/>
              <a:rect l="l" t="t" r="r" b="b"/>
              <a:pathLst>
                <a:path w="19074" h="7309" extrusionOk="0">
                  <a:moveTo>
                    <a:pt x="14216" y="14"/>
                  </a:moveTo>
                  <a:cubicBezTo>
                    <a:pt x="13596" y="14"/>
                    <a:pt x="12976" y="28"/>
                    <a:pt x="12356" y="46"/>
                  </a:cubicBezTo>
                  <a:cubicBezTo>
                    <a:pt x="10259" y="90"/>
                    <a:pt x="8163" y="161"/>
                    <a:pt x="6066" y="269"/>
                  </a:cubicBezTo>
                  <a:cubicBezTo>
                    <a:pt x="5023" y="322"/>
                    <a:pt x="3970" y="376"/>
                    <a:pt x="2926" y="447"/>
                  </a:cubicBezTo>
                  <a:cubicBezTo>
                    <a:pt x="1624" y="527"/>
                    <a:pt x="0" y="545"/>
                    <a:pt x="295" y="2329"/>
                  </a:cubicBezTo>
                  <a:cubicBezTo>
                    <a:pt x="348" y="2659"/>
                    <a:pt x="571" y="2981"/>
                    <a:pt x="901" y="3052"/>
                  </a:cubicBezTo>
                  <a:cubicBezTo>
                    <a:pt x="973" y="3070"/>
                    <a:pt x="1044" y="3070"/>
                    <a:pt x="1106" y="3114"/>
                  </a:cubicBezTo>
                  <a:cubicBezTo>
                    <a:pt x="1222" y="3195"/>
                    <a:pt x="1213" y="3364"/>
                    <a:pt x="1204" y="3507"/>
                  </a:cubicBezTo>
                  <a:cubicBezTo>
                    <a:pt x="1142" y="4096"/>
                    <a:pt x="1204" y="4738"/>
                    <a:pt x="1570" y="5202"/>
                  </a:cubicBezTo>
                  <a:cubicBezTo>
                    <a:pt x="1804" y="5504"/>
                    <a:pt x="2193" y="5693"/>
                    <a:pt x="2565" y="5693"/>
                  </a:cubicBezTo>
                  <a:cubicBezTo>
                    <a:pt x="2776" y="5693"/>
                    <a:pt x="2981" y="5632"/>
                    <a:pt x="3149" y="5496"/>
                  </a:cubicBezTo>
                  <a:cubicBezTo>
                    <a:pt x="3363" y="5318"/>
                    <a:pt x="3479" y="5059"/>
                    <a:pt x="3640" y="4836"/>
                  </a:cubicBezTo>
                  <a:cubicBezTo>
                    <a:pt x="3797" y="4618"/>
                    <a:pt x="4023" y="4408"/>
                    <a:pt x="4292" y="4408"/>
                  </a:cubicBezTo>
                  <a:cubicBezTo>
                    <a:pt x="4298" y="4408"/>
                    <a:pt x="4303" y="4408"/>
                    <a:pt x="4309" y="4408"/>
                  </a:cubicBezTo>
                  <a:cubicBezTo>
                    <a:pt x="4621" y="4426"/>
                    <a:pt x="4853" y="4720"/>
                    <a:pt x="4933" y="5023"/>
                  </a:cubicBezTo>
                  <a:cubicBezTo>
                    <a:pt x="5014" y="5327"/>
                    <a:pt x="4996" y="5648"/>
                    <a:pt x="5058" y="5951"/>
                  </a:cubicBezTo>
                  <a:cubicBezTo>
                    <a:pt x="5201" y="6611"/>
                    <a:pt x="5763" y="7156"/>
                    <a:pt x="6423" y="7280"/>
                  </a:cubicBezTo>
                  <a:cubicBezTo>
                    <a:pt x="6522" y="7299"/>
                    <a:pt x="6623" y="7308"/>
                    <a:pt x="6723" y="7308"/>
                  </a:cubicBezTo>
                  <a:cubicBezTo>
                    <a:pt x="7290" y="7308"/>
                    <a:pt x="7853" y="7018"/>
                    <a:pt x="8172" y="6540"/>
                  </a:cubicBezTo>
                  <a:cubicBezTo>
                    <a:pt x="8261" y="6397"/>
                    <a:pt x="8341" y="6237"/>
                    <a:pt x="8475" y="6139"/>
                  </a:cubicBezTo>
                  <a:cubicBezTo>
                    <a:pt x="8546" y="6082"/>
                    <a:pt x="8641" y="6048"/>
                    <a:pt x="8731" y="6048"/>
                  </a:cubicBezTo>
                  <a:cubicBezTo>
                    <a:pt x="8812" y="6048"/>
                    <a:pt x="8888" y="6075"/>
                    <a:pt x="8939" y="6139"/>
                  </a:cubicBezTo>
                  <a:cubicBezTo>
                    <a:pt x="8993" y="6219"/>
                    <a:pt x="9001" y="6317"/>
                    <a:pt x="9037" y="6406"/>
                  </a:cubicBezTo>
                  <a:cubicBezTo>
                    <a:pt x="9114" y="6603"/>
                    <a:pt x="9322" y="6703"/>
                    <a:pt x="9535" y="6703"/>
                  </a:cubicBezTo>
                  <a:cubicBezTo>
                    <a:pt x="9669" y="6703"/>
                    <a:pt x="9805" y="6664"/>
                    <a:pt x="9911" y="6585"/>
                  </a:cubicBezTo>
                  <a:cubicBezTo>
                    <a:pt x="10188" y="6379"/>
                    <a:pt x="10286" y="6014"/>
                    <a:pt x="10295" y="5666"/>
                  </a:cubicBezTo>
                  <a:cubicBezTo>
                    <a:pt x="10295" y="5327"/>
                    <a:pt x="10224" y="4988"/>
                    <a:pt x="10215" y="4640"/>
                  </a:cubicBezTo>
                  <a:cubicBezTo>
                    <a:pt x="10215" y="4256"/>
                    <a:pt x="10366" y="3855"/>
                    <a:pt x="10670" y="3614"/>
                  </a:cubicBezTo>
                  <a:cubicBezTo>
                    <a:pt x="10799" y="3515"/>
                    <a:pt x="10944" y="3462"/>
                    <a:pt x="11075" y="3462"/>
                  </a:cubicBezTo>
                  <a:cubicBezTo>
                    <a:pt x="11287" y="3462"/>
                    <a:pt x="11466" y="3600"/>
                    <a:pt x="11499" y="3908"/>
                  </a:cubicBezTo>
                  <a:cubicBezTo>
                    <a:pt x="11526" y="4140"/>
                    <a:pt x="11455" y="4390"/>
                    <a:pt x="11508" y="4631"/>
                  </a:cubicBezTo>
                  <a:cubicBezTo>
                    <a:pt x="11562" y="4899"/>
                    <a:pt x="11776" y="5139"/>
                    <a:pt x="12044" y="5211"/>
                  </a:cubicBezTo>
                  <a:cubicBezTo>
                    <a:pt x="12109" y="5231"/>
                    <a:pt x="12178" y="5240"/>
                    <a:pt x="12247" y="5240"/>
                  </a:cubicBezTo>
                  <a:cubicBezTo>
                    <a:pt x="12457" y="5240"/>
                    <a:pt x="12670" y="5151"/>
                    <a:pt x="12811" y="4997"/>
                  </a:cubicBezTo>
                  <a:lnTo>
                    <a:pt x="12811" y="4997"/>
                  </a:lnTo>
                  <a:cubicBezTo>
                    <a:pt x="12748" y="5443"/>
                    <a:pt x="13034" y="5907"/>
                    <a:pt x="13453" y="6058"/>
                  </a:cubicBezTo>
                  <a:cubicBezTo>
                    <a:pt x="13552" y="6091"/>
                    <a:pt x="13656" y="6107"/>
                    <a:pt x="13760" y="6107"/>
                  </a:cubicBezTo>
                  <a:cubicBezTo>
                    <a:pt x="14102" y="6107"/>
                    <a:pt x="14444" y="5934"/>
                    <a:pt x="14622" y="5639"/>
                  </a:cubicBezTo>
                  <a:cubicBezTo>
                    <a:pt x="14943" y="5104"/>
                    <a:pt x="14729" y="4328"/>
                    <a:pt x="15148" y="3864"/>
                  </a:cubicBezTo>
                  <a:cubicBezTo>
                    <a:pt x="15225" y="3779"/>
                    <a:pt x="15336" y="3707"/>
                    <a:pt x="15452" y="3707"/>
                  </a:cubicBezTo>
                  <a:cubicBezTo>
                    <a:pt x="15469" y="3707"/>
                    <a:pt x="15487" y="3708"/>
                    <a:pt x="15505" y="3712"/>
                  </a:cubicBezTo>
                  <a:cubicBezTo>
                    <a:pt x="15737" y="3757"/>
                    <a:pt x="15790" y="4060"/>
                    <a:pt x="15781" y="4301"/>
                  </a:cubicBezTo>
                  <a:cubicBezTo>
                    <a:pt x="15746" y="4818"/>
                    <a:pt x="15639" y="5327"/>
                    <a:pt x="15683" y="5844"/>
                  </a:cubicBezTo>
                  <a:cubicBezTo>
                    <a:pt x="15728" y="6353"/>
                    <a:pt x="15978" y="6897"/>
                    <a:pt x="16451" y="7093"/>
                  </a:cubicBezTo>
                  <a:cubicBezTo>
                    <a:pt x="16566" y="7142"/>
                    <a:pt x="16687" y="7164"/>
                    <a:pt x="16808" y="7164"/>
                  </a:cubicBezTo>
                  <a:cubicBezTo>
                    <a:pt x="17329" y="7164"/>
                    <a:pt x="17850" y="6746"/>
                    <a:pt x="17958" y="6210"/>
                  </a:cubicBezTo>
                  <a:cubicBezTo>
                    <a:pt x="18038" y="5773"/>
                    <a:pt x="17896" y="5327"/>
                    <a:pt x="17807" y="4890"/>
                  </a:cubicBezTo>
                  <a:cubicBezTo>
                    <a:pt x="17717" y="4452"/>
                    <a:pt x="17691" y="3953"/>
                    <a:pt x="17967" y="3605"/>
                  </a:cubicBezTo>
                  <a:cubicBezTo>
                    <a:pt x="18190" y="3748"/>
                    <a:pt x="18146" y="4185"/>
                    <a:pt x="18413" y="4221"/>
                  </a:cubicBezTo>
                  <a:cubicBezTo>
                    <a:pt x="18421" y="4221"/>
                    <a:pt x="18428" y="4222"/>
                    <a:pt x="18436" y="4222"/>
                  </a:cubicBezTo>
                  <a:cubicBezTo>
                    <a:pt x="18501" y="4222"/>
                    <a:pt x="18571" y="4189"/>
                    <a:pt x="18627" y="4149"/>
                  </a:cubicBezTo>
                  <a:cubicBezTo>
                    <a:pt x="18877" y="3962"/>
                    <a:pt x="18939" y="3614"/>
                    <a:pt x="18913" y="3302"/>
                  </a:cubicBezTo>
                  <a:cubicBezTo>
                    <a:pt x="18886" y="2998"/>
                    <a:pt x="18797" y="2695"/>
                    <a:pt x="18806" y="2383"/>
                  </a:cubicBezTo>
                  <a:cubicBezTo>
                    <a:pt x="18806" y="2088"/>
                    <a:pt x="18904" y="1803"/>
                    <a:pt x="18931" y="1517"/>
                  </a:cubicBezTo>
                  <a:cubicBezTo>
                    <a:pt x="19073" y="1"/>
                    <a:pt x="17066" y="126"/>
                    <a:pt x="16076" y="63"/>
                  </a:cubicBezTo>
                  <a:cubicBezTo>
                    <a:pt x="15456" y="28"/>
                    <a:pt x="14836" y="14"/>
                    <a:pt x="14216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8" name="Google Shape;878;p26"/>
            <p:cNvSpPr/>
            <p:nvPr/>
          </p:nvSpPr>
          <p:spPr>
            <a:xfrm rot="-10578739">
              <a:off x="6108296" y="4829629"/>
              <a:ext cx="1925183" cy="433439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rgbClr val="694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9" name="Google Shape;879;p26"/>
            <p:cNvSpPr/>
            <p:nvPr/>
          </p:nvSpPr>
          <p:spPr>
            <a:xfrm rot="-10640538" flipH="1">
              <a:off x="7536144" y="4890444"/>
              <a:ext cx="1925170" cy="433436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rgbClr val="694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80" name="Google Shape;880;p26"/>
          <p:cNvGrpSpPr/>
          <p:nvPr/>
        </p:nvGrpSpPr>
        <p:grpSpPr>
          <a:xfrm>
            <a:off x="7657302" y="-1014331"/>
            <a:ext cx="3013652" cy="3107450"/>
            <a:chOff x="1120850" y="1643725"/>
            <a:chExt cx="578325" cy="596325"/>
          </a:xfrm>
        </p:grpSpPr>
        <p:sp>
          <p:nvSpPr>
            <p:cNvPr id="881" name="Google Shape;881;p26"/>
            <p:cNvSpPr/>
            <p:nvPr/>
          </p:nvSpPr>
          <p:spPr>
            <a:xfrm>
              <a:off x="1120850" y="1643725"/>
              <a:ext cx="578325" cy="596325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2" name="Google Shape;882;p26"/>
            <p:cNvSpPr/>
            <p:nvPr/>
          </p:nvSpPr>
          <p:spPr>
            <a:xfrm>
              <a:off x="1415025" y="1715025"/>
              <a:ext cx="28800" cy="22325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3" name="Google Shape;883;p26"/>
            <p:cNvSpPr/>
            <p:nvPr/>
          </p:nvSpPr>
          <p:spPr>
            <a:xfrm>
              <a:off x="1456725" y="1728625"/>
              <a:ext cx="20100" cy="15650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4" name="Google Shape;884;p26"/>
            <p:cNvSpPr/>
            <p:nvPr/>
          </p:nvSpPr>
          <p:spPr>
            <a:xfrm>
              <a:off x="1435325" y="1758750"/>
              <a:ext cx="19650" cy="15175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5" name="Google Shape;885;p26"/>
            <p:cNvSpPr/>
            <p:nvPr/>
          </p:nvSpPr>
          <p:spPr>
            <a:xfrm>
              <a:off x="1386475" y="1763425"/>
              <a:ext cx="16300" cy="1275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6" name="Google Shape;886;p26"/>
            <p:cNvSpPr/>
            <p:nvPr/>
          </p:nvSpPr>
          <p:spPr>
            <a:xfrm>
              <a:off x="1488400" y="1799100"/>
              <a:ext cx="18975" cy="14525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7" name="Google Shape;887;p26"/>
            <p:cNvSpPr/>
            <p:nvPr/>
          </p:nvSpPr>
          <p:spPr>
            <a:xfrm>
              <a:off x="1524750" y="1733325"/>
              <a:ext cx="12075" cy="9375"/>
            </a:xfrm>
            <a:custGeom>
              <a:avLst/>
              <a:gdLst/>
              <a:ahLst/>
              <a:cxnLst/>
              <a:rect l="l" t="t" r="r" b="b"/>
              <a:pathLst>
                <a:path w="483" h="375" extrusionOk="0">
                  <a:moveTo>
                    <a:pt x="241" y="0"/>
                  </a:moveTo>
                  <a:cubicBezTo>
                    <a:pt x="1" y="0"/>
                    <a:pt x="1" y="375"/>
                    <a:pt x="241" y="375"/>
                  </a:cubicBezTo>
                  <a:cubicBezTo>
                    <a:pt x="482" y="375"/>
                    <a:pt x="482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8" name="Google Shape;888;p26"/>
            <p:cNvSpPr/>
            <p:nvPr/>
          </p:nvSpPr>
          <p:spPr>
            <a:xfrm>
              <a:off x="1123075" y="1744550"/>
              <a:ext cx="541325" cy="159375"/>
            </a:xfrm>
            <a:custGeom>
              <a:avLst/>
              <a:gdLst/>
              <a:ahLst/>
              <a:cxnLst/>
              <a:rect l="l" t="t" r="r" b="b"/>
              <a:pathLst>
                <a:path w="21653" h="6375" extrusionOk="0">
                  <a:moveTo>
                    <a:pt x="3331" y="0"/>
                  </a:moveTo>
                  <a:cubicBezTo>
                    <a:pt x="2868" y="0"/>
                    <a:pt x="2391" y="178"/>
                    <a:pt x="2035" y="470"/>
                  </a:cubicBezTo>
                  <a:cubicBezTo>
                    <a:pt x="1499" y="907"/>
                    <a:pt x="1241" y="1514"/>
                    <a:pt x="920" y="2112"/>
                  </a:cubicBezTo>
                  <a:cubicBezTo>
                    <a:pt x="857" y="2236"/>
                    <a:pt x="786" y="2451"/>
                    <a:pt x="670" y="2522"/>
                  </a:cubicBezTo>
                  <a:lnTo>
                    <a:pt x="152" y="2504"/>
                  </a:lnTo>
                  <a:cubicBezTo>
                    <a:pt x="117" y="2451"/>
                    <a:pt x="81" y="2406"/>
                    <a:pt x="45" y="2352"/>
                  </a:cubicBezTo>
                  <a:cubicBezTo>
                    <a:pt x="27" y="2504"/>
                    <a:pt x="10" y="2665"/>
                    <a:pt x="1" y="2825"/>
                  </a:cubicBezTo>
                  <a:cubicBezTo>
                    <a:pt x="81" y="2879"/>
                    <a:pt x="170" y="2914"/>
                    <a:pt x="286" y="2941"/>
                  </a:cubicBezTo>
                  <a:cubicBezTo>
                    <a:pt x="341" y="2955"/>
                    <a:pt x="394" y="2961"/>
                    <a:pt x="444" y="2961"/>
                  </a:cubicBezTo>
                  <a:cubicBezTo>
                    <a:pt x="760" y="2961"/>
                    <a:pt x="982" y="2712"/>
                    <a:pt x="1152" y="2451"/>
                  </a:cubicBezTo>
                  <a:cubicBezTo>
                    <a:pt x="1606" y="1719"/>
                    <a:pt x="1865" y="827"/>
                    <a:pt x="2739" y="488"/>
                  </a:cubicBezTo>
                  <a:cubicBezTo>
                    <a:pt x="2926" y="417"/>
                    <a:pt x="3116" y="378"/>
                    <a:pt x="3301" y="378"/>
                  </a:cubicBezTo>
                  <a:cubicBezTo>
                    <a:pt x="3602" y="378"/>
                    <a:pt x="3890" y="482"/>
                    <a:pt x="4122" y="720"/>
                  </a:cubicBezTo>
                  <a:cubicBezTo>
                    <a:pt x="4408" y="1023"/>
                    <a:pt x="4452" y="1416"/>
                    <a:pt x="4559" y="1799"/>
                  </a:cubicBezTo>
                  <a:cubicBezTo>
                    <a:pt x="4684" y="2290"/>
                    <a:pt x="4836" y="2798"/>
                    <a:pt x="5327" y="3030"/>
                  </a:cubicBezTo>
                  <a:cubicBezTo>
                    <a:pt x="5500" y="3117"/>
                    <a:pt x="5689" y="3156"/>
                    <a:pt x="5879" y="3156"/>
                  </a:cubicBezTo>
                  <a:cubicBezTo>
                    <a:pt x="6156" y="3156"/>
                    <a:pt x="6435" y="3074"/>
                    <a:pt x="6674" y="2941"/>
                  </a:cubicBezTo>
                  <a:cubicBezTo>
                    <a:pt x="6959" y="2790"/>
                    <a:pt x="7200" y="2558"/>
                    <a:pt x="7423" y="2326"/>
                  </a:cubicBezTo>
                  <a:cubicBezTo>
                    <a:pt x="7708" y="2022"/>
                    <a:pt x="7655" y="1978"/>
                    <a:pt x="8128" y="1942"/>
                  </a:cubicBezTo>
                  <a:cubicBezTo>
                    <a:pt x="8175" y="1937"/>
                    <a:pt x="8219" y="1935"/>
                    <a:pt x="8260" y="1935"/>
                  </a:cubicBezTo>
                  <a:cubicBezTo>
                    <a:pt x="8676" y="1935"/>
                    <a:pt x="8790" y="2178"/>
                    <a:pt x="8993" y="2584"/>
                  </a:cubicBezTo>
                  <a:cubicBezTo>
                    <a:pt x="9484" y="3601"/>
                    <a:pt x="9314" y="5725"/>
                    <a:pt x="10519" y="6269"/>
                  </a:cubicBezTo>
                  <a:cubicBezTo>
                    <a:pt x="10682" y="6342"/>
                    <a:pt x="10829" y="6374"/>
                    <a:pt x="10963" y="6374"/>
                  </a:cubicBezTo>
                  <a:cubicBezTo>
                    <a:pt x="11962" y="6374"/>
                    <a:pt x="12243" y="4566"/>
                    <a:pt x="12856" y="4047"/>
                  </a:cubicBezTo>
                  <a:cubicBezTo>
                    <a:pt x="13079" y="3861"/>
                    <a:pt x="13289" y="3784"/>
                    <a:pt x="13489" y="3784"/>
                  </a:cubicBezTo>
                  <a:cubicBezTo>
                    <a:pt x="14450" y="3784"/>
                    <a:pt x="15201" y="5552"/>
                    <a:pt x="16197" y="5552"/>
                  </a:cubicBezTo>
                  <a:cubicBezTo>
                    <a:pt x="16398" y="5552"/>
                    <a:pt x="16610" y="5479"/>
                    <a:pt x="16835" y="5305"/>
                  </a:cubicBezTo>
                  <a:cubicBezTo>
                    <a:pt x="17227" y="5002"/>
                    <a:pt x="17218" y="4502"/>
                    <a:pt x="17325" y="4065"/>
                  </a:cubicBezTo>
                  <a:cubicBezTo>
                    <a:pt x="17450" y="3557"/>
                    <a:pt x="17718" y="3173"/>
                    <a:pt x="18244" y="3030"/>
                  </a:cubicBezTo>
                  <a:cubicBezTo>
                    <a:pt x="18349" y="3002"/>
                    <a:pt x="18448" y="2989"/>
                    <a:pt x="18544" y="2989"/>
                  </a:cubicBezTo>
                  <a:cubicBezTo>
                    <a:pt x="18954" y="2989"/>
                    <a:pt x="19294" y="3224"/>
                    <a:pt x="19663" y="3441"/>
                  </a:cubicBezTo>
                  <a:cubicBezTo>
                    <a:pt x="19945" y="3607"/>
                    <a:pt x="20306" y="3773"/>
                    <a:pt x="20650" y="3773"/>
                  </a:cubicBezTo>
                  <a:cubicBezTo>
                    <a:pt x="20861" y="3773"/>
                    <a:pt x="21066" y="3710"/>
                    <a:pt x="21242" y="3548"/>
                  </a:cubicBezTo>
                  <a:cubicBezTo>
                    <a:pt x="21652" y="3182"/>
                    <a:pt x="21500" y="2486"/>
                    <a:pt x="21429" y="2013"/>
                  </a:cubicBezTo>
                  <a:cubicBezTo>
                    <a:pt x="21376" y="1666"/>
                    <a:pt x="21304" y="1327"/>
                    <a:pt x="21206" y="996"/>
                  </a:cubicBezTo>
                  <a:cubicBezTo>
                    <a:pt x="21028" y="827"/>
                    <a:pt x="20840" y="684"/>
                    <a:pt x="20635" y="541"/>
                  </a:cubicBezTo>
                  <a:lnTo>
                    <a:pt x="20635" y="541"/>
                  </a:lnTo>
                  <a:cubicBezTo>
                    <a:pt x="20778" y="898"/>
                    <a:pt x="20894" y="1273"/>
                    <a:pt x="20974" y="1657"/>
                  </a:cubicBezTo>
                  <a:cubicBezTo>
                    <a:pt x="21045" y="1969"/>
                    <a:pt x="21188" y="2433"/>
                    <a:pt x="21117" y="2754"/>
                  </a:cubicBezTo>
                  <a:cubicBezTo>
                    <a:pt x="21027" y="3192"/>
                    <a:pt x="20815" y="3353"/>
                    <a:pt x="20549" y="3353"/>
                  </a:cubicBezTo>
                  <a:cubicBezTo>
                    <a:pt x="20338" y="3353"/>
                    <a:pt x="20094" y="3252"/>
                    <a:pt x="19850" y="3111"/>
                  </a:cubicBezTo>
                  <a:cubicBezTo>
                    <a:pt x="19436" y="2871"/>
                    <a:pt x="19061" y="2615"/>
                    <a:pt x="18581" y="2615"/>
                  </a:cubicBezTo>
                  <a:cubicBezTo>
                    <a:pt x="18544" y="2615"/>
                    <a:pt x="18506" y="2617"/>
                    <a:pt x="18467" y="2620"/>
                  </a:cubicBezTo>
                  <a:cubicBezTo>
                    <a:pt x="18084" y="2647"/>
                    <a:pt x="17709" y="2816"/>
                    <a:pt x="17432" y="3075"/>
                  </a:cubicBezTo>
                  <a:cubicBezTo>
                    <a:pt x="17004" y="3485"/>
                    <a:pt x="17058" y="3931"/>
                    <a:pt x="16888" y="4449"/>
                  </a:cubicBezTo>
                  <a:cubicBezTo>
                    <a:pt x="16720" y="4958"/>
                    <a:pt x="16482" y="5142"/>
                    <a:pt x="16221" y="5142"/>
                  </a:cubicBezTo>
                  <a:cubicBezTo>
                    <a:pt x="15697" y="5142"/>
                    <a:pt x="15078" y="4396"/>
                    <a:pt x="14738" y="4056"/>
                  </a:cubicBezTo>
                  <a:cubicBezTo>
                    <a:pt x="14399" y="3726"/>
                    <a:pt x="13989" y="3405"/>
                    <a:pt x="13489" y="3405"/>
                  </a:cubicBezTo>
                  <a:cubicBezTo>
                    <a:pt x="13034" y="3405"/>
                    <a:pt x="12651" y="3691"/>
                    <a:pt x="12374" y="4030"/>
                  </a:cubicBezTo>
                  <a:cubicBezTo>
                    <a:pt x="12029" y="4455"/>
                    <a:pt x="11648" y="5954"/>
                    <a:pt x="10894" y="5954"/>
                  </a:cubicBezTo>
                  <a:cubicBezTo>
                    <a:pt x="10810" y="5954"/>
                    <a:pt x="10720" y="5935"/>
                    <a:pt x="10626" y="5894"/>
                  </a:cubicBezTo>
                  <a:cubicBezTo>
                    <a:pt x="10019" y="5626"/>
                    <a:pt x="9921" y="4485"/>
                    <a:pt x="9796" y="3923"/>
                  </a:cubicBezTo>
                  <a:cubicBezTo>
                    <a:pt x="9671" y="3334"/>
                    <a:pt x="9528" y="2727"/>
                    <a:pt x="9225" y="2192"/>
                  </a:cubicBezTo>
                  <a:cubicBezTo>
                    <a:pt x="9002" y="1826"/>
                    <a:pt x="8654" y="1327"/>
                    <a:pt x="8181" y="1309"/>
                  </a:cubicBezTo>
                  <a:cubicBezTo>
                    <a:pt x="8172" y="1308"/>
                    <a:pt x="8164" y="1308"/>
                    <a:pt x="8155" y="1308"/>
                  </a:cubicBezTo>
                  <a:cubicBezTo>
                    <a:pt x="7698" y="1308"/>
                    <a:pt x="7427" y="1760"/>
                    <a:pt x="7155" y="2049"/>
                  </a:cubicBezTo>
                  <a:cubicBezTo>
                    <a:pt x="6797" y="2427"/>
                    <a:pt x="6302" y="2720"/>
                    <a:pt x="5864" y="2720"/>
                  </a:cubicBezTo>
                  <a:cubicBezTo>
                    <a:pt x="5493" y="2720"/>
                    <a:pt x="5163" y="2512"/>
                    <a:pt x="4988" y="1969"/>
                  </a:cubicBezTo>
                  <a:cubicBezTo>
                    <a:pt x="4836" y="1487"/>
                    <a:pt x="4818" y="961"/>
                    <a:pt x="4497" y="541"/>
                  </a:cubicBezTo>
                  <a:cubicBezTo>
                    <a:pt x="4201" y="162"/>
                    <a:pt x="3772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89" name="Google Shape;889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0" name="Google Shape;890;p26"/>
          <p:cNvSpPr txBox="1"/>
          <p:nvPr>
            <p:ph type="title" idx="2"/>
          </p:nvPr>
        </p:nvSpPr>
        <p:spPr>
          <a:xfrm>
            <a:off x="720000" y="2643925"/>
            <a:ext cx="2305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1" name="Google Shape;891;p26"/>
          <p:cNvSpPr txBox="1"/>
          <p:nvPr>
            <p:ph type="subTitle" idx="1"/>
          </p:nvPr>
        </p:nvSpPr>
        <p:spPr>
          <a:xfrm>
            <a:off x="720000" y="3171625"/>
            <a:ext cx="2305500" cy="100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892" name="Google Shape;892;p26"/>
          <p:cNvSpPr txBox="1"/>
          <p:nvPr>
            <p:ph type="title" idx="3"/>
          </p:nvPr>
        </p:nvSpPr>
        <p:spPr>
          <a:xfrm>
            <a:off x="3419218" y="2643925"/>
            <a:ext cx="2305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3" name="Google Shape;893;p26"/>
          <p:cNvSpPr txBox="1"/>
          <p:nvPr>
            <p:ph type="subTitle" idx="4"/>
          </p:nvPr>
        </p:nvSpPr>
        <p:spPr>
          <a:xfrm>
            <a:off x="3419221" y="3171625"/>
            <a:ext cx="2305500" cy="100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894" name="Google Shape;894;p26"/>
          <p:cNvSpPr txBox="1"/>
          <p:nvPr>
            <p:ph type="title" idx="5"/>
          </p:nvPr>
        </p:nvSpPr>
        <p:spPr>
          <a:xfrm>
            <a:off x="6118444" y="2643925"/>
            <a:ext cx="2305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5" name="Google Shape;895;p26"/>
          <p:cNvSpPr txBox="1"/>
          <p:nvPr>
            <p:ph type="subTitle" idx="6"/>
          </p:nvPr>
        </p:nvSpPr>
        <p:spPr>
          <a:xfrm>
            <a:off x="6118449" y="3171625"/>
            <a:ext cx="2305500" cy="100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7" name="Google Shape;897;p27"/>
          <p:cNvGrpSpPr/>
          <p:nvPr/>
        </p:nvGrpSpPr>
        <p:grpSpPr>
          <a:xfrm>
            <a:off x="-1269360" y="2919469"/>
            <a:ext cx="3316347" cy="3107450"/>
            <a:chOff x="-1024085" y="2690869"/>
            <a:chExt cx="3316347" cy="3107450"/>
          </a:xfrm>
        </p:grpSpPr>
        <p:sp>
          <p:nvSpPr>
            <p:cNvPr id="898" name="Google Shape;898;p27"/>
            <p:cNvSpPr/>
            <p:nvPr/>
          </p:nvSpPr>
          <p:spPr>
            <a:xfrm rot="10800000">
              <a:off x="-1024085" y="2690869"/>
              <a:ext cx="3316347" cy="3107450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9" name="Google Shape;899;p27"/>
            <p:cNvSpPr/>
            <p:nvPr/>
          </p:nvSpPr>
          <p:spPr>
            <a:xfrm rot="10800000">
              <a:off x="440186" y="5310440"/>
              <a:ext cx="165151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0" name="Google Shape;900;p27"/>
            <p:cNvSpPr/>
            <p:nvPr/>
          </p:nvSpPr>
          <p:spPr>
            <a:xfrm rot="10800000">
              <a:off x="250950" y="5274354"/>
              <a:ext cx="115261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1" name="Google Shape;901;p27"/>
            <p:cNvSpPr/>
            <p:nvPr/>
          </p:nvSpPr>
          <p:spPr>
            <a:xfrm rot="10800000">
              <a:off x="376247" y="5119848"/>
              <a:ext cx="112681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2" name="Google Shape;902;p27"/>
            <p:cNvSpPr/>
            <p:nvPr/>
          </p:nvSpPr>
          <p:spPr>
            <a:xfrm rot="10800000">
              <a:off x="675584" y="5108123"/>
              <a:ext cx="93471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3" name="Google Shape;903;p27"/>
            <p:cNvSpPr/>
            <p:nvPr/>
          </p:nvSpPr>
          <p:spPr>
            <a:xfrm rot="10800000">
              <a:off x="75764" y="4912972"/>
              <a:ext cx="108810" cy="75690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4" name="Google Shape;904;p27"/>
            <p:cNvSpPr/>
            <p:nvPr/>
          </p:nvSpPr>
          <p:spPr>
            <a:xfrm rot="10800000">
              <a:off x="-93115" y="5282561"/>
              <a:ext cx="69243" cy="48853"/>
            </a:xfrm>
            <a:custGeom>
              <a:avLst/>
              <a:gdLst/>
              <a:ahLst/>
              <a:cxnLst/>
              <a:rect l="l" t="t" r="r" b="b"/>
              <a:pathLst>
                <a:path w="483" h="375" extrusionOk="0">
                  <a:moveTo>
                    <a:pt x="241" y="0"/>
                  </a:moveTo>
                  <a:cubicBezTo>
                    <a:pt x="1" y="0"/>
                    <a:pt x="1" y="375"/>
                    <a:pt x="241" y="375"/>
                  </a:cubicBezTo>
                  <a:cubicBezTo>
                    <a:pt x="482" y="375"/>
                    <a:pt x="482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5" name="Google Shape;905;p27"/>
            <p:cNvSpPr/>
            <p:nvPr/>
          </p:nvSpPr>
          <p:spPr>
            <a:xfrm rot="10800000">
              <a:off x="-824672" y="4518618"/>
              <a:ext cx="3104174" cy="830503"/>
            </a:xfrm>
            <a:custGeom>
              <a:avLst/>
              <a:gdLst/>
              <a:ahLst/>
              <a:cxnLst/>
              <a:rect l="l" t="t" r="r" b="b"/>
              <a:pathLst>
                <a:path w="21653" h="6375" extrusionOk="0">
                  <a:moveTo>
                    <a:pt x="3331" y="0"/>
                  </a:moveTo>
                  <a:cubicBezTo>
                    <a:pt x="2868" y="0"/>
                    <a:pt x="2391" y="178"/>
                    <a:pt x="2035" y="470"/>
                  </a:cubicBezTo>
                  <a:cubicBezTo>
                    <a:pt x="1499" y="907"/>
                    <a:pt x="1241" y="1514"/>
                    <a:pt x="920" y="2112"/>
                  </a:cubicBezTo>
                  <a:cubicBezTo>
                    <a:pt x="857" y="2236"/>
                    <a:pt x="786" y="2451"/>
                    <a:pt x="670" y="2522"/>
                  </a:cubicBezTo>
                  <a:lnTo>
                    <a:pt x="152" y="2504"/>
                  </a:lnTo>
                  <a:cubicBezTo>
                    <a:pt x="117" y="2451"/>
                    <a:pt x="81" y="2406"/>
                    <a:pt x="45" y="2352"/>
                  </a:cubicBezTo>
                  <a:cubicBezTo>
                    <a:pt x="27" y="2504"/>
                    <a:pt x="10" y="2665"/>
                    <a:pt x="1" y="2825"/>
                  </a:cubicBezTo>
                  <a:cubicBezTo>
                    <a:pt x="81" y="2879"/>
                    <a:pt x="170" y="2914"/>
                    <a:pt x="286" y="2941"/>
                  </a:cubicBezTo>
                  <a:cubicBezTo>
                    <a:pt x="341" y="2955"/>
                    <a:pt x="394" y="2961"/>
                    <a:pt x="444" y="2961"/>
                  </a:cubicBezTo>
                  <a:cubicBezTo>
                    <a:pt x="760" y="2961"/>
                    <a:pt x="982" y="2712"/>
                    <a:pt x="1152" y="2451"/>
                  </a:cubicBezTo>
                  <a:cubicBezTo>
                    <a:pt x="1606" y="1719"/>
                    <a:pt x="1865" y="827"/>
                    <a:pt x="2739" y="488"/>
                  </a:cubicBezTo>
                  <a:cubicBezTo>
                    <a:pt x="2926" y="417"/>
                    <a:pt x="3116" y="378"/>
                    <a:pt x="3301" y="378"/>
                  </a:cubicBezTo>
                  <a:cubicBezTo>
                    <a:pt x="3602" y="378"/>
                    <a:pt x="3890" y="482"/>
                    <a:pt x="4122" y="720"/>
                  </a:cubicBezTo>
                  <a:cubicBezTo>
                    <a:pt x="4408" y="1023"/>
                    <a:pt x="4452" y="1416"/>
                    <a:pt x="4559" y="1799"/>
                  </a:cubicBezTo>
                  <a:cubicBezTo>
                    <a:pt x="4684" y="2290"/>
                    <a:pt x="4836" y="2798"/>
                    <a:pt x="5327" y="3030"/>
                  </a:cubicBezTo>
                  <a:cubicBezTo>
                    <a:pt x="5500" y="3117"/>
                    <a:pt x="5689" y="3156"/>
                    <a:pt x="5879" y="3156"/>
                  </a:cubicBezTo>
                  <a:cubicBezTo>
                    <a:pt x="6156" y="3156"/>
                    <a:pt x="6435" y="3074"/>
                    <a:pt x="6674" y="2941"/>
                  </a:cubicBezTo>
                  <a:cubicBezTo>
                    <a:pt x="6959" y="2790"/>
                    <a:pt x="7200" y="2558"/>
                    <a:pt x="7423" y="2326"/>
                  </a:cubicBezTo>
                  <a:cubicBezTo>
                    <a:pt x="7708" y="2022"/>
                    <a:pt x="7655" y="1978"/>
                    <a:pt x="8128" y="1942"/>
                  </a:cubicBezTo>
                  <a:cubicBezTo>
                    <a:pt x="8175" y="1937"/>
                    <a:pt x="8219" y="1935"/>
                    <a:pt x="8260" y="1935"/>
                  </a:cubicBezTo>
                  <a:cubicBezTo>
                    <a:pt x="8676" y="1935"/>
                    <a:pt x="8790" y="2178"/>
                    <a:pt x="8993" y="2584"/>
                  </a:cubicBezTo>
                  <a:cubicBezTo>
                    <a:pt x="9484" y="3601"/>
                    <a:pt x="9314" y="5725"/>
                    <a:pt x="10519" y="6269"/>
                  </a:cubicBezTo>
                  <a:cubicBezTo>
                    <a:pt x="10682" y="6342"/>
                    <a:pt x="10829" y="6374"/>
                    <a:pt x="10963" y="6374"/>
                  </a:cubicBezTo>
                  <a:cubicBezTo>
                    <a:pt x="11962" y="6374"/>
                    <a:pt x="12243" y="4566"/>
                    <a:pt x="12856" y="4047"/>
                  </a:cubicBezTo>
                  <a:cubicBezTo>
                    <a:pt x="13079" y="3861"/>
                    <a:pt x="13289" y="3784"/>
                    <a:pt x="13489" y="3784"/>
                  </a:cubicBezTo>
                  <a:cubicBezTo>
                    <a:pt x="14450" y="3784"/>
                    <a:pt x="15201" y="5552"/>
                    <a:pt x="16197" y="5552"/>
                  </a:cubicBezTo>
                  <a:cubicBezTo>
                    <a:pt x="16398" y="5552"/>
                    <a:pt x="16610" y="5479"/>
                    <a:pt x="16835" y="5305"/>
                  </a:cubicBezTo>
                  <a:cubicBezTo>
                    <a:pt x="17227" y="5002"/>
                    <a:pt x="17218" y="4502"/>
                    <a:pt x="17325" y="4065"/>
                  </a:cubicBezTo>
                  <a:cubicBezTo>
                    <a:pt x="17450" y="3557"/>
                    <a:pt x="17718" y="3173"/>
                    <a:pt x="18244" y="3030"/>
                  </a:cubicBezTo>
                  <a:cubicBezTo>
                    <a:pt x="18349" y="3002"/>
                    <a:pt x="18448" y="2989"/>
                    <a:pt x="18544" y="2989"/>
                  </a:cubicBezTo>
                  <a:cubicBezTo>
                    <a:pt x="18954" y="2989"/>
                    <a:pt x="19294" y="3224"/>
                    <a:pt x="19663" y="3441"/>
                  </a:cubicBezTo>
                  <a:cubicBezTo>
                    <a:pt x="19945" y="3607"/>
                    <a:pt x="20306" y="3773"/>
                    <a:pt x="20650" y="3773"/>
                  </a:cubicBezTo>
                  <a:cubicBezTo>
                    <a:pt x="20861" y="3773"/>
                    <a:pt x="21066" y="3710"/>
                    <a:pt x="21242" y="3548"/>
                  </a:cubicBezTo>
                  <a:cubicBezTo>
                    <a:pt x="21652" y="3182"/>
                    <a:pt x="21500" y="2486"/>
                    <a:pt x="21429" y="2013"/>
                  </a:cubicBezTo>
                  <a:cubicBezTo>
                    <a:pt x="21376" y="1666"/>
                    <a:pt x="21304" y="1327"/>
                    <a:pt x="21206" y="996"/>
                  </a:cubicBezTo>
                  <a:cubicBezTo>
                    <a:pt x="21028" y="827"/>
                    <a:pt x="20840" y="684"/>
                    <a:pt x="20635" y="541"/>
                  </a:cubicBezTo>
                  <a:lnTo>
                    <a:pt x="20635" y="541"/>
                  </a:lnTo>
                  <a:cubicBezTo>
                    <a:pt x="20778" y="898"/>
                    <a:pt x="20894" y="1273"/>
                    <a:pt x="20974" y="1657"/>
                  </a:cubicBezTo>
                  <a:cubicBezTo>
                    <a:pt x="21045" y="1969"/>
                    <a:pt x="21188" y="2433"/>
                    <a:pt x="21117" y="2754"/>
                  </a:cubicBezTo>
                  <a:cubicBezTo>
                    <a:pt x="21027" y="3192"/>
                    <a:pt x="20815" y="3353"/>
                    <a:pt x="20549" y="3353"/>
                  </a:cubicBezTo>
                  <a:cubicBezTo>
                    <a:pt x="20338" y="3353"/>
                    <a:pt x="20094" y="3252"/>
                    <a:pt x="19850" y="3111"/>
                  </a:cubicBezTo>
                  <a:cubicBezTo>
                    <a:pt x="19436" y="2871"/>
                    <a:pt x="19061" y="2615"/>
                    <a:pt x="18581" y="2615"/>
                  </a:cubicBezTo>
                  <a:cubicBezTo>
                    <a:pt x="18544" y="2615"/>
                    <a:pt x="18506" y="2617"/>
                    <a:pt x="18467" y="2620"/>
                  </a:cubicBezTo>
                  <a:cubicBezTo>
                    <a:pt x="18084" y="2647"/>
                    <a:pt x="17709" y="2816"/>
                    <a:pt x="17432" y="3075"/>
                  </a:cubicBezTo>
                  <a:cubicBezTo>
                    <a:pt x="17004" y="3485"/>
                    <a:pt x="17058" y="3931"/>
                    <a:pt x="16888" y="4449"/>
                  </a:cubicBezTo>
                  <a:cubicBezTo>
                    <a:pt x="16720" y="4958"/>
                    <a:pt x="16482" y="5142"/>
                    <a:pt x="16221" y="5142"/>
                  </a:cubicBezTo>
                  <a:cubicBezTo>
                    <a:pt x="15697" y="5142"/>
                    <a:pt x="15078" y="4396"/>
                    <a:pt x="14738" y="4056"/>
                  </a:cubicBezTo>
                  <a:cubicBezTo>
                    <a:pt x="14399" y="3726"/>
                    <a:pt x="13989" y="3405"/>
                    <a:pt x="13489" y="3405"/>
                  </a:cubicBezTo>
                  <a:cubicBezTo>
                    <a:pt x="13034" y="3405"/>
                    <a:pt x="12651" y="3691"/>
                    <a:pt x="12374" y="4030"/>
                  </a:cubicBezTo>
                  <a:cubicBezTo>
                    <a:pt x="12029" y="4455"/>
                    <a:pt x="11648" y="5954"/>
                    <a:pt x="10894" y="5954"/>
                  </a:cubicBezTo>
                  <a:cubicBezTo>
                    <a:pt x="10810" y="5954"/>
                    <a:pt x="10720" y="5935"/>
                    <a:pt x="10626" y="5894"/>
                  </a:cubicBezTo>
                  <a:cubicBezTo>
                    <a:pt x="10019" y="5626"/>
                    <a:pt x="9921" y="4485"/>
                    <a:pt x="9796" y="3923"/>
                  </a:cubicBezTo>
                  <a:cubicBezTo>
                    <a:pt x="9671" y="3334"/>
                    <a:pt x="9528" y="2727"/>
                    <a:pt x="9225" y="2192"/>
                  </a:cubicBezTo>
                  <a:cubicBezTo>
                    <a:pt x="9002" y="1826"/>
                    <a:pt x="8654" y="1327"/>
                    <a:pt x="8181" y="1309"/>
                  </a:cubicBezTo>
                  <a:cubicBezTo>
                    <a:pt x="8172" y="1308"/>
                    <a:pt x="8164" y="1308"/>
                    <a:pt x="8155" y="1308"/>
                  </a:cubicBezTo>
                  <a:cubicBezTo>
                    <a:pt x="7698" y="1308"/>
                    <a:pt x="7427" y="1760"/>
                    <a:pt x="7155" y="2049"/>
                  </a:cubicBezTo>
                  <a:cubicBezTo>
                    <a:pt x="6797" y="2427"/>
                    <a:pt x="6302" y="2720"/>
                    <a:pt x="5864" y="2720"/>
                  </a:cubicBezTo>
                  <a:cubicBezTo>
                    <a:pt x="5493" y="2720"/>
                    <a:pt x="5163" y="2512"/>
                    <a:pt x="4988" y="1969"/>
                  </a:cubicBezTo>
                  <a:cubicBezTo>
                    <a:pt x="4836" y="1487"/>
                    <a:pt x="4818" y="961"/>
                    <a:pt x="4497" y="541"/>
                  </a:cubicBezTo>
                  <a:cubicBezTo>
                    <a:pt x="4201" y="162"/>
                    <a:pt x="3772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06" name="Google Shape;906;p27"/>
          <p:cNvGrpSpPr/>
          <p:nvPr/>
        </p:nvGrpSpPr>
        <p:grpSpPr>
          <a:xfrm rot="290501">
            <a:off x="5381647" y="-337873"/>
            <a:ext cx="4555772" cy="1398920"/>
            <a:chOff x="5381800" y="-337739"/>
            <a:chExt cx="4555917" cy="1398964"/>
          </a:xfrm>
        </p:grpSpPr>
        <p:sp>
          <p:nvSpPr>
            <p:cNvPr id="907" name="Google Shape;907;p27"/>
            <p:cNvSpPr/>
            <p:nvPr/>
          </p:nvSpPr>
          <p:spPr>
            <a:xfrm>
              <a:off x="5381800" y="-337739"/>
              <a:ext cx="4555917" cy="1398964"/>
            </a:xfrm>
            <a:custGeom>
              <a:avLst/>
              <a:gdLst/>
              <a:ahLst/>
              <a:cxnLst/>
              <a:rect l="l" t="t" r="r" b="b"/>
              <a:pathLst>
                <a:path w="19663" h="6405" extrusionOk="0">
                  <a:moveTo>
                    <a:pt x="15799" y="0"/>
                  </a:moveTo>
                  <a:cubicBezTo>
                    <a:pt x="14930" y="0"/>
                    <a:pt x="14048" y="589"/>
                    <a:pt x="13212" y="812"/>
                  </a:cubicBezTo>
                  <a:cubicBezTo>
                    <a:pt x="12864" y="905"/>
                    <a:pt x="12513" y="943"/>
                    <a:pt x="12160" y="943"/>
                  </a:cubicBezTo>
                  <a:cubicBezTo>
                    <a:pt x="10715" y="943"/>
                    <a:pt x="9235" y="318"/>
                    <a:pt x="7772" y="318"/>
                  </a:cubicBezTo>
                  <a:cubicBezTo>
                    <a:pt x="7530" y="318"/>
                    <a:pt x="7289" y="336"/>
                    <a:pt x="7048" y="375"/>
                  </a:cubicBezTo>
                  <a:cubicBezTo>
                    <a:pt x="6660" y="444"/>
                    <a:pt x="6281" y="563"/>
                    <a:pt x="5886" y="563"/>
                  </a:cubicBezTo>
                  <a:cubicBezTo>
                    <a:pt x="5872" y="563"/>
                    <a:pt x="5858" y="563"/>
                    <a:pt x="5844" y="563"/>
                  </a:cubicBezTo>
                  <a:cubicBezTo>
                    <a:pt x="5288" y="550"/>
                    <a:pt x="4709" y="284"/>
                    <a:pt x="4175" y="284"/>
                  </a:cubicBezTo>
                  <a:cubicBezTo>
                    <a:pt x="3971" y="284"/>
                    <a:pt x="3774" y="323"/>
                    <a:pt x="3587" y="429"/>
                  </a:cubicBezTo>
                  <a:cubicBezTo>
                    <a:pt x="3444" y="509"/>
                    <a:pt x="3319" y="616"/>
                    <a:pt x="3167" y="661"/>
                  </a:cubicBezTo>
                  <a:cubicBezTo>
                    <a:pt x="3094" y="682"/>
                    <a:pt x="3019" y="690"/>
                    <a:pt x="2941" y="690"/>
                  </a:cubicBezTo>
                  <a:cubicBezTo>
                    <a:pt x="2593" y="690"/>
                    <a:pt x="2206" y="519"/>
                    <a:pt x="1846" y="519"/>
                  </a:cubicBezTo>
                  <a:cubicBezTo>
                    <a:pt x="1668" y="519"/>
                    <a:pt x="1496" y="561"/>
                    <a:pt x="1338" y="688"/>
                  </a:cubicBezTo>
                  <a:cubicBezTo>
                    <a:pt x="1187" y="812"/>
                    <a:pt x="1071" y="991"/>
                    <a:pt x="883" y="1044"/>
                  </a:cubicBezTo>
                  <a:cubicBezTo>
                    <a:pt x="842" y="1055"/>
                    <a:pt x="799" y="1057"/>
                    <a:pt x="756" y="1057"/>
                  </a:cubicBezTo>
                  <a:cubicBezTo>
                    <a:pt x="721" y="1057"/>
                    <a:pt x="686" y="1056"/>
                    <a:pt x="651" y="1056"/>
                  </a:cubicBezTo>
                  <a:cubicBezTo>
                    <a:pt x="618" y="1056"/>
                    <a:pt x="585" y="1057"/>
                    <a:pt x="553" y="1062"/>
                  </a:cubicBezTo>
                  <a:cubicBezTo>
                    <a:pt x="268" y="1098"/>
                    <a:pt x="63" y="1392"/>
                    <a:pt x="27" y="1687"/>
                  </a:cubicBezTo>
                  <a:cubicBezTo>
                    <a:pt x="0" y="1981"/>
                    <a:pt x="107" y="2275"/>
                    <a:pt x="250" y="2534"/>
                  </a:cubicBezTo>
                  <a:cubicBezTo>
                    <a:pt x="535" y="3080"/>
                    <a:pt x="1051" y="3574"/>
                    <a:pt x="1628" y="3574"/>
                  </a:cubicBezTo>
                  <a:cubicBezTo>
                    <a:pt x="1682" y="3574"/>
                    <a:pt x="1738" y="3569"/>
                    <a:pt x="1793" y="3560"/>
                  </a:cubicBezTo>
                  <a:cubicBezTo>
                    <a:pt x="2025" y="3524"/>
                    <a:pt x="2239" y="3408"/>
                    <a:pt x="2462" y="3337"/>
                  </a:cubicBezTo>
                  <a:cubicBezTo>
                    <a:pt x="2635" y="3288"/>
                    <a:pt x="2809" y="3268"/>
                    <a:pt x="2985" y="3268"/>
                  </a:cubicBezTo>
                  <a:cubicBezTo>
                    <a:pt x="3537" y="3268"/>
                    <a:pt x="4102" y="3459"/>
                    <a:pt x="4657" y="3507"/>
                  </a:cubicBezTo>
                  <a:cubicBezTo>
                    <a:pt x="4746" y="3514"/>
                    <a:pt x="4836" y="3517"/>
                    <a:pt x="4925" y="3517"/>
                  </a:cubicBezTo>
                  <a:cubicBezTo>
                    <a:pt x="6130" y="3517"/>
                    <a:pt x="7329" y="2921"/>
                    <a:pt x="8502" y="2921"/>
                  </a:cubicBezTo>
                  <a:cubicBezTo>
                    <a:pt x="8786" y="2921"/>
                    <a:pt x="9069" y="2956"/>
                    <a:pt x="9350" y="3043"/>
                  </a:cubicBezTo>
                  <a:cubicBezTo>
                    <a:pt x="9813" y="3185"/>
                    <a:pt x="10393" y="3373"/>
                    <a:pt x="10822" y="3551"/>
                  </a:cubicBezTo>
                  <a:cubicBezTo>
                    <a:pt x="11294" y="3756"/>
                    <a:pt x="11384" y="4086"/>
                    <a:pt x="11223" y="4595"/>
                  </a:cubicBezTo>
                  <a:cubicBezTo>
                    <a:pt x="11143" y="4871"/>
                    <a:pt x="11036" y="5157"/>
                    <a:pt x="11125" y="5434"/>
                  </a:cubicBezTo>
                  <a:cubicBezTo>
                    <a:pt x="11204" y="5665"/>
                    <a:pt x="11444" y="5804"/>
                    <a:pt x="11680" y="5804"/>
                  </a:cubicBezTo>
                  <a:cubicBezTo>
                    <a:pt x="11817" y="5804"/>
                    <a:pt x="11951" y="5758"/>
                    <a:pt x="12053" y="5657"/>
                  </a:cubicBezTo>
                  <a:cubicBezTo>
                    <a:pt x="12293" y="5416"/>
                    <a:pt x="12276" y="5023"/>
                    <a:pt x="12204" y="4684"/>
                  </a:cubicBezTo>
                  <a:cubicBezTo>
                    <a:pt x="12124" y="4309"/>
                    <a:pt x="11928" y="3872"/>
                    <a:pt x="12035" y="3498"/>
                  </a:cubicBezTo>
                  <a:cubicBezTo>
                    <a:pt x="12169" y="3061"/>
                    <a:pt x="12731" y="2686"/>
                    <a:pt x="13114" y="2543"/>
                  </a:cubicBezTo>
                  <a:cubicBezTo>
                    <a:pt x="13328" y="2465"/>
                    <a:pt x="13554" y="2426"/>
                    <a:pt x="13779" y="2426"/>
                  </a:cubicBezTo>
                  <a:cubicBezTo>
                    <a:pt x="14120" y="2426"/>
                    <a:pt x="14461" y="2514"/>
                    <a:pt x="14756" y="2686"/>
                  </a:cubicBezTo>
                  <a:cubicBezTo>
                    <a:pt x="15014" y="2837"/>
                    <a:pt x="15246" y="3061"/>
                    <a:pt x="15344" y="3355"/>
                  </a:cubicBezTo>
                  <a:cubicBezTo>
                    <a:pt x="15478" y="3810"/>
                    <a:pt x="15246" y="4283"/>
                    <a:pt x="15095" y="4738"/>
                  </a:cubicBezTo>
                  <a:cubicBezTo>
                    <a:pt x="14970" y="5086"/>
                    <a:pt x="14889" y="5478"/>
                    <a:pt x="15005" y="5835"/>
                  </a:cubicBezTo>
                  <a:cubicBezTo>
                    <a:pt x="15107" y="6147"/>
                    <a:pt x="15393" y="6405"/>
                    <a:pt x="15701" y="6405"/>
                  </a:cubicBezTo>
                  <a:cubicBezTo>
                    <a:pt x="15746" y="6405"/>
                    <a:pt x="15790" y="6399"/>
                    <a:pt x="15835" y="6388"/>
                  </a:cubicBezTo>
                  <a:cubicBezTo>
                    <a:pt x="16210" y="6290"/>
                    <a:pt x="16397" y="5817"/>
                    <a:pt x="16388" y="5407"/>
                  </a:cubicBezTo>
                  <a:cubicBezTo>
                    <a:pt x="16388" y="4996"/>
                    <a:pt x="16272" y="4586"/>
                    <a:pt x="16317" y="4185"/>
                  </a:cubicBezTo>
                  <a:cubicBezTo>
                    <a:pt x="16379" y="3583"/>
                    <a:pt x="16671" y="3442"/>
                    <a:pt x="17037" y="3442"/>
                  </a:cubicBezTo>
                  <a:cubicBezTo>
                    <a:pt x="17360" y="3442"/>
                    <a:pt x="17739" y="3551"/>
                    <a:pt x="18068" y="3551"/>
                  </a:cubicBezTo>
                  <a:cubicBezTo>
                    <a:pt x="18119" y="3551"/>
                    <a:pt x="18169" y="3548"/>
                    <a:pt x="18217" y="3542"/>
                  </a:cubicBezTo>
                  <a:cubicBezTo>
                    <a:pt x="18654" y="3489"/>
                    <a:pt x="19020" y="3069"/>
                    <a:pt x="19038" y="2614"/>
                  </a:cubicBezTo>
                  <a:cubicBezTo>
                    <a:pt x="19038" y="2445"/>
                    <a:pt x="19011" y="2267"/>
                    <a:pt x="19091" y="2124"/>
                  </a:cubicBezTo>
                  <a:cubicBezTo>
                    <a:pt x="19145" y="2026"/>
                    <a:pt x="19243" y="1963"/>
                    <a:pt x="19323" y="1892"/>
                  </a:cubicBezTo>
                  <a:cubicBezTo>
                    <a:pt x="19662" y="1553"/>
                    <a:pt x="19537" y="902"/>
                    <a:pt x="19154" y="616"/>
                  </a:cubicBezTo>
                  <a:cubicBezTo>
                    <a:pt x="18952" y="462"/>
                    <a:pt x="18703" y="397"/>
                    <a:pt x="18449" y="397"/>
                  </a:cubicBezTo>
                  <a:cubicBezTo>
                    <a:pt x="18231" y="397"/>
                    <a:pt x="18008" y="445"/>
                    <a:pt x="17807" y="527"/>
                  </a:cubicBezTo>
                  <a:cubicBezTo>
                    <a:pt x="17672" y="577"/>
                    <a:pt x="17538" y="644"/>
                    <a:pt x="17403" y="644"/>
                  </a:cubicBezTo>
                  <a:cubicBezTo>
                    <a:pt x="17395" y="644"/>
                    <a:pt x="17387" y="643"/>
                    <a:pt x="17378" y="643"/>
                  </a:cubicBezTo>
                  <a:cubicBezTo>
                    <a:pt x="17164" y="634"/>
                    <a:pt x="16995" y="465"/>
                    <a:pt x="16825" y="340"/>
                  </a:cubicBezTo>
                  <a:cubicBezTo>
                    <a:pt x="16488" y="93"/>
                    <a:pt x="16144" y="0"/>
                    <a:pt x="157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908" name="Google Shape;908;p27"/>
            <p:cNvGrpSpPr/>
            <p:nvPr/>
          </p:nvGrpSpPr>
          <p:grpSpPr>
            <a:xfrm>
              <a:off x="5868210" y="47546"/>
              <a:ext cx="3429432" cy="338703"/>
              <a:chOff x="4387885" y="218763"/>
              <a:chExt cx="3328253" cy="338703"/>
            </a:xfrm>
          </p:grpSpPr>
          <p:sp>
            <p:nvSpPr>
              <p:cNvPr id="909" name="Google Shape;909;p27"/>
              <p:cNvSpPr/>
              <p:nvPr/>
            </p:nvSpPr>
            <p:spPr>
              <a:xfrm flipH="1">
                <a:off x="4693099" y="315338"/>
                <a:ext cx="150077" cy="11633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893" extrusionOk="0">
                    <a:moveTo>
                      <a:pt x="571" y="1"/>
                    </a:moveTo>
                    <a:cubicBezTo>
                      <a:pt x="0" y="1"/>
                      <a:pt x="0" y="893"/>
                      <a:pt x="571" y="893"/>
                    </a:cubicBezTo>
                    <a:cubicBezTo>
                      <a:pt x="1151" y="893"/>
                      <a:pt x="1151" y="1"/>
                      <a:pt x="5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0" name="Google Shape;910;p27"/>
              <p:cNvSpPr/>
              <p:nvPr/>
            </p:nvSpPr>
            <p:spPr>
              <a:xfrm flipH="1">
                <a:off x="7499882" y="321408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1" name="Google Shape;911;p27"/>
              <p:cNvSpPr/>
              <p:nvPr/>
            </p:nvSpPr>
            <p:spPr>
              <a:xfrm flipH="1">
                <a:off x="7613742" y="478389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2" name="Google Shape;912;p27"/>
              <p:cNvSpPr/>
              <p:nvPr/>
            </p:nvSpPr>
            <p:spPr>
              <a:xfrm flipH="1">
                <a:off x="4387885" y="218763"/>
                <a:ext cx="84939" cy="6644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510" extrusionOk="0">
                    <a:moveTo>
                      <a:pt x="331" y="1"/>
                    </a:moveTo>
                    <a:cubicBezTo>
                      <a:pt x="0" y="1"/>
                      <a:pt x="0" y="509"/>
                      <a:pt x="331" y="509"/>
                    </a:cubicBezTo>
                    <a:cubicBezTo>
                      <a:pt x="652" y="509"/>
                      <a:pt x="652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913" name="Google Shape;913;p27"/>
            <p:cNvSpPr/>
            <p:nvPr/>
          </p:nvSpPr>
          <p:spPr>
            <a:xfrm rot="35516" flipH="1">
              <a:off x="5434987" y="-127567"/>
              <a:ext cx="4360978" cy="294992"/>
            </a:xfrm>
            <a:custGeom>
              <a:avLst/>
              <a:gdLst/>
              <a:ahLst/>
              <a:cxnLst/>
              <a:rect l="l" t="t" r="r" b="b"/>
              <a:pathLst>
                <a:path w="163830" h="11827" extrusionOk="0">
                  <a:moveTo>
                    <a:pt x="0" y="11827"/>
                  </a:moveTo>
                  <a:cubicBezTo>
                    <a:pt x="4491" y="9902"/>
                    <a:pt x="8463" y="6894"/>
                    <a:pt x="12954" y="4969"/>
                  </a:cubicBezTo>
                  <a:cubicBezTo>
                    <a:pt x="16697" y="3365"/>
                    <a:pt x="21196" y="5195"/>
                    <a:pt x="25146" y="4207"/>
                  </a:cubicBezTo>
                  <a:cubicBezTo>
                    <a:pt x="33524" y="2112"/>
                    <a:pt x="42497" y="3040"/>
                    <a:pt x="51054" y="4207"/>
                  </a:cubicBezTo>
                  <a:cubicBezTo>
                    <a:pt x="58708" y="5251"/>
                    <a:pt x="66486" y="10139"/>
                    <a:pt x="73914" y="8017"/>
                  </a:cubicBezTo>
                  <a:cubicBezTo>
                    <a:pt x="79494" y="6423"/>
                    <a:pt x="84225" y="2297"/>
                    <a:pt x="89916" y="1159"/>
                  </a:cubicBezTo>
                  <a:cubicBezTo>
                    <a:pt x="98633" y="-584"/>
                    <a:pt x="107771" y="9"/>
                    <a:pt x="116586" y="1159"/>
                  </a:cubicBezTo>
                  <a:cubicBezTo>
                    <a:pt x="125383" y="2306"/>
                    <a:pt x="134257" y="3960"/>
                    <a:pt x="142494" y="7255"/>
                  </a:cubicBezTo>
                  <a:cubicBezTo>
                    <a:pt x="146267" y="8764"/>
                    <a:pt x="150743" y="6269"/>
                    <a:pt x="154686" y="7255"/>
                  </a:cubicBezTo>
                  <a:cubicBezTo>
                    <a:pt x="157803" y="8034"/>
                    <a:pt x="160617" y="10303"/>
                    <a:pt x="163830" y="10303"/>
                  </a:cubicBezTo>
                </a:path>
              </a:pathLst>
            </a:custGeom>
            <a:noFill/>
            <a:ln w="3810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914" name="Google Shape;914;p27"/>
          <p:cNvGrpSpPr/>
          <p:nvPr/>
        </p:nvGrpSpPr>
        <p:grpSpPr>
          <a:xfrm>
            <a:off x="212745" y="160325"/>
            <a:ext cx="8713724" cy="4772877"/>
            <a:chOff x="127769" y="160325"/>
            <a:chExt cx="8713724" cy="4772877"/>
          </a:xfrm>
        </p:grpSpPr>
        <p:sp>
          <p:nvSpPr>
            <p:cNvPr id="915" name="Google Shape;915;p27"/>
            <p:cNvSpPr/>
            <p:nvPr/>
          </p:nvSpPr>
          <p:spPr>
            <a:xfrm rot="2115196">
              <a:off x="7174509" y="799057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6" name="Google Shape;916;p27"/>
            <p:cNvSpPr/>
            <p:nvPr/>
          </p:nvSpPr>
          <p:spPr>
            <a:xfrm rot="3277097">
              <a:off x="8614146" y="3546670"/>
              <a:ext cx="56744" cy="123224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7" name="Google Shape;917;p27"/>
            <p:cNvSpPr/>
            <p:nvPr/>
          </p:nvSpPr>
          <p:spPr>
            <a:xfrm rot="3574462">
              <a:off x="7920007" y="298499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8" name="Google Shape;918;p27"/>
            <p:cNvSpPr/>
            <p:nvPr/>
          </p:nvSpPr>
          <p:spPr>
            <a:xfrm rot="1625383">
              <a:off x="1355704" y="3402985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9" name="Google Shape;919;p27"/>
            <p:cNvSpPr/>
            <p:nvPr/>
          </p:nvSpPr>
          <p:spPr>
            <a:xfrm rot="-2576963">
              <a:off x="4119709" y="160116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0" name="Google Shape;920;p27"/>
            <p:cNvSpPr/>
            <p:nvPr/>
          </p:nvSpPr>
          <p:spPr>
            <a:xfrm rot="3418413">
              <a:off x="1869487" y="1464065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1" name="Google Shape;921;p27"/>
            <p:cNvSpPr/>
            <p:nvPr/>
          </p:nvSpPr>
          <p:spPr>
            <a:xfrm rot="-6529139">
              <a:off x="684769" y="2534586"/>
              <a:ext cx="151480" cy="7431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2" name="Google Shape;922;p27"/>
            <p:cNvSpPr/>
            <p:nvPr/>
          </p:nvSpPr>
          <p:spPr>
            <a:xfrm rot="-3266906">
              <a:off x="5424310" y="781269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3" name="Google Shape;923;p27"/>
            <p:cNvSpPr/>
            <p:nvPr/>
          </p:nvSpPr>
          <p:spPr>
            <a:xfrm rot="-1501670">
              <a:off x="351785" y="1314978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4" name="Google Shape;924;p27"/>
            <p:cNvSpPr/>
            <p:nvPr/>
          </p:nvSpPr>
          <p:spPr>
            <a:xfrm rot="1867268">
              <a:off x="8741899" y="2157689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5" name="Google Shape;925;p27"/>
            <p:cNvSpPr/>
            <p:nvPr/>
          </p:nvSpPr>
          <p:spPr>
            <a:xfrm rot="-2342076">
              <a:off x="8689335" y="1220852"/>
              <a:ext cx="57301" cy="147211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6" name="Google Shape;926;p27"/>
            <p:cNvSpPr/>
            <p:nvPr/>
          </p:nvSpPr>
          <p:spPr>
            <a:xfrm rot="-3266906">
              <a:off x="1253407" y="4812682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7" name="Google Shape;927;p27"/>
            <p:cNvSpPr/>
            <p:nvPr/>
          </p:nvSpPr>
          <p:spPr>
            <a:xfrm rot="3522601">
              <a:off x="176897" y="3983603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8" name="Google Shape;928;p27"/>
            <p:cNvSpPr/>
            <p:nvPr/>
          </p:nvSpPr>
          <p:spPr>
            <a:xfrm rot="-2695393">
              <a:off x="8195448" y="428127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29" name="Google Shape;929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30" name="Google Shape;930;p27"/>
          <p:cNvSpPr txBox="1"/>
          <p:nvPr>
            <p:ph type="title" idx="2"/>
          </p:nvPr>
        </p:nvSpPr>
        <p:spPr>
          <a:xfrm>
            <a:off x="1804300" y="1764625"/>
            <a:ext cx="2318100" cy="50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31" name="Google Shape;931;p27"/>
          <p:cNvSpPr txBox="1"/>
          <p:nvPr>
            <p:ph type="subTitle" idx="1"/>
          </p:nvPr>
        </p:nvSpPr>
        <p:spPr>
          <a:xfrm>
            <a:off x="1804300" y="2264925"/>
            <a:ext cx="2318100" cy="50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932" name="Google Shape;932;p27"/>
          <p:cNvSpPr txBox="1"/>
          <p:nvPr>
            <p:ph type="title" idx="3"/>
          </p:nvPr>
        </p:nvSpPr>
        <p:spPr>
          <a:xfrm>
            <a:off x="5021600" y="1764625"/>
            <a:ext cx="2318100" cy="50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33" name="Google Shape;933;p27"/>
          <p:cNvSpPr txBox="1"/>
          <p:nvPr>
            <p:ph type="subTitle" idx="4"/>
          </p:nvPr>
        </p:nvSpPr>
        <p:spPr>
          <a:xfrm>
            <a:off x="5021600" y="2264925"/>
            <a:ext cx="2318100" cy="50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934" name="Google Shape;934;p27"/>
          <p:cNvSpPr txBox="1"/>
          <p:nvPr>
            <p:ph type="title" idx="5"/>
          </p:nvPr>
        </p:nvSpPr>
        <p:spPr>
          <a:xfrm>
            <a:off x="1804300" y="3603375"/>
            <a:ext cx="2318100" cy="50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35" name="Google Shape;935;p27"/>
          <p:cNvSpPr txBox="1"/>
          <p:nvPr>
            <p:ph type="subTitle" idx="6"/>
          </p:nvPr>
        </p:nvSpPr>
        <p:spPr>
          <a:xfrm>
            <a:off x="1804300" y="4103700"/>
            <a:ext cx="2318100" cy="50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936" name="Google Shape;936;p27"/>
          <p:cNvSpPr txBox="1"/>
          <p:nvPr>
            <p:ph type="title" idx="7"/>
          </p:nvPr>
        </p:nvSpPr>
        <p:spPr>
          <a:xfrm>
            <a:off x="5021600" y="3603375"/>
            <a:ext cx="2318100" cy="50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37" name="Google Shape;937;p27"/>
          <p:cNvSpPr txBox="1"/>
          <p:nvPr>
            <p:ph type="subTitle" idx="8"/>
          </p:nvPr>
        </p:nvSpPr>
        <p:spPr>
          <a:xfrm>
            <a:off x="5021600" y="4103700"/>
            <a:ext cx="2318100" cy="50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"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9" name="Google Shape;939;p28"/>
          <p:cNvGrpSpPr/>
          <p:nvPr/>
        </p:nvGrpSpPr>
        <p:grpSpPr>
          <a:xfrm flipH="1">
            <a:off x="-444931" y="4436261"/>
            <a:ext cx="3129218" cy="1062579"/>
            <a:chOff x="5871870" y="4293873"/>
            <a:chExt cx="3598457" cy="1378898"/>
          </a:xfrm>
        </p:grpSpPr>
        <p:sp>
          <p:nvSpPr>
            <p:cNvPr id="940" name="Google Shape;940;p28"/>
            <p:cNvSpPr/>
            <p:nvPr/>
          </p:nvSpPr>
          <p:spPr>
            <a:xfrm rot="10800000" flipH="1">
              <a:off x="5871870" y="4293873"/>
              <a:ext cx="3598453" cy="1378898"/>
            </a:xfrm>
            <a:custGeom>
              <a:avLst/>
              <a:gdLst/>
              <a:ahLst/>
              <a:cxnLst/>
              <a:rect l="l" t="t" r="r" b="b"/>
              <a:pathLst>
                <a:path w="19074" h="7309" extrusionOk="0">
                  <a:moveTo>
                    <a:pt x="14216" y="14"/>
                  </a:moveTo>
                  <a:cubicBezTo>
                    <a:pt x="13596" y="14"/>
                    <a:pt x="12976" y="28"/>
                    <a:pt x="12356" y="46"/>
                  </a:cubicBezTo>
                  <a:cubicBezTo>
                    <a:pt x="10259" y="90"/>
                    <a:pt x="8163" y="161"/>
                    <a:pt x="6066" y="269"/>
                  </a:cubicBezTo>
                  <a:cubicBezTo>
                    <a:pt x="5023" y="322"/>
                    <a:pt x="3970" y="376"/>
                    <a:pt x="2926" y="447"/>
                  </a:cubicBezTo>
                  <a:cubicBezTo>
                    <a:pt x="1624" y="527"/>
                    <a:pt x="0" y="545"/>
                    <a:pt x="295" y="2329"/>
                  </a:cubicBezTo>
                  <a:cubicBezTo>
                    <a:pt x="348" y="2659"/>
                    <a:pt x="571" y="2981"/>
                    <a:pt x="901" y="3052"/>
                  </a:cubicBezTo>
                  <a:cubicBezTo>
                    <a:pt x="973" y="3070"/>
                    <a:pt x="1044" y="3070"/>
                    <a:pt x="1106" y="3114"/>
                  </a:cubicBezTo>
                  <a:cubicBezTo>
                    <a:pt x="1222" y="3195"/>
                    <a:pt x="1213" y="3364"/>
                    <a:pt x="1204" y="3507"/>
                  </a:cubicBezTo>
                  <a:cubicBezTo>
                    <a:pt x="1142" y="4096"/>
                    <a:pt x="1204" y="4738"/>
                    <a:pt x="1570" y="5202"/>
                  </a:cubicBezTo>
                  <a:cubicBezTo>
                    <a:pt x="1804" y="5504"/>
                    <a:pt x="2193" y="5693"/>
                    <a:pt x="2565" y="5693"/>
                  </a:cubicBezTo>
                  <a:cubicBezTo>
                    <a:pt x="2776" y="5693"/>
                    <a:pt x="2981" y="5632"/>
                    <a:pt x="3149" y="5496"/>
                  </a:cubicBezTo>
                  <a:cubicBezTo>
                    <a:pt x="3363" y="5318"/>
                    <a:pt x="3479" y="5059"/>
                    <a:pt x="3640" y="4836"/>
                  </a:cubicBezTo>
                  <a:cubicBezTo>
                    <a:pt x="3797" y="4618"/>
                    <a:pt x="4023" y="4408"/>
                    <a:pt x="4292" y="4408"/>
                  </a:cubicBezTo>
                  <a:cubicBezTo>
                    <a:pt x="4298" y="4408"/>
                    <a:pt x="4303" y="4408"/>
                    <a:pt x="4309" y="4408"/>
                  </a:cubicBezTo>
                  <a:cubicBezTo>
                    <a:pt x="4621" y="4426"/>
                    <a:pt x="4853" y="4720"/>
                    <a:pt x="4933" y="5023"/>
                  </a:cubicBezTo>
                  <a:cubicBezTo>
                    <a:pt x="5014" y="5327"/>
                    <a:pt x="4996" y="5648"/>
                    <a:pt x="5058" y="5951"/>
                  </a:cubicBezTo>
                  <a:cubicBezTo>
                    <a:pt x="5201" y="6611"/>
                    <a:pt x="5763" y="7156"/>
                    <a:pt x="6423" y="7280"/>
                  </a:cubicBezTo>
                  <a:cubicBezTo>
                    <a:pt x="6522" y="7299"/>
                    <a:pt x="6623" y="7308"/>
                    <a:pt x="6723" y="7308"/>
                  </a:cubicBezTo>
                  <a:cubicBezTo>
                    <a:pt x="7290" y="7308"/>
                    <a:pt x="7853" y="7018"/>
                    <a:pt x="8172" y="6540"/>
                  </a:cubicBezTo>
                  <a:cubicBezTo>
                    <a:pt x="8261" y="6397"/>
                    <a:pt x="8341" y="6237"/>
                    <a:pt x="8475" y="6139"/>
                  </a:cubicBezTo>
                  <a:cubicBezTo>
                    <a:pt x="8546" y="6082"/>
                    <a:pt x="8641" y="6048"/>
                    <a:pt x="8731" y="6048"/>
                  </a:cubicBezTo>
                  <a:cubicBezTo>
                    <a:pt x="8812" y="6048"/>
                    <a:pt x="8888" y="6075"/>
                    <a:pt x="8939" y="6139"/>
                  </a:cubicBezTo>
                  <a:cubicBezTo>
                    <a:pt x="8993" y="6219"/>
                    <a:pt x="9001" y="6317"/>
                    <a:pt x="9037" y="6406"/>
                  </a:cubicBezTo>
                  <a:cubicBezTo>
                    <a:pt x="9114" y="6603"/>
                    <a:pt x="9322" y="6703"/>
                    <a:pt x="9535" y="6703"/>
                  </a:cubicBezTo>
                  <a:cubicBezTo>
                    <a:pt x="9669" y="6703"/>
                    <a:pt x="9805" y="6664"/>
                    <a:pt x="9911" y="6585"/>
                  </a:cubicBezTo>
                  <a:cubicBezTo>
                    <a:pt x="10188" y="6379"/>
                    <a:pt x="10286" y="6014"/>
                    <a:pt x="10295" y="5666"/>
                  </a:cubicBezTo>
                  <a:cubicBezTo>
                    <a:pt x="10295" y="5327"/>
                    <a:pt x="10224" y="4988"/>
                    <a:pt x="10215" y="4640"/>
                  </a:cubicBezTo>
                  <a:cubicBezTo>
                    <a:pt x="10215" y="4256"/>
                    <a:pt x="10366" y="3855"/>
                    <a:pt x="10670" y="3614"/>
                  </a:cubicBezTo>
                  <a:cubicBezTo>
                    <a:pt x="10799" y="3515"/>
                    <a:pt x="10944" y="3462"/>
                    <a:pt x="11075" y="3462"/>
                  </a:cubicBezTo>
                  <a:cubicBezTo>
                    <a:pt x="11287" y="3462"/>
                    <a:pt x="11466" y="3600"/>
                    <a:pt x="11499" y="3908"/>
                  </a:cubicBezTo>
                  <a:cubicBezTo>
                    <a:pt x="11526" y="4140"/>
                    <a:pt x="11455" y="4390"/>
                    <a:pt x="11508" y="4631"/>
                  </a:cubicBezTo>
                  <a:cubicBezTo>
                    <a:pt x="11562" y="4899"/>
                    <a:pt x="11776" y="5139"/>
                    <a:pt x="12044" y="5211"/>
                  </a:cubicBezTo>
                  <a:cubicBezTo>
                    <a:pt x="12109" y="5231"/>
                    <a:pt x="12178" y="5240"/>
                    <a:pt x="12247" y="5240"/>
                  </a:cubicBezTo>
                  <a:cubicBezTo>
                    <a:pt x="12457" y="5240"/>
                    <a:pt x="12670" y="5151"/>
                    <a:pt x="12811" y="4997"/>
                  </a:cubicBezTo>
                  <a:lnTo>
                    <a:pt x="12811" y="4997"/>
                  </a:lnTo>
                  <a:cubicBezTo>
                    <a:pt x="12748" y="5443"/>
                    <a:pt x="13034" y="5907"/>
                    <a:pt x="13453" y="6058"/>
                  </a:cubicBezTo>
                  <a:cubicBezTo>
                    <a:pt x="13552" y="6091"/>
                    <a:pt x="13656" y="6107"/>
                    <a:pt x="13760" y="6107"/>
                  </a:cubicBezTo>
                  <a:cubicBezTo>
                    <a:pt x="14102" y="6107"/>
                    <a:pt x="14444" y="5934"/>
                    <a:pt x="14622" y="5639"/>
                  </a:cubicBezTo>
                  <a:cubicBezTo>
                    <a:pt x="14943" y="5104"/>
                    <a:pt x="14729" y="4328"/>
                    <a:pt x="15148" y="3864"/>
                  </a:cubicBezTo>
                  <a:cubicBezTo>
                    <a:pt x="15225" y="3779"/>
                    <a:pt x="15336" y="3707"/>
                    <a:pt x="15452" y="3707"/>
                  </a:cubicBezTo>
                  <a:cubicBezTo>
                    <a:pt x="15469" y="3707"/>
                    <a:pt x="15487" y="3708"/>
                    <a:pt x="15505" y="3712"/>
                  </a:cubicBezTo>
                  <a:cubicBezTo>
                    <a:pt x="15737" y="3757"/>
                    <a:pt x="15790" y="4060"/>
                    <a:pt x="15781" y="4301"/>
                  </a:cubicBezTo>
                  <a:cubicBezTo>
                    <a:pt x="15746" y="4818"/>
                    <a:pt x="15639" y="5327"/>
                    <a:pt x="15683" y="5844"/>
                  </a:cubicBezTo>
                  <a:cubicBezTo>
                    <a:pt x="15728" y="6353"/>
                    <a:pt x="15978" y="6897"/>
                    <a:pt x="16451" y="7093"/>
                  </a:cubicBezTo>
                  <a:cubicBezTo>
                    <a:pt x="16566" y="7142"/>
                    <a:pt x="16687" y="7164"/>
                    <a:pt x="16808" y="7164"/>
                  </a:cubicBezTo>
                  <a:cubicBezTo>
                    <a:pt x="17329" y="7164"/>
                    <a:pt x="17850" y="6746"/>
                    <a:pt x="17958" y="6210"/>
                  </a:cubicBezTo>
                  <a:cubicBezTo>
                    <a:pt x="18038" y="5773"/>
                    <a:pt x="17896" y="5327"/>
                    <a:pt x="17807" y="4890"/>
                  </a:cubicBezTo>
                  <a:cubicBezTo>
                    <a:pt x="17717" y="4452"/>
                    <a:pt x="17691" y="3953"/>
                    <a:pt x="17967" y="3605"/>
                  </a:cubicBezTo>
                  <a:cubicBezTo>
                    <a:pt x="18190" y="3748"/>
                    <a:pt x="18146" y="4185"/>
                    <a:pt x="18413" y="4221"/>
                  </a:cubicBezTo>
                  <a:cubicBezTo>
                    <a:pt x="18421" y="4221"/>
                    <a:pt x="18428" y="4222"/>
                    <a:pt x="18436" y="4222"/>
                  </a:cubicBezTo>
                  <a:cubicBezTo>
                    <a:pt x="18501" y="4222"/>
                    <a:pt x="18571" y="4189"/>
                    <a:pt x="18627" y="4149"/>
                  </a:cubicBezTo>
                  <a:cubicBezTo>
                    <a:pt x="18877" y="3962"/>
                    <a:pt x="18939" y="3614"/>
                    <a:pt x="18913" y="3302"/>
                  </a:cubicBezTo>
                  <a:cubicBezTo>
                    <a:pt x="18886" y="2998"/>
                    <a:pt x="18797" y="2695"/>
                    <a:pt x="18806" y="2383"/>
                  </a:cubicBezTo>
                  <a:cubicBezTo>
                    <a:pt x="18806" y="2088"/>
                    <a:pt x="18904" y="1803"/>
                    <a:pt x="18931" y="1517"/>
                  </a:cubicBezTo>
                  <a:cubicBezTo>
                    <a:pt x="19073" y="1"/>
                    <a:pt x="17066" y="126"/>
                    <a:pt x="16076" y="63"/>
                  </a:cubicBezTo>
                  <a:cubicBezTo>
                    <a:pt x="15456" y="28"/>
                    <a:pt x="14836" y="14"/>
                    <a:pt x="14216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1" name="Google Shape;941;p28"/>
            <p:cNvSpPr/>
            <p:nvPr/>
          </p:nvSpPr>
          <p:spPr>
            <a:xfrm rot="-10578739">
              <a:off x="6108296" y="4829629"/>
              <a:ext cx="1925183" cy="433439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rgbClr val="694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2" name="Google Shape;942;p28"/>
            <p:cNvSpPr/>
            <p:nvPr/>
          </p:nvSpPr>
          <p:spPr>
            <a:xfrm rot="-10640538" flipH="1">
              <a:off x="7536144" y="4890444"/>
              <a:ext cx="1925170" cy="433436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rgbClr val="694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43" name="Google Shape;943;p28"/>
          <p:cNvGrpSpPr/>
          <p:nvPr/>
        </p:nvGrpSpPr>
        <p:grpSpPr>
          <a:xfrm>
            <a:off x="6684202" y="-1014331"/>
            <a:ext cx="3013652" cy="3107450"/>
            <a:chOff x="1120850" y="1643725"/>
            <a:chExt cx="578325" cy="596325"/>
          </a:xfrm>
        </p:grpSpPr>
        <p:sp>
          <p:nvSpPr>
            <p:cNvPr id="944" name="Google Shape;944;p28"/>
            <p:cNvSpPr/>
            <p:nvPr/>
          </p:nvSpPr>
          <p:spPr>
            <a:xfrm>
              <a:off x="1120850" y="1643725"/>
              <a:ext cx="578325" cy="596325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5" name="Google Shape;945;p28"/>
            <p:cNvSpPr/>
            <p:nvPr/>
          </p:nvSpPr>
          <p:spPr>
            <a:xfrm>
              <a:off x="1415025" y="1715025"/>
              <a:ext cx="28800" cy="22325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6" name="Google Shape;946;p28"/>
            <p:cNvSpPr/>
            <p:nvPr/>
          </p:nvSpPr>
          <p:spPr>
            <a:xfrm>
              <a:off x="1456725" y="1728625"/>
              <a:ext cx="20100" cy="15650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7" name="Google Shape;947;p28"/>
            <p:cNvSpPr/>
            <p:nvPr/>
          </p:nvSpPr>
          <p:spPr>
            <a:xfrm>
              <a:off x="1435325" y="1758750"/>
              <a:ext cx="19650" cy="15175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8" name="Google Shape;948;p28"/>
            <p:cNvSpPr/>
            <p:nvPr/>
          </p:nvSpPr>
          <p:spPr>
            <a:xfrm>
              <a:off x="1386475" y="1763425"/>
              <a:ext cx="16300" cy="1275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9" name="Google Shape;949;p28"/>
            <p:cNvSpPr/>
            <p:nvPr/>
          </p:nvSpPr>
          <p:spPr>
            <a:xfrm>
              <a:off x="1488400" y="1799100"/>
              <a:ext cx="18975" cy="14525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0" name="Google Shape;950;p28"/>
            <p:cNvSpPr/>
            <p:nvPr/>
          </p:nvSpPr>
          <p:spPr>
            <a:xfrm>
              <a:off x="1524750" y="1733325"/>
              <a:ext cx="12075" cy="9375"/>
            </a:xfrm>
            <a:custGeom>
              <a:avLst/>
              <a:gdLst/>
              <a:ahLst/>
              <a:cxnLst/>
              <a:rect l="l" t="t" r="r" b="b"/>
              <a:pathLst>
                <a:path w="483" h="375" extrusionOk="0">
                  <a:moveTo>
                    <a:pt x="241" y="0"/>
                  </a:moveTo>
                  <a:cubicBezTo>
                    <a:pt x="1" y="0"/>
                    <a:pt x="1" y="375"/>
                    <a:pt x="241" y="375"/>
                  </a:cubicBezTo>
                  <a:cubicBezTo>
                    <a:pt x="482" y="375"/>
                    <a:pt x="482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1" name="Google Shape;951;p28"/>
            <p:cNvSpPr/>
            <p:nvPr/>
          </p:nvSpPr>
          <p:spPr>
            <a:xfrm>
              <a:off x="1123075" y="1744550"/>
              <a:ext cx="541325" cy="159375"/>
            </a:xfrm>
            <a:custGeom>
              <a:avLst/>
              <a:gdLst/>
              <a:ahLst/>
              <a:cxnLst/>
              <a:rect l="l" t="t" r="r" b="b"/>
              <a:pathLst>
                <a:path w="21653" h="6375" extrusionOk="0">
                  <a:moveTo>
                    <a:pt x="3331" y="0"/>
                  </a:moveTo>
                  <a:cubicBezTo>
                    <a:pt x="2868" y="0"/>
                    <a:pt x="2391" y="178"/>
                    <a:pt x="2035" y="470"/>
                  </a:cubicBezTo>
                  <a:cubicBezTo>
                    <a:pt x="1499" y="907"/>
                    <a:pt x="1241" y="1514"/>
                    <a:pt x="920" y="2112"/>
                  </a:cubicBezTo>
                  <a:cubicBezTo>
                    <a:pt x="857" y="2236"/>
                    <a:pt x="786" y="2451"/>
                    <a:pt x="670" y="2522"/>
                  </a:cubicBezTo>
                  <a:lnTo>
                    <a:pt x="152" y="2504"/>
                  </a:lnTo>
                  <a:cubicBezTo>
                    <a:pt x="117" y="2451"/>
                    <a:pt x="81" y="2406"/>
                    <a:pt x="45" y="2352"/>
                  </a:cubicBezTo>
                  <a:cubicBezTo>
                    <a:pt x="27" y="2504"/>
                    <a:pt x="10" y="2665"/>
                    <a:pt x="1" y="2825"/>
                  </a:cubicBezTo>
                  <a:cubicBezTo>
                    <a:pt x="81" y="2879"/>
                    <a:pt x="170" y="2914"/>
                    <a:pt x="286" y="2941"/>
                  </a:cubicBezTo>
                  <a:cubicBezTo>
                    <a:pt x="341" y="2955"/>
                    <a:pt x="394" y="2961"/>
                    <a:pt x="444" y="2961"/>
                  </a:cubicBezTo>
                  <a:cubicBezTo>
                    <a:pt x="760" y="2961"/>
                    <a:pt x="982" y="2712"/>
                    <a:pt x="1152" y="2451"/>
                  </a:cubicBezTo>
                  <a:cubicBezTo>
                    <a:pt x="1606" y="1719"/>
                    <a:pt x="1865" y="827"/>
                    <a:pt x="2739" y="488"/>
                  </a:cubicBezTo>
                  <a:cubicBezTo>
                    <a:pt x="2926" y="417"/>
                    <a:pt x="3116" y="378"/>
                    <a:pt x="3301" y="378"/>
                  </a:cubicBezTo>
                  <a:cubicBezTo>
                    <a:pt x="3602" y="378"/>
                    <a:pt x="3890" y="482"/>
                    <a:pt x="4122" y="720"/>
                  </a:cubicBezTo>
                  <a:cubicBezTo>
                    <a:pt x="4408" y="1023"/>
                    <a:pt x="4452" y="1416"/>
                    <a:pt x="4559" y="1799"/>
                  </a:cubicBezTo>
                  <a:cubicBezTo>
                    <a:pt x="4684" y="2290"/>
                    <a:pt x="4836" y="2798"/>
                    <a:pt x="5327" y="3030"/>
                  </a:cubicBezTo>
                  <a:cubicBezTo>
                    <a:pt x="5500" y="3117"/>
                    <a:pt x="5689" y="3156"/>
                    <a:pt x="5879" y="3156"/>
                  </a:cubicBezTo>
                  <a:cubicBezTo>
                    <a:pt x="6156" y="3156"/>
                    <a:pt x="6435" y="3074"/>
                    <a:pt x="6674" y="2941"/>
                  </a:cubicBezTo>
                  <a:cubicBezTo>
                    <a:pt x="6959" y="2790"/>
                    <a:pt x="7200" y="2558"/>
                    <a:pt x="7423" y="2326"/>
                  </a:cubicBezTo>
                  <a:cubicBezTo>
                    <a:pt x="7708" y="2022"/>
                    <a:pt x="7655" y="1978"/>
                    <a:pt x="8128" y="1942"/>
                  </a:cubicBezTo>
                  <a:cubicBezTo>
                    <a:pt x="8175" y="1937"/>
                    <a:pt x="8219" y="1935"/>
                    <a:pt x="8260" y="1935"/>
                  </a:cubicBezTo>
                  <a:cubicBezTo>
                    <a:pt x="8676" y="1935"/>
                    <a:pt x="8790" y="2178"/>
                    <a:pt x="8993" y="2584"/>
                  </a:cubicBezTo>
                  <a:cubicBezTo>
                    <a:pt x="9484" y="3601"/>
                    <a:pt x="9314" y="5725"/>
                    <a:pt x="10519" y="6269"/>
                  </a:cubicBezTo>
                  <a:cubicBezTo>
                    <a:pt x="10682" y="6342"/>
                    <a:pt x="10829" y="6374"/>
                    <a:pt x="10963" y="6374"/>
                  </a:cubicBezTo>
                  <a:cubicBezTo>
                    <a:pt x="11962" y="6374"/>
                    <a:pt x="12243" y="4566"/>
                    <a:pt x="12856" y="4047"/>
                  </a:cubicBezTo>
                  <a:cubicBezTo>
                    <a:pt x="13079" y="3861"/>
                    <a:pt x="13289" y="3784"/>
                    <a:pt x="13489" y="3784"/>
                  </a:cubicBezTo>
                  <a:cubicBezTo>
                    <a:pt x="14450" y="3784"/>
                    <a:pt x="15201" y="5552"/>
                    <a:pt x="16197" y="5552"/>
                  </a:cubicBezTo>
                  <a:cubicBezTo>
                    <a:pt x="16398" y="5552"/>
                    <a:pt x="16610" y="5479"/>
                    <a:pt x="16835" y="5305"/>
                  </a:cubicBezTo>
                  <a:cubicBezTo>
                    <a:pt x="17227" y="5002"/>
                    <a:pt x="17218" y="4502"/>
                    <a:pt x="17325" y="4065"/>
                  </a:cubicBezTo>
                  <a:cubicBezTo>
                    <a:pt x="17450" y="3557"/>
                    <a:pt x="17718" y="3173"/>
                    <a:pt x="18244" y="3030"/>
                  </a:cubicBezTo>
                  <a:cubicBezTo>
                    <a:pt x="18349" y="3002"/>
                    <a:pt x="18448" y="2989"/>
                    <a:pt x="18544" y="2989"/>
                  </a:cubicBezTo>
                  <a:cubicBezTo>
                    <a:pt x="18954" y="2989"/>
                    <a:pt x="19294" y="3224"/>
                    <a:pt x="19663" y="3441"/>
                  </a:cubicBezTo>
                  <a:cubicBezTo>
                    <a:pt x="19945" y="3607"/>
                    <a:pt x="20306" y="3773"/>
                    <a:pt x="20650" y="3773"/>
                  </a:cubicBezTo>
                  <a:cubicBezTo>
                    <a:pt x="20861" y="3773"/>
                    <a:pt x="21066" y="3710"/>
                    <a:pt x="21242" y="3548"/>
                  </a:cubicBezTo>
                  <a:cubicBezTo>
                    <a:pt x="21652" y="3182"/>
                    <a:pt x="21500" y="2486"/>
                    <a:pt x="21429" y="2013"/>
                  </a:cubicBezTo>
                  <a:cubicBezTo>
                    <a:pt x="21376" y="1666"/>
                    <a:pt x="21304" y="1327"/>
                    <a:pt x="21206" y="996"/>
                  </a:cubicBezTo>
                  <a:cubicBezTo>
                    <a:pt x="21028" y="827"/>
                    <a:pt x="20840" y="684"/>
                    <a:pt x="20635" y="541"/>
                  </a:cubicBezTo>
                  <a:lnTo>
                    <a:pt x="20635" y="541"/>
                  </a:lnTo>
                  <a:cubicBezTo>
                    <a:pt x="20778" y="898"/>
                    <a:pt x="20894" y="1273"/>
                    <a:pt x="20974" y="1657"/>
                  </a:cubicBezTo>
                  <a:cubicBezTo>
                    <a:pt x="21045" y="1969"/>
                    <a:pt x="21188" y="2433"/>
                    <a:pt x="21117" y="2754"/>
                  </a:cubicBezTo>
                  <a:cubicBezTo>
                    <a:pt x="21027" y="3192"/>
                    <a:pt x="20815" y="3353"/>
                    <a:pt x="20549" y="3353"/>
                  </a:cubicBezTo>
                  <a:cubicBezTo>
                    <a:pt x="20338" y="3353"/>
                    <a:pt x="20094" y="3252"/>
                    <a:pt x="19850" y="3111"/>
                  </a:cubicBezTo>
                  <a:cubicBezTo>
                    <a:pt x="19436" y="2871"/>
                    <a:pt x="19061" y="2615"/>
                    <a:pt x="18581" y="2615"/>
                  </a:cubicBezTo>
                  <a:cubicBezTo>
                    <a:pt x="18544" y="2615"/>
                    <a:pt x="18506" y="2617"/>
                    <a:pt x="18467" y="2620"/>
                  </a:cubicBezTo>
                  <a:cubicBezTo>
                    <a:pt x="18084" y="2647"/>
                    <a:pt x="17709" y="2816"/>
                    <a:pt x="17432" y="3075"/>
                  </a:cubicBezTo>
                  <a:cubicBezTo>
                    <a:pt x="17004" y="3485"/>
                    <a:pt x="17058" y="3931"/>
                    <a:pt x="16888" y="4449"/>
                  </a:cubicBezTo>
                  <a:cubicBezTo>
                    <a:pt x="16720" y="4958"/>
                    <a:pt x="16482" y="5142"/>
                    <a:pt x="16221" y="5142"/>
                  </a:cubicBezTo>
                  <a:cubicBezTo>
                    <a:pt x="15697" y="5142"/>
                    <a:pt x="15078" y="4396"/>
                    <a:pt x="14738" y="4056"/>
                  </a:cubicBezTo>
                  <a:cubicBezTo>
                    <a:pt x="14399" y="3726"/>
                    <a:pt x="13989" y="3405"/>
                    <a:pt x="13489" y="3405"/>
                  </a:cubicBezTo>
                  <a:cubicBezTo>
                    <a:pt x="13034" y="3405"/>
                    <a:pt x="12651" y="3691"/>
                    <a:pt x="12374" y="4030"/>
                  </a:cubicBezTo>
                  <a:cubicBezTo>
                    <a:pt x="12029" y="4455"/>
                    <a:pt x="11648" y="5954"/>
                    <a:pt x="10894" y="5954"/>
                  </a:cubicBezTo>
                  <a:cubicBezTo>
                    <a:pt x="10810" y="5954"/>
                    <a:pt x="10720" y="5935"/>
                    <a:pt x="10626" y="5894"/>
                  </a:cubicBezTo>
                  <a:cubicBezTo>
                    <a:pt x="10019" y="5626"/>
                    <a:pt x="9921" y="4485"/>
                    <a:pt x="9796" y="3923"/>
                  </a:cubicBezTo>
                  <a:cubicBezTo>
                    <a:pt x="9671" y="3334"/>
                    <a:pt x="9528" y="2727"/>
                    <a:pt x="9225" y="2192"/>
                  </a:cubicBezTo>
                  <a:cubicBezTo>
                    <a:pt x="9002" y="1826"/>
                    <a:pt x="8654" y="1327"/>
                    <a:pt x="8181" y="1309"/>
                  </a:cubicBezTo>
                  <a:cubicBezTo>
                    <a:pt x="8172" y="1308"/>
                    <a:pt x="8164" y="1308"/>
                    <a:pt x="8155" y="1308"/>
                  </a:cubicBezTo>
                  <a:cubicBezTo>
                    <a:pt x="7698" y="1308"/>
                    <a:pt x="7427" y="1760"/>
                    <a:pt x="7155" y="2049"/>
                  </a:cubicBezTo>
                  <a:cubicBezTo>
                    <a:pt x="6797" y="2427"/>
                    <a:pt x="6302" y="2720"/>
                    <a:pt x="5864" y="2720"/>
                  </a:cubicBezTo>
                  <a:cubicBezTo>
                    <a:pt x="5493" y="2720"/>
                    <a:pt x="5163" y="2512"/>
                    <a:pt x="4988" y="1969"/>
                  </a:cubicBezTo>
                  <a:cubicBezTo>
                    <a:pt x="4836" y="1487"/>
                    <a:pt x="4818" y="961"/>
                    <a:pt x="4497" y="541"/>
                  </a:cubicBezTo>
                  <a:cubicBezTo>
                    <a:pt x="4201" y="162"/>
                    <a:pt x="3772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52" name="Google Shape;952;p28"/>
          <p:cNvGrpSpPr/>
          <p:nvPr/>
        </p:nvGrpSpPr>
        <p:grpSpPr>
          <a:xfrm flipH="1">
            <a:off x="324915" y="216904"/>
            <a:ext cx="8645765" cy="4746939"/>
            <a:chOff x="169932" y="216904"/>
            <a:chExt cx="8645765" cy="4746939"/>
          </a:xfrm>
        </p:grpSpPr>
        <p:sp>
          <p:nvSpPr>
            <p:cNvPr id="953" name="Google Shape;953;p28"/>
            <p:cNvSpPr/>
            <p:nvPr/>
          </p:nvSpPr>
          <p:spPr>
            <a:xfrm rot="2115196">
              <a:off x="7446434" y="219482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4" name="Google Shape;954;p28"/>
            <p:cNvSpPr/>
            <p:nvPr/>
          </p:nvSpPr>
          <p:spPr>
            <a:xfrm rot="3277097">
              <a:off x="8583483" y="3054495"/>
              <a:ext cx="56744" cy="123224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5" name="Google Shape;955;p28"/>
            <p:cNvSpPr/>
            <p:nvPr/>
          </p:nvSpPr>
          <p:spPr>
            <a:xfrm rot="-9378507">
              <a:off x="3225318" y="1216561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6" name="Google Shape;956;p28"/>
            <p:cNvSpPr/>
            <p:nvPr/>
          </p:nvSpPr>
          <p:spPr>
            <a:xfrm rot="3574462">
              <a:off x="8583482" y="4037858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7" name="Google Shape;957;p28"/>
            <p:cNvSpPr/>
            <p:nvPr/>
          </p:nvSpPr>
          <p:spPr>
            <a:xfrm rot="-10168024">
              <a:off x="1951384" y="728567"/>
              <a:ext cx="57300" cy="147207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8" name="Google Shape;958;p28"/>
            <p:cNvSpPr/>
            <p:nvPr/>
          </p:nvSpPr>
          <p:spPr>
            <a:xfrm rot="-6529139">
              <a:off x="309344" y="3078948"/>
              <a:ext cx="151480" cy="7431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9" name="Google Shape;959;p28"/>
            <p:cNvSpPr/>
            <p:nvPr/>
          </p:nvSpPr>
          <p:spPr>
            <a:xfrm rot="3522601">
              <a:off x="3750897" y="3360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0" name="Google Shape;960;p28"/>
            <p:cNvSpPr/>
            <p:nvPr/>
          </p:nvSpPr>
          <p:spPr>
            <a:xfrm rot="-3266906">
              <a:off x="7567285" y="1427719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1" name="Google Shape;961;p28"/>
            <p:cNvSpPr/>
            <p:nvPr/>
          </p:nvSpPr>
          <p:spPr>
            <a:xfrm rot="3522601">
              <a:off x="219060" y="12918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2" name="Google Shape;962;p28"/>
            <p:cNvSpPr/>
            <p:nvPr/>
          </p:nvSpPr>
          <p:spPr>
            <a:xfrm rot="1867268">
              <a:off x="749324" y="4531489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3" name="Google Shape;963;p28"/>
            <p:cNvSpPr/>
            <p:nvPr/>
          </p:nvSpPr>
          <p:spPr>
            <a:xfrm rot="-2342076">
              <a:off x="8718435" y="1416552"/>
              <a:ext cx="57301" cy="147211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4" name="Google Shape;964;p28"/>
            <p:cNvSpPr/>
            <p:nvPr/>
          </p:nvSpPr>
          <p:spPr>
            <a:xfrm rot="-3266906">
              <a:off x="2724907" y="46661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5" name="Google Shape;965;p28"/>
            <p:cNvSpPr/>
            <p:nvPr/>
          </p:nvSpPr>
          <p:spPr>
            <a:xfrm rot="3522601">
              <a:off x="4253260" y="442221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6" name="Google Shape;966;p28"/>
            <p:cNvSpPr/>
            <p:nvPr/>
          </p:nvSpPr>
          <p:spPr>
            <a:xfrm rot="-2695393">
              <a:off x="5677873" y="481620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67" name="Google Shape;967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68" name="Google Shape;968;p28"/>
          <p:cNvSpPr txBox="1"/>
          <p:nvPr>
            <p:ph type="title" idx="2"/>
          </p:nvPr>
        </p:nvSpPr>
        <p:spPr>
          <a:xfrm>
            <a:off x="1086025" y="1663475"/>
            <a:ext cx="2135400" cy="388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9" name="Google Shape;969;p28"/>
          <p:cNvSpPr txBox="1"/>
          <p:nvPr>
            <p:ph type="subTitle" idx="1"/>
          </p:nvPr>
        </p:nvSpPr>
        <p:spPr>
          <a:xfrm>
            <a:off x="1086025" y="2052375"/>
            <a:ext cx="21354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970" name="Google Shape;970;p28"/>
          <p:cNvSpPr txBox="1"/>
          <p:nvPr>
            <p:ph type="title" idx="3"/>
          </p:nvPr>
        </p:nvSpPr>
        <p:spPr>
          <a:xfrm>
            <a:off x="5922551" y="1663475"/>
            <a:ext cx="2135400" cy="388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71" name="Google Shape;971;p28"/>
          <p:cNvSpPr txBox="1"/>
          <p:nvPr>
            <p:ph type="subTitle" idx="4"/>
          </p:nvPr>
        </p:nvSpPr>
        <p:spPr>
          <a:xfrm>
            <a:off x="5922550" y="2052375"/>
            <a:ext cx="21354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972" name="Google Shape;972;p28"/>
          <p:cNvSpPr txBox="1"/>
          <p:nvPr>
            <p:ph type="title" idx="5"/>
          </p:nvPr>
        </p:nvSpPr>
        <p:spPr>
          <a:xfrm>
            <a:off x="1086025" y="3096975"/>
            <a:ext cx="2135400" cy="388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73" name="Google Shape;973;p28"/>
          <p:cNvSpPr txBox="1"/>
          <p:nvPr>
            <p:ph type="subTitle" idx="6"/>
          </p:nvPr>
        </p:nvSpPr>
        <p:spPr>
          <a:xfrm>
            <a:off x="1086025" y="3485775"/>
            <a:ext cx="21354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974" name="Google Shape;974;p28"/>
          <p:cNvSpPr txBox="1"/>
          <p:nvPr>
            <p:ph type="title" idx="7"/>
          </p:nvPr>
        </p:nvSpPr>
        <p:spPr>
          <a:xfrm>
            <a:off x="5922551" y="3096975"/>
            <a:ext cx="2135400" cy="388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75" name="Google Shape;975;p28"/>
          <p:cNvSpPr txBox="1"/>
          <p:nvPr>
            <p:ph type="subTitle" idx="8"/>
          </p:nvPr>
        </p:nvSpPr>
        <p:spPr>
          <a:xfrm>
            <a:off x="5922550" y="3485775"/>
            <a:ext cx="21354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7" name="Google Shape;977;p29"/>
          <p:cNvGrpSpPr/>
          <p:nvPr/>
        </p:nvGrpSpPr>
        <p:grpSpPr>
          <a:xfrm>
            <a:off x="4628000" y="-906348"/>
            <a:ext cx="6203733" cy="3107450"/>
            <a:chOff x="4480275" y="-793398"/>
            <a:chExt cx="6203733" cy="3107450"/>
          </a:xfrm>
        </p:grpSpPr>
        <p:grpSp>
          <p:nvGrpSpPr>
            <p:cNvPr id="978" name="Google Shape;978;p29"/>
            <p:cNvGrpSpPr/>
            <p:nvPr/>
          </p:nvGrpSpPr>
          <p:grpSpPr>
            <a:xfrm flipH="1">
              <a:off x="4480275" y="-686275"/>
              <a:ext cx="3249813" cy="1635316"/>
              <a:chOff x="2086319" y="-686283"/>
              <a:chExt cx="3153934" cy="1635316"/>
            </a:xfrm>
          </p:grpSpPr>
          <p:sp>
            <p:nvSpPr>
              <p:cNvPr id="979" name="Google Shape;979;p29"/>
              <p:cNvSpPr/>
              <p:nvPr/>
            </p:nvSpPr>
            <p:spPr>
              <a:xfrm flipH="1">
                <a:off x="2086319" y="-686283"/>
                <a:ext cx="3153934" cy="1635316"/>
              </a:xfrm>
              <a:custGeom>
                <a:avLst/>
                <a:gdLst/>
                <a:ahLst/>
                <a:cxnLst/>
                <a:rect l="l" t="t" r="r" b="b"/>
                <a:pathLst>
                  <a:path w="21055" h="11958" extrusionOk="0">
                    <a:moveTo>
                      <a:pt x="16827" y="1"/>
                    </a:moveTo>
                    <a:cubicBezTo>
                      <a:pt x="16033" y="1"/>
                      <a:pt x="15235" y="124"/>
                      <a:pt x="14444" y="243"/>
                    </a:cubicBezTo>
                    <a:cubicBezTo>
                      <a:pt x="14444" y="252"/>
                      <a:pt x="14435" y="252"/>
                      <a:pt x="14426" y="252"/>
                    </a:cubicBezTo>
                    <a:lnTo>
                      <a:pt x="446" y="3392"/>
                    </a:lnTo>
                    <a:cubicBezTo>
                      <a:pt x="304" y="3419"/>
                      <a:pt x="197" y="3535"/>
                      <a:pt x="161" y="3677"/>
                    </a:cubicBezTo>
                    <a:cubicBezTo>
                      <a:pt x="0" y="4355"/>
                      <a:pt x="18" y="5087"/>
                      <a:pt x="206" y="5765"/>
                    </a:cubicBezTo>
                    <a:cubicBezTo>
                      <a:pt x="249" y="5934"/>
                      <a:pt x="403" y="6030"/>
                      <a:pt x="560" y="6030"/>
                    </a:cubicBezTo>
                    <a:cubicBezTo>
                      <a:pt x="661" y="6030"/>
                      <a:pt x="763" y="5991"/>
                      <a:pt x="839" y="5908"/>
                    </a:cubicBezTo>
                    <a:cubicBezTo>
                      <a:pt x="839" y="5908"/>
                      <a:pt x="839" y="5908"/>
                      <a:pt x="839" y="5899"/>
                    </a:cubicBezTo>
                    <a:cubicBezTo>
                      <a:pt x="917" y="5821"/>
                      <a:pt x="1014" y="5785"/>
                      <a:pt x="1110" y="5785"/>
                    </a:cubicBezTo>
                    <a:cubicBezTo>
                      <a:pt x="1288" y="5785"/>
                      <a:pt x="1461" y="5909"/>
                      <a:pt x="1490" y="6113"/>
                    </a:cubicBezTo>
                    <a:cubicBezTo>
                      <a:pt x="1535" y="6425"/>
                      <a:pt x="1481" y="6782"/>
                      <a:pt x="1472" y="7112"/>
                    </a:cubicBezTo>
                    <a:cubicBezTo>
                      <a:pt x="1448" y="7622"/>
                      <a:pt x="1734" y="8277"/>
                      <a:pt x="2213" y="8277"/>
                    </a:cubicBezTo>
                    <a:cubicBezTo>
                      <a:pt x="2253" y="8277"/>
                      <a:pt x="2295" y="8272"/>
                      <a:pt x="2338" y="8263"/>
                    </a:cubicBezTo>
                    <a:cubicBezTo>
                      <a:pt x="2721" y="8173"/>
                      <a:pt x="2882" y="7718"/>
                      <a:pt x="3203" y="7478"/>
                    </a:cubicBezTo>
                    <a:cubicBezTo>
                      <a:pt x="3357" y="7360"/>
                      <a:pt x="3532" y="7309"/>
                      <a:pt x="3712" y="7309"/>
                    </a:cubicBezTo>
                    <a:cubicBezTo>
                      <a:pt x="4232" y="7309"/>
                      <a:pt x="4793" y="7737"/>
                      <a:pt x="5005" y="8254"/>
                    </a:cubicBezTo>
                    <a:cubicBezTo>
                      <a:pt x="5299" y="8950"/>
                      <a:pt x="5210" y="9735"/>
                      <a:pt x="5362" y="10475"/>
                    </a:cubicBezTo>
                    <a:cubicBezTo>
                      <a:pt x="5501" y="11195"/>
                      <a:pt x="6028" y="11958"/>
                      <a:pt x="6754" y="11958"/>
                    </a:cubicBezTo>
                    <a:cubicBezTo>
                      <a:pt x="6775" y="11958"/>
                      <a:pt x="6795" y="11957"/>
                      <a:pt x="6816" y="11956"/>
                    </a:cubicBezTo>
                    <a:cubicBezTo>
                      <a:pt x="7646" y="11902"/>
                      <a:pt x="8074" y="10903"/>
                      <a:pt x="8083" y="10074"/>
                    </a:cubicBezTo>
                    <a:cubicBezTo>
                      <a:pt x="8101" y="9244"/>
                      <a:pt x="7922" y="8352"/>
                      <a:pt x="8342" y="7638"/>
                    </a:cubicBezTo>
                    <a:cubicBezTo>
                      <a:pt x="8501" y="7373"/>
                      <a:pt x="8783" y="7133"/>
                      <a:pt x="9077" y="7133"/>
                    </a:cubicBezTo>
                    <a:cubicBezTo>
                      <a:pt x="9129" y="7133"/>
                      <a:pt x="9182" y="7140"/>
                      <a:pt x="9234" y="7156"/>
                    </a:cubicBezTo>
                    <a:cubicBezTo>
                      <a:pt x="9698" y="7290"/>
                      <a:pt x="9814" y="7950"/>
                      <a:pt x="10268" y="8111"/>
                    </a:cubicBezTo>
                    <a:cubicBezTo>
                      <a:pt x="10333" y="8133"/>
                      <a:pt x="10396" y="8143"/>
                      <a:pt x="10457" y="8143"/>
                    </a:cubicBezTo>
                    <a:cubicBezTo>
                      <a:pt x="10897" y="8143"/>
                      <a:pt x="11257" y="7623"/>
                      <a:pt x="11500" y="7192"/>
                    </a:cubicBezTo>
                    <a:cubicBezTo>
                      <a:pt x="11702" y="6827"/>
                      <a:pt x="12110" y="6447"/>
                      <a:pt x="12474" y="6447"/>
                    </a:cubicBezTo>
                    <a:cubicBezTo>
                      <a:pt x="12591" y="6447"/>
                      <a:pt x="12703" y="6486"/>
                      <a:pt x="12802" y="6577"/>
                    </a:cubicBezTo>
                    <a:cubicBezTo>
                      <a:pt x="13061" y="6817"/>
                      <a:pt x="13034" y="7290"/>
                      <a:pt x="13346" y="7460"/>
                    </a:cubicBezTo>
                    <a:cubicBezTo>
                      <a:pt x="13413" y="7496"/>
                      <a:pt x="13481" y="7511"/>
                      <a:pt x="13551" y="7511"/>
                    </a:cubicBezTo>
                    <a:cubicBezTo>
                      <a:pt x="13950" y="7511"/>
                      <a:pt x="14389" y="7006"/>
                      <a:pt x="14772" y="7006"/>
                    </a:cubicBezTo>
                    <a:cubicBezTo>
                      <a:pt x="14849" y="7006"/>
                      <a:pt x="14925" y="7026"/>
                      <a:pt x="14997" y="7076"/>
                    </a:cubicBezTo>
                    <a:cubicBezTo>
                      <a:pt x="15104" y="7156"/>
                      <a:pt x="15166" y="7281"/>
                      <a:pt x="15211" y="7415"/>
                    </a:cubicBezTo>
                    <a:cubicBezTo>
                      <a:pt x="15648" y="8602"/>
                      <a:pt x="15273" y="10065"/>
                      <a:pt x="16040" y="11073"/>
                    </a:cubicBezTo>
                    <a:cubicBezTo>
                      <a:pt x="16156" y="11216"/>
                      <a:pt x="16290" y="11349"/>
                      <a:pt x="16460" y="11421"/>
                    </a:cubicBezTo>
                    <a:cubicBezTo>
                      <a:pt x="16543" y="11452"/>
                      <a:pt x="16631" y="11466"/>
                      <a:pt x="16720" y="11466"/>
                    </a:cubicBezTo>
                    <a:cubicBezTo>
                      <a:pt x="16908" y="11466"/>
                      <a:pt x="17102" y="11404"/>
                      <a:pt x="17272" y="11314"/>
                    </a:cubicBezTo>
                    <a:cubicBezTo>
                      <a:pt x="18262" y="10761"/>
                      <a:pt x="18360" y="9387"/>
                      <a:pt x="18244" y="8263"/>
                    </a:cubicBezTo>
                    <a:cubicBezTo>
                      <a:pt x="18217" y="7959"/>
                      <a:pt x="18208" y="7594"/>
                      <a:pt x="18476" y="7442"/>
                    </a:cubicBezTo>
                    <a:cubicBezTo>
                      <a:pt x="18538" y="7406"/>
                      <a:pt x="18606" y="7390"/>
                      <a:pt x="18675" y="7390"/>
                    </a:cubicBezTo>
                    <a:cubicBezTo>
                      <a:pt x="18866" y="7390"/>
                      <a:pt x="19067" y="7513"/>
                      <a:pt x="19172" y="7683"/>
                    </a:cubicBezTo>
                    <a:cubicBezTo>
                      <a:pt x="19243" y="7808"/>
                      <a:pt x="19288" y="7950"/>
                      <a:pt x="19306" y="8102"/>
                    </a:cubicBezTo>
                    <a:cubicBezTo>
                      <a:pt x="19335" y="8293"/>
                      <a:pt x="19492" y="8424"/>
                      <a:pt x="19671" y="8424"/>
                    </a:cubicBezTo>
                    <a:cubicBezTo>
                      <a:pt x="19709" y="8424"/>
                      <a:pt x="19748" y="8418"/>
                      <a:pt x="19787" y="8405"/>
                    </a:cubicBezTo>
                    <a:cubicBezTo>
                      <a:pt x="20251" y="8272"/>
                      <a:pt x="20635" y="7861"/>
                      <a:pt x="20813" y="7406"/>
                    </a:cubicBezTo>
                    <a:cubicBezTo>
                      <a:pt x="21054" y="6809"/>
                      <a:pt x="21018" y="6139"/>
                      <a:pt x="20983" y="5497"/>
                    </a:cubicBezTo>
                    <a:cubicBezTo>
                      <a:pt x="20947" y="4819"/>
                      <a:pt x="20911" y="4141"/>
                      <a:pt x="20867" y="3463"/>
                    </a:cubicBezTo>
                    <a:cubicBezTo>
                      <a:pt x="20849" y="3044"/>
                      <a:pt x="20822" y="2616"/>
                      <a:pt x="20697" y="2214"/>
                    </a:cubicBezTo>
                    <a:cubicBezTo>
                      <a:pt x="20331" y="1081"/>
                      <a:pt x="19181" y="341"/>
                      <a:pt x="18012" y="109"/>
                    </a:cubicBezTo>
                    <a:cubicBezTo>
                      <a:pt x="17619" y="32"/>
                      <a:pt x="17224" y="1"/>
                      <a:pt x="168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0" name="Google Shape;980;p29"/>
              <p:cNvSpPr/>
              <p:nvPr/>
            </p:nvSpPr>
            <p:spPr>
              <a:xfrm flipH="1">
                <a:off x="2615551" y="-470265"/>
                <a:ext cx="1760908" cy="370395"/>
              </a:xfrm>
              <a:custGeom>
                <a:avLst/>
                <a:gdLst/>
                <a:ahLst/>
                <a:cxnLst/>
                <a:rect l="l" t="t" r="r" b="b"/>
                <a:pathLst>
                  <a:path w="14096" h="2965" extrusionOk="0">
                    <a:moveTo>
                      <a:pt x="7233" y="0"/>
                    </a:moveTo>
                    <a:cubicBezTo>
                      <a:pt x="7160" y="0"/>
                      <a:pt x="7087" y="4"/>
                      <a:pt x="7012" y="12"/>
                    </a:cubicBezTo>
                    <a:cubicBezTo>
                      <a:pt x="5977" y="119"/>
                      <a:pt x="5272" y="931"/>
                      <a:pt x="4487" y="1510"/>
                    </a:cubicBezTo>
                    <a:cubicBezTo>
                      <a:pt x="3718" y="2084"/>
                      <a:pt x="2849" y="2352"/>
                      <a:pt x="1954" y="2352"/>
                    </a:cubicBezTo>
                    <a:cubicBezTo>
                      <a:pt x="1428" y="2352"/>
                      <a:pt x="894" y="2260"/>
                      <a:pt x="366" y="2081"/>
                    </a:cubicBezTo>
                    <a:cubicBezTo>
                      <a:pt x="338" y="2072"/>
                      <a:pt x="312" y="2067"/>
                      <a:pt x="288" y="2067"/>
                    </a:cubicBezTo>
                    <a:cubicBezTo>
                      <a:pt x="70" y="2067"/>
                      <a:pt x="1" y="2430"/>
                      <a:pt x="250" y="2518"/>
                    </a:cubicBezTo>
                    <a:cubicBezTo>
                      <a:pt x="830" y="2716"/>
                      <a:pt x="1422" y="2827"/>
                      <a:pt x="2014" y="2827"/>
                    </a:cubicBezTo>
                    <a:cubicBezTo>
                      <a:pt x="2569" y="2827"/>
                      <a:pt x="3123" y="2730"/>
                      <a:pt x="3667" y="2518"/>
                    </a:cubicBezTo>
                    <a:cubicBezTo>
                      <a:pt x="4737" y="2099"/>
                      <a:pt x="5415" y="1162"/>
                      <a:pt x="6423" y="690"/>
                    </a:cubicBezTo>
                    <a:cubicBezTo>
                      <a:pt x="6688" y="567"/>
                      <a:pt x="6945" y="515"/>
                      <a:pt x="7196" y="515"/>
                    </a:cubicBezTo>
                    <a:cubicBezTo>
                      <a:pt x="8317" y="515"/>
                      <a:pt x="9317" y="1559"/>
                      <a:pt x="10286" y="2055"/>
                    </a:cubicBezTo>
                    <a:cubicBezTo>
                      <a:pt x="11366" y="2608"/>
                      <a:pt x="12552" y="2893"/>
                      <a:pt x="13774" y="2965"/>
                    </a:cubicBezTo>
                    <a:cubicBezTo>
                      <a:pt x="13780" y="2965"/>
                      <a:pt x="13785" y="2965"/>
                      <a:pt x="13791" y="2965"/>
                    </a:cubicBezTo>
                    <a:cubicBezTo>
                      <a:pt x="14095" y="2965"/>
                      <a:pt x="14090" y="2482"/>
                      <a:pt x="13774" y="2456"/>
                    </a:cubicBezTo>
                    <a:cubicBezTo>
                      <a:pt x="12293" y="2367"/>
                      <a:pt x="10928" y="1930"/>
                      <a:pt x="9697" y="1109"/>
                    </a:cubicBezTo>
                    <a:cubicBezTo>
                      <a:pt x="8944" y="612"/>
                      <a:pt x="8168" y="0"/>
                      <a:pt x="72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1" name="Google Shape;981;p29"/>
              <p:cNvSpPr/>
              <p:nvPr/>
            </p:nvSpPr>
            <p:spPr>
              <a:xfrm flipH="1">
                <a:off x="4188136" y="119145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2" name="Google Shape;982;p29"/>
              <p:cNvSpPr/>
              <p:nvPr/>
            </p:nvSpPr>
            <p:spPr>
              <a:xfrm flipH="1">
                <a:off x="4301997" y="276127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3" name="Google Shape;983;p29"/>
              <p:cNvSpPr/>
              <p:nvPr/>
            </p:nvSpPr>
            <p:spPr>
              <a:xfrm flipH="1">
                <a:off x="3879826" y="107300"/>
                <a:ext cx="62923" cy="48853"/>
              </a:xfrm>
              <a:custGeom>
                <a:avLst/>
                <a:gdLst/>
                <a:ahLst/>
                <a:cxnLst/>
                <a:rect l="l" t="t" r="r" b="b"/>
                <a:pathLst>
                  <a:path w="483" h="375" extrusionOk="0">
                    <a:moveTo>
                      <a:pt x="241" y="0"/>
                    </a:moveTo>
                    <a:cubicBezTo>
                      <a:pt x="1" y="0"/>
                      <a:pt x="1" y="375"/>
                      <a:pt x="241" y="375"/>
                    </a:cubicBezTo>
                    <a:cubicBezTo>
                      <a:pt x="482" y="375"/>
                      <a:pt x="482" y="0"/>
                      <a:pt x="2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84" name="Google Shape;984;p29"/>
            <p:cNvGrpSpPr/>
            <p:nvPr/>
          </p:nvGrpSpPr>
          <p:grpSpPr>
            <a:xfrm>
              <a:off x="7184783" y="-793398"/>
              <a:ext cx="3499225" cy="3107450"/>
              <a:chOff x="7184783" y="-793398"/>
              <a:chExt cx="3499225" cy="3107450"/>
            </a:xfrm>
          </p:grpSpPr>
          <p:sp>
            <p:nvSpPr>
              <p:cNvPr id="985" name="Google Shape;985;p29"/>
              <p:cNvSpPr/>
              <p:nvPr/>
            </p:nvSpPr>
            <p:spPr>
              <a:xfrm>
                <a:off x="7578749" y="-793398"/>
                <a:ext cx="3105258" cy="3107450"/>
              </a:xfrm>
              <a:custGeom>
                <a:avLst/>
                <a:gdLst/>
                <a:ahLst/>
                <a:cxnLst/>
                <a:rect l="l" t="t" r="r" b="b"/>
                <a:pathLst>
                  <a:path w="23133" h="23853" extrusionOk="0">
                    <a:moveTo>
                      <a:pt x="9957" y="1"/>
                    </a:moveTo>
                    <a:cubicBezTo>
                      <a:pt x="8344" y="1"/>
                      <a:pt x="5686" y="285"/>
                      <a:pt x="3917" y="622"/>
                    </a:cubicBezTo>
                    <a:cubicBezTo>
                      <a:pt x="2579" y="881"/>
                      <a:pt x="3239" y="2050"/>
                      <a:pt x="2668" y="2755"/>
                    </a:cubicBezTo>
                    <a:cubicBezTo>
                      <a:pt x="2106" y="3459"/>
                      <a:pt x="1339" y="3477"/>
                      <a:pt x="848" y="4235"/>
                    </a:cubicBezTo>
                    <a:cubicBezTo>
                      <a:pt x="116" y="5377"/>
                      <a:pt x="63" y="6805"/>
                      <a:pt x="27" y="8161"/>
                    </a:cubicBezTo>
                    <a:cubicBezTo>
                      <a:pt x="0" y="8928"/>
                      <a:pt x="224" y="9972"/>
                      <a:pt x="991" y="9981"/>
                    </a:cubicBezTo>
                    <a:cubicBezTo>
                      <a:pt x="994" y="9981"/>
                      <a:pt x="998" y="9981"/>
                      <a:pt x="1001" y="9981"/>
                    </a:cubicBezTo>
                    <a:cubicBezTo>
                      <a:pt x="1725" y="9981"/>
                      <a:pt x="1999" y="9058"/>
                      <a:pt x="2106" y="8339"/>
                    </a:cubicBezTo>
                    <a:cubicBezTo>
                      <a:pt x="2204" y="7684"/>
                      <a:pt x="2588" y="6864"/>
                      <a:pt x="3188" y="6864"/>
                    </a:cubicBezTo>
                    <a:cubicBezTo>
                      <a:pt x="3242" y="6864"/>
                      <a:pt x="3297" y="6871"/>
                      <a:pt x="3355" y="6885"/>
                    </a:cubicBezTo>
                    <a:cubicBezTo>
                      <a:pt x="3970" y="7037"/>
                      <a:pt x="4060" y="7840"/>
                      <a:pt x="4095" y="8464"/>
                    </a:cubicBezTo>
                    <a:cubicBezTo>
                      <a:pt x="4120" y="9048"/>
                      <a:pt x="4426" y="9795"/>
                      <a:pt x="4962" y="9795"/>
                    </a:cubicBezTo>
                    <a:cubicBezTo>
                      <a:pt x="4999" y="9795"/>
                      <a:pt x="5037" y="9792"/>
                      <a:pt x="5077" y="9784"/>
                    </a:cubicBezTo>
                    <a:cubicBezTo>
                      <a:pt x="5371" y="9731"/>
                      <a:pt x="5576" y="9463"/>
                      <a:pt x="5844" y="9320"/>
                    </a:cubicBezTo>
                    <a:cubicBezTo>
                      <a:pt x="5986" y="9246"/>
                      <a:pt x="6140" y="9212"/>
                      <a:pt x="6296" y="9212"/>
                    </a:cubicBezTo>
                    <a:cubicBezTo>
                      <a:pt x="6718" y="9212"/>
                      <a:pt x="7156" y="9457"/>
                      <a:pt x="7423" y="9802"/>
                    </a:cubicBezTo>
                    <a:cubicBezTo>
                      <a:pt x="7789" y="10275"/>
                      <a:pt x="7913" y="10882"/>
                      <a:pt x="8021" y="11470"/>
                    </a:cubicBezTo>
                    <a:cubicBezTo>
                      <a:pt x="8208" y="12416"/>
                      <a:pt x="8395" y="13362"/>
                      <a:pt x="8574" y="14307"/>
                    </a:cubicBezTo>
                    <a:cubicBezTo>
                      <a:pt x="8663" y="14771"/>
                      <a:pt x="8788" y="15280"/>
                      <a:pt x="9189" y="15512"/>
                    </a:cubicBezTo>
                    <a:cubicBezTo>
                      <a:pt x="9323" y="15590"/>
                      <a:pt x="9462" y="15625"/>
                      <a:pt x="9602" y="15625"/>
                    </a:cubicBezTo>
                    <a:cubicBezTo>
                      <a:pt x="10161" y="15625"/>
                      <a:pt x="10725" y="15064"/>
                      <a:pt x="10947" y="14486"/>
                    </a:cubicBezTo>
                    <a:cubicBezTo>
                      <a:pt x="11214" y="13763"/>
                      <a:pt x="11036" y="12532"/>
                      <a:pt x="11785" y="12345"/>
                    </a:cubicBezTo>
                    <a:cubicBezTo>
                      <a:pt x="11840" y="12331"/>
                      <a:pt x="11893" y="12325"/>
                      <a:pt x="11944" y="12325"/>
                    </a:cubicBezTo>
                    <a:cubicBezTo>
                      <a:pt x="12752" y="12325"/>
                      <a:pt x="13183" y="13899"/>
                      <a:pt x="13141" y="14780"/>
                    </a:cubicBezTo>
                    <a:cubicBezTo>
                      <a:pt x="12990" y="17589"/>
                      <a:pt x="12414" y="23853"/>
                      <a:pt x="14299" y="23853"/>
                    </a:cubicBezTo>
                    <a:cubicBezTo>
                      <a:pt x="14305" y="23853"/>
                      <a:pt x="14312" y="23853"/>
                      <a:pt x="14319" y="23853"/>
                    </a:cubicBezTo>
                    <a:cubicBezTo>
                      <a:pt x="16692" y="23781"/>
                      <a:pt x="13730" y="15717"/>
                      <a:pt x="15773" y="12354"/>
                    </a:cubicBezTo>
                    <a:cubicBezTo>
                      <a:pt x="15951" y="12050"/>
                      <a:pt x="16647" y="11444"/>
                      <a:pt x="16986" y="11337"/>
                    </a:cubicBezTo>
                    <a:cubicBezTo>
                      <a:pt x="17032" y="11323"/>
                      <a:pt x="17074" y="11316"/>
                      <a:pt x="17113" y="11316"/>
                    </a:cubicBezTo>
                    <a:cubicBezTo>
                      <a:pt x="17549" y="11316"/>
                      <a:pt x="17621" y="12116"/>
                      <a:pt x="18128" y="12247"/>
                    </a:cubicBezTo>
                    <a:cubicBezTo>
                      <a:pt x="18163" y="12255"/>
                      <a:pt x="18196" y="12259"/>
                      <a:pt x="18226" y="12259"/>
                    </a:cubicBezTo>
                    <a:cubicBezTo>
                      <a:pt x="18779" y="12259"/>
                      <a:pt x="18706" y="10953"/>
                      <a:pt x="19145" y="10480"/>
                    </a:cubicBezTo>
                    <a:cubicBezTo>
                      <a:pt x="19545" y="10050"/>
                      <a:pt x="20110" y="9732"/>
                      <a:pt x="20686" y="9732"/>
                    </a:cubicBezTo>
                    <a:cubicBezTo>
                      <a:pt x="20779" y="9732"/>
                      <a:pt x="20872" y="9740"/>
                      <a:pt x="20965" y="9758"/>
                    </a:cubicBezTo>
                    <a:cubicBezTo>
                      <a:pt x="21313" y="9815"/>
                      <a:pt x="21705" y="9983"/>
                      <a:pt x="22036" y="9983"/>
                    </a:cubicBezTo>
                    <a:cubicBezTo>
                      <a:pt x="22214" y="9983"/>
                      <a:pt x="22374" y="9934"/>
                      <a:pt x="22499" y="9793"/>
                    </a:cubicBezTo>
                    <a:cubicBezTo>
                      <a:pt x="22606" y="9668"/>
                      <a:pt x="22660" y="9508"/>
                      <a:pt x="22696" y="9347"/>
                    </a:cubicBezTo>
                    <a:cubicBezTo>
                      <a:pt x="23133" y="7349"/>
                      <a:pt x="22027" y="5119"/>
                      <a:pt x="20171" y="4262"/>
                    </a:cubicBezTo>
                    <a:cubicBezTo>
                      <a:pt x="19493" y="3950"/>
                      <a:pt x="18672" y="3754"/>
                      <a:pt x="18324" y="3094"/>
                    </a:cubicBezTo>
                    <a:cubicBezTo>
                      <a:pt x="18066" y="2612"/>
                      <a:pt x="18155" y="2023"/>
                      <a:pt x="18083" y="1479"/>
                    </a:cubicBezTo>
                    <a:cubicBezTo>
                      <a:pt x="18009" y="971"/>
                      <a:pt x="17654" y="408"/>
                      <a:pt x="17164" y="408"/>
                    </a:cubicBezTo>
                    <a:cubicBezTo>
                      <a:pt x="17129" y="408"/>
                      <a:pt x="17094" y="411"/>
                      <a:pt x="17058" y="417"/>
                    </a:cubicBezTo>
                    <a:cubicBezTo>
                      <a:pt x="17058" y="417"/>
                      <a:pt x="11892" y="60"/>
                      <a:pt x="10340" y="7"/>
                    </a:cubicBezTo>
                    <a:cubicBezTo>
                      <a:pt x="10220" y="3"/>
                      <a:pt x="10092" y="1"/>
                      <a:pt x="99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6" name="Google Shape;986;p29"/>
              <p:cNvSpPr/>
              <p:nvPr/>
            </p:nvSpPr>
            <p:spPr>
              <a:xfrm>
                <a:off x="8215528" y="-153704"/>
                <a:ext cx="154639" cy="11633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893" extrusionOk="0">
                    <a:moveTo>
                      <a:pt x="571" y="1"/>
                    </a:moveTo>
                    <a:cubicBezTo>
                      <a:pt x="0" y="1"/>
                      <a:pt x="0" y="893"/>
                      <a:pt x="571" y="893"/>
                    </a:cubicBezTo>
                    <a:cubicBezTo>
                      <a:pt x="1151" y="893"/>
                      <a:pt x="1151" y="1"/>
                      <a:pt x="5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7" name="Google Shape;987;p29"/>
              <p:cNvSpPr/>
              <p:nvPr/>
            </p:nvSpPr>
            <p:spPr>
              <a:xfrm>
                <a:off x="8439433" y="-82834"/>
                <a:ext cx="107925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8" name="Google Shape;988;p29"/>
              <p:cNvSpPr/>
              <p:nvPr/>
            </p:nvSpPr>
            <p:spPr>
              <a:xfrm>
                <a:off x="8324527" y="74147"/>
                <a:ext cx="105509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9" name="Google Shape;989;p29"/>
              <p:cNvSpPr/>
              <p:nvPr/>
            </p:nvSpPr>
            <p:spPr>
              <a:xfrm>
                <a:off x="8609509" y="284411"/>
                <a:ext cx="101884" cy="75690"/>
              </a:xfrm>
              <a:custGeom>
                <a:avLst/>
                <a:gdLst/>
                <a:ahLst/>
                <a:cxnLst/>
                <a:rect l="l" t="t" r="r" b="b"/>
                <a:pathLst>
                  <a:path w="759" h="581" extrusionOk="0">
                    <a:moveTo>
                      <a:pt x="375" y="1"/>
                    </a:moveTo>
                    <a:cubicBezTo>
                      <a:pt x="0" y="1"/>
                      <a:pt x="0" y="581"/>
                      <a:pt x="375" y="581"/>
                    </a:cubicBezTo>
                    <a:cubicBezTo>
                      <a:pt x="759" y="581"/>
                      <a:pt x="759" y="1"/>
                      <a:pt x="3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0" name="Google Shape;990;p29"/>
              <p:cNvSpPr/>
              <p:nvPr/>
            </p:nvSpPr>
            <p:spPr>
              <a:xfrm rot="763273" flipH="1">
                <a:off x="7219479" y="-200768"/>
                <a:ext cx="2614881" cy="573109"/>
              </a:xfrm>
              <a:custGeom>
                <a:avLst/>
                <a:gdLst/>
                <a:ahLst/>
                <a:cxnLst/>
                <a:rect l="l" t="t" r="r" b="b"/>
                <a:pathLst>
                  <a:path w="21733" h="4893" extrusionOk="0">
                    <a:moveTo>
                      <a:pt x="3008" y="0"/>
                    </a:moveTo>
                    <a:cubicBezTo>
                      <a:pt x="1945" y="0"/>
                      <a:pt x="940" y="367"/>
                      <a:pt x="1" y="872"/>
                    </a:cubicBezTo>
                    <a:cubicBezTo>
                      <a:pt x="10" y="1024"/>
                      <a:pt x="27" y="1184"/>
                      <a:pt x="45" y="1336"/>
                    </a:cubicBezTo>
                    <a:cubicBezTo>
                      <a:pt x="961" y="881"/>
                      <a:pt x="1925" y="542"/>
                      <a:pt x="2912" y="542"/>
                    </a:cubicBezTo>
                    <a:cubicBezTo>
                      <a:pt x="3377" y="542"/>
                      <a:pt x="3847" y="617"/>
                      <a:pt x="4318" y="792"/>
                    </a:cubicBezTo>
                    <a:cubicBezTo>
                      <a:pt x="5514" y="1229"/>
                      <a:pt x="5942" y="2076"/>
                      <a:pt x="6272" y="3245"/>
                    </a:cubicBezTo>
                    <a:cubicBezTo>
                      <a:pt x="6468" y="3968"/>
                      <a:pt x="6879" y="4797"/>
                      <a:pt x="7726" y="4886"/>
                    </a:cubicBezTo>
                    <a:cubicBezTo>
                      <a:pt x="7768" y="4891"/>
                      <a:pt x="7809" y="4893"/>
                      <a:pt x="7849" y="4893"/>
                    </a:cubicBezTo>
                    <a:cubicBezTo>
                      <a:pt x="8482" y="4893"/>
                      <a:pt x="8945" y="4383"/>
                      <a:pt x="9314" y="3905"/>
                    </a:cubicBezTo>
                    <a:cubicBezTo>
                      <a:pt x="9662" y="3450"/>
                      <a:pt x="9974" y="3013"/>
                      <a:pt x="10501" y="2736"/>
                    </a:cubicBezTo>
                    <a:cubicBezTo>
                      <a:pt x="10762" y="2599"/>
                      <a:pt x="11002" y="2543"/>
                      <a:pt x="11233" y="2543"/>
                    </a:cubicBezTo>
                    <a:cubicBezTo>
                      <a:pt x="11662" y="2543"/>
                      <a:pt x="12058" y="2739"/>
                      <a:pt x="12499" y="2977"/>
                    </a:cubicBezTo>
                    <a:cubicBezTo>
                      <a:pt x="12804" y="3137"/>
                      <a:pt x="13117" y="3206"/>
                      <a:pt x="13428" y="3206"/>
                    </a:cubicBezTo>
                    <a:cubicBezTo>
                      <a:pt x="13936" y="3206"/>
                      <a:pt x="14440" y="3022"/>
                      <a:pt x="14899" y="2745"/>
                    </a:cubicBezTo>
                    <a:cubicBezTo>
                      <a:pt x="15934" y="2121"/>
                      <a:pt x="16728" y="1327"/>
                      <a:pt x="18003" y="1247"/>
                    </a:cubicBezTo>
                    <a:cubicBezTo>
                      <a:pt x="18054" y="1243"/>
                      <a:pt x="18105" y="1242"/>
                      <a:pt x="18157" y="1242"/>
                    </a:cubicBezTo>
                    <a:cubicBezTo>
                      <a:pt x="19210" y="1242"/>
                      <a:pt x="20504" y="1905"/>
                      <a:pt x="21661" y="2041"/>
                    </a:cubicBezTo>
                    <a:cubicBezTo>
                      <a:pt x="21688" y="1907"/>
                      <a:pt x="21714" y="1773"/>
                      <a:pt x="21732" y="1639"/>
                    </a:cubicBezTo>
                    <a:cubicBezTo>
                      <a:pt x="21268" y="1595"/>
                      <a:pt x="20804" y="1461"/>
                      <a:pt x="20385" y="1318"/>
                    </a:cubicBezTo>
                    <a:cubicBezTo>
                      <a:pt x="19626" y="1063"/>
                      <a:pt x="18898" y="825"/>
                      <a:pt x="18116" y="825"/>
                    </a:cubicBezTo>
                    <a:cubicBezTo>
                      <a:pt x="17941" y="825"/>
                      <a:pt x="17764" y="837"/>
                      <a:pt x="17584" y="863"/>
                    </a:cubicBezTo>
                    <a:cubicBezTo>
                      <a:pt x="16540" y="1015"/>
                      <a:pt x="15800" y="1550"/>
                      <a:pt x="14952" y="2130"/>
                    </a:cubicBezTo>
                    <a:cubicBezTo>
                      <a:pt x="14506" y="2434"/>
                      <a:pt x="13992" y="2713"/>
                      <a:pt x="13455" y="2713"/>
                    </a:cubicBezTo>
                    <a:cubicBezTo>
                      <a:pt x="13284" y="2713"/>
                      <a:pt x="13110" y="2685"/>
                      <a:pt x="12936" y="2620"/>
                    </a:cubicBezTo>
                    <a:cubicBezTo>
                      <a:pt x="12499" y="2451"/>
                      <a:pt x="12160" y="2130"/>
                      <a:pt x="11687" y="2041"/>
                    </a:cubicBezTo>
                    <a:cubicBezTo>
                      <a:pt x="11567" y="2017"/>
                      <a:pt x="11445" y="2006"/>
                      <a:pt x="11325" y="2006"/>
                    </a:cubicBezTo>
                    <a:cubicBezTo>
                      <a:pt x="10703" y="2006"/>
                      <a:pt x="10089" y="2296"/>
                      <a:pt x="9626" y="2692"/>
                    </a:cubicBezTo>
                    <a:cubicBezTo>
                      <a:pt x="9139" y="3107"/>
                      <a:pt x="8440" y="4288"/>
                      <a:pt x="7772" y="4288"/>
                    </a:cubicBezTo>
                    <a:cubicBezTo>
                      <a:pt x="7522" y="4288"/>
                      <a:pt x="7276" y="4123"/>
                      <a:pt x="7048" y="3691"/>
                    </a:cubicBezTo>
                    <a:cubicBezTo>
                      <a:pt x="6575" y="2808"/>
                      <a:pt x="6647" y="1871"/>
                      <a:pt x="5897" y="1122"/>
                    </a:cubicBezTo>
                    <a:cubicBezTo>
                      <a:pt x="5362" y="578"/>
                      <a:pt x="4631" y="239"/>
                      <a:pt x="3890" y="87"/>
                    </a:cubicBezTo>
                    <a:cubicBezTo>
                      <a:pt x="3592" y="28"/>
                      <a:pt x="3298" y="0"/>
                      <a:pt x="30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991" name="Google Shape;991;p29"/>
          <p:cNvGrpSpPr/>
          <p:nvPr/>
        </p:nvGrpSpPr>
        <p:grpSpPr>
          <a:xfrm flipH="1">
            <a:off x="282149" y="176458"/>
            <a:ext cx="8572281" cy="4910509"/>
            <a:chOff x="286182" y="176458"/>
            <a:chExt cx="8572281" cy="4910509"/>
          </a:xfrm>
        </p:grpSpPr>
        <p:sp>
          <p:nvSpPr>
            <p:cNvPr id="992" name="Google Shape;992;p29"/>
            <p:cNvSpPr/>
            <p:nvPr/>
          </p:nvSpPr>
          <p:spPr>
            <a:xfrm rot="-3266906">
              <a:off x="3338435" y="4949494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3" name="Google Shape;993;p29"/>
            <p:cNvSpPr/>
            <p:nvPr/>
          </p:nvSpPr>
          <p:spPr>
            <a:xfrm rot="-3266906">
              <a:off x="8752307" y="451107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4" name="Google Shape;994;p29"/>
            <p:cNvSpPr/>
            <p:nvPr/>
          </p:nvSpPr>
          <p:spPr>
            <a:xfrm rot="-3266906">
              <a:off x="5819041" y="215547"/>
              <a:ext cx="128530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5" name="Google Shape;995;p29"/>
            <p:cNvSpPr/>
            <p:nvPr/>
          </p:nvSpPr>
          <p:spPr>
            <a:xfrm rot="-3266906">
              <a:off x="430882" y="4483570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6" name="Google Shape;996;p29"/>
            <p:cNvSpPr/>
            <p:nvPr/>
          </p:nvSpPr>
          <p:spPr>
            <a:xfrm rot="8925274">
              <a:off x="395002" y="2930797"/>
              <a:ext cx="128530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7" name="Google Shape;997;p29"/>
            <p:cNvSpPr/>
            <p:nvPr/>
          </p:nvSpPr>
          <p:spPr>
            <a:xfrm rot="3522601">
              <a:off x="2650835" y="657778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8" name="Google Shape;998;p29"/>
            <p:cNvSpPr/>
            <p:nvPr/>
          </p:nvSpPr>
          <p:spPr>
            <a:xfrm rot="-2695393">
              <a:off x="978911" y="77015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9" name="Google Shape;999;p29"/>
            <p:cNvSpPr/>
            <p:nvPr/>
          </p:nvSpPr>
          <p:spPr>
            <a:xfrm rot="-2695393">
              <a:off x="5664682" y="1487961"/>
              <a:ext cx="151480" cy="74315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0" name="Google Shape;1000;p29"/>
            <p:cNvSpPr/>
            <p:nvPr/>
          </p:nvSpPr>
          <p:spPr>
            <a:xfrm rot="3522601">
              <a:off x="8752035" y="3175453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1" name="Google Shape;1001;p29"/>
            <p:cNvSpPr/>
            <p:nvPr/>
          </p:nvSpPr>
          <p:spPr>
            <a:xfrm rot="-3266906">
              <a:off x="8611985" y="2194732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2" name="Google Shape;1002;p29"/>
            <p:cNvSpPr/>
            <p:nvPr/>
          </p:nvSpPr>
          <p:spPr>
            <a:xfrm rot="3522601">
              <a:off x="8658410" y="4800603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3" name="Google Shape;1003;p29"/>
            <p:cNvSpPr/>
            <p:nvPr/>
          </p:nvSpPr>
          <p:spPr>
            <a:xfrm rot="-2695393">
              <a:off x="3189386" y="142292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4" name="Google Shape;1004;p29"/>
            <p:cNvSpPr/>
            <p:nvPr/>
          </p:nvSpPr>
          <p:spPr>
            <a:xfrm rot="3522601">
              <a:off x="335310" y="16617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5" name="Google Shape;1005;p29"/>
            <p:cNvSpPr/>
            <p:nvPr/>
          </p:nvSpPr>
          <p:spPr>
            <a:xfrm rot="-3266906">
              <a:off x="3122132" y="3187432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6" name="Google Shape;1006;p29"/>
            <p:cNvSpPr/>
            <p:nvPr/>
          </p:nvSpPr>
          <p:spPr>
            <a:xfrm rot="3522601">
              <a:off x="5910785" y="34552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7" name="Google Shape;1007;p29"/>
            <p:cNvSpPr/>
            <p:nvPr/>
          </p:nvSpPr>
          <p:spPr>
            <a:xfrm rot="-2695393">
              <a:off x="5849861" y="493932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08" name="Google Shape;1008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09" name="Google Shape;1009;p29"/>
          <p:cNvSpPr txBox="1"/>
          <p:nvPr>
            <p:ph type="title" idx="2"/>
          </p:nvPr>
        </p:nvSpPr>
        <p:spPr>
          <a:xfrm>
            <a:off x="940675" y="1755538"/>
            <a:ext cx="2146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10" name="Google Shape;1010;p29"/>
          <p:cNvSpPr txBox="1"/>
          <p:nvPr>
            <p:ph type="subTitle" idx="1"/>
          </p:nvPr>
        </p:nvSpPr>
        <p:spPr>
          <a:xfrm>
            <a:off x="940675" y="2283238"/>
            <a:ext cx="2146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011" name="Google Shape;1011;p29"/>
          <p:cNvSpPr txBox="1"/>
          <p:nvPr>
            <p:ph type="title" idx="3"/>
          </p:nvPr>
        </p:nvSpPr>
        <p:spPr>
          <a:xfrm>
            <a:off x="3498722" y="1755538"/>
            <a:ext cx="2146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12" name="Google Shape;1012;p29"/>
          <p:cNvSpPr txBox="1"/>
          <p:nvPr>
            <p:ph type="subTitle" idx="4"/>
          </p:nvPr>
        </p:nvSpPr>
        <p:spPr>
          <a:xfrm>
            <a:off x="3498778" y="2283238"/>
            <a:ext cx="2146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013" name="Google Shape;1013;p29"/>
          <p:cNvSpPr txBox="1"/>
          <p:nvPr>
            <p:ph type="title" idx="5"/>
          </p:nvPr>
        </p:nvSpPr>
        <p:spPr>
          <a:xfrm>
            <a:off x="940675" y="3591600"/>
            <a:ext cx="2146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14" name="Google Shape;1014;p29"/>
          <p:cNvSpPr txBox="1"/>
          <p:nvPr>
            <p:ph type="subTitle" idx="6"/>
          </p:nvPr>
        </p:nvSpPr>
        <p:spPr>
          <a:xfrm>
            <a:off x="940675" y="4119300"/>
            <a:ext cx="21465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015" name="Google Shape;1015;p29"/>
          <p:cNvSpPr txBox="1"/>
          <p:nvPr>
            <p:ph type="title" idx="7"/>
          </p:nvPr>
        </p:nvSpPr>
        <p:spPr>
          <a:xfrm>
            <a:off x="3498722" y="3591600"/>
            <a:ext cx="2146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16" name="Google Shape;1016;p29"/>
          <p:cNvSpPr txBox="1"/>
          <p:nvPr>
            <p:ph type="subTitle" idx="8"/>
          </p:nvPr>
        </p:nvSpPr>
        <p:spPr>
          <a:xfrm>
            <a:off x="3498722" y="4119300"/>
            <a:ext cx="21465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017" name="Google Shape;1017;p29"/>
          <p:cNvSpPr txBox="1"/>
          <p:nvPr>
            <p:ph type="title" idx="9"/>
          </p:nvPr>
        </p:nvSpPr>
        <p:spPr>
          <a:xfrm>
            <a:off x="6056726" y="1755538"/>
            <a:ext cx="2146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18" name="Google Shape;1018;p29"/>
          <p:cNvSpPr txBox="1"/>
          <p:nvPr>
            <p:ph type="subTitle" idx="13"/>
          </p:nvPr>
        </p:nvSpPr>
        <p:spPr>
          <a:xfrm>
            <a:off x="6056725" y="2283238"/>
            <a:ext cx="2146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019" name="Google Shape;1019;p29"/>
          <p:cNvSpPr txBox="1"/>
          <p:nvPr>
            <p:ph type="title" idx="14"/>
          </p:nvPr>
        </p:nvSpPr>
        <p:spPr>
          <a:xfrm>
            <a:off x="6056726" y="3591600"/>
            <a:ext cx="21465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20" name="Google Shape;1020;p29"/>
          <p:cNvSpPr txBox="1"/>
          <p:nvPr>
            <p:ph type="subTitle" idx="15"/>
          </p:nvPr>
        </p:nvSpPr>
        <p:spPr>
          <a:xfrm>
            <a:off x="6056726" y="4119300"/>
            <a:ext cx="21465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2" name="Google Shape;1022;p30"/>
          <p:cNvGrpSpPr/>
          <p:nvPr/>
        </p:nvGrpSpPr>
        <p:grpSpPr>
          <a:xfrm>
            <a:off x="7068958" y="-793398"/>
            <a:ext cx="3389150" cy="3107450"/>
            <a:chOff x="7068958" y="-793398"/>
            <a:chExt cx="3389150" cy="3107450"/>
          </a:xfrm>
        </p:grpSpPr>
        <p:sp>
          <p:nvSpPr>
            <p:cNvPr id="1023" name="Google Shape;1023;p30"/>
            <p:cNvSpPr/>
            <p:nvPr/>
          </p:nvSpPr>
          <p:spPr>
            <a:xfrm>
              <a:off x="7352849" y="-793398"/>
              <a:ext cx="3105258" cy="3107450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4" name="Google Shape;1024;p30"/>
            <p:cNvSpPr/>
            <p:nvPr/>
          </p:nvSpPr>
          <p:spPr>
            <a:xfrm>
              <a:off x="7989628" y="-153704"/>
              <a:ext cx="154639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5" name="Google Shape;1025;p30"/>
            <p:cNvSpPr/>
            <p:nvPr/>
          </p:nvSpPr>
          <p:spPr>
            <a:xfrm>
              <a:off x="8213533" y="-82834"/>
              <a:ext cx="107925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6" name="Google Shape;1026;p30"/>
            <p:cNvSpPr/>
            <p:nvPr/>
          </p:nvSpPr>
          <p:spPr>
            <a:xfrm>
              <a:off x="8098627" y="74147"/>
              <a:ext cx="105509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7" name="Google Shape;1027;p30"/>
            <p:cNvSpPr/>
            <p:nvPr/>
          </p:nvSpPr>
          <p:spPr>
            <a:xfrm>
              <a:off x="7836332" y="98509"/>
              <a:ext cx="87521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8" name="Google Shape;1028;p30"/>
            <p:cNvSpPr/>
            <p:nvPr/>
          </p:nvSpPr>
          <p:spPr>
            <a:xfrm>
              <a:off x="8383609" y="284411"/>
              <a:ext cx="101884" cy="75690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9" name="Google Shape;1029;p30"/>
            <p:cNvSpPr/>
            <p:nvPr/>
          </p:nvSpPr>
          <p:spPr>
            <a:xfrm rot="763273" flipH="1">
              <a:off x="7103654" y="-328393"/>
              <a:ext cx="2614881" cy="573109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30" name="Google Shape;1030;p30"/>
          <p:cNvGrpSpPr/>
          <p:nvPr/>
        </p:nvGrpSpPr>
        <p:grpSpPr>
          <a:xfrm>
            <a:off x="-1269360" y="3071869"/>
            <a:ext cx="3316347" cy="3107450"/>
            <a:chOff x="-1024085" y="2690869"/>
            <a:chExt cx="3316347" cy="3107450"/>
          </a:xfrm>
        </p:grpSpPr>
        <p:sp>
          <p:nvSpPr>
            <p:cNvPr id="1031" name="Google Shape;1031;p30"/>
            <p:cNvSpPr/>
            <p:nvPr/>
          </p:nvSpPr>
          <p:spPr>
            <a:xfrm rot="10800000">
              <a:off x="-1024085" y="2690869"/>
              <a:ext cx="3316347" cy="3107450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2" name="Google Shape;1032;p30"/>
            <p:cNvSpPr/>
            <p:nvPr/>
          </p:nvSpPr>
          <p:spPr>
            <a:xfrm rot="10800000">
              <a:off x="440186" y="5310440"/>
              <a:ext cx="165151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3" name="Google Shape;1033;p30"/>
            <p:cNvSpPr/>
            <p:nvPr/>
          </p:nvSpPr>
          <p:spPr>
            <a:xfrm rot="10800000">
              <a:off x="250950" y="5274354"/>
              <a:ext cx="115261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4" name="Google Shape;1034;p30"/>
            <p:cNvSpPr/>
            <p:nvPr/>
          </p:nvSpPr>
          <p:spPr>
            <a:xfrm rot="10800000">
              <a:off x="376247" y="5119848"/>
              <a:ext cx="112681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5" name="Google Shape;1035;p30"/>
            <p:cNvSpPr/>
            <p:nvPr/>
          </p:nvSpPr>
          <p:spPr>
            <a:xfrm rot="10800000">
              <a:off x="675584" y="5108123"/>
              <a:ext cx="93471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6" name="Google Shape;1036;p30"/>
            <p:cNvSpPr/>
            <p:nvPr/>
          </p:nvSpPr>
          <p:spPr>
            <a:xfrm rot="10800000">
              <a:off x="75764" y="4912972"/>
              <a:ext cx="108810" cy="75690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7" name="Google Shape;1037;p30"/>
            <p:cNvSpPr/>
            <p:nvPr/>
          </p:nvSpPr>
          <p:spPr>
            <a:xfrm rot="10800000">
              <a:off x="-93115" y="5282561"/>
              <a:ext cx="69243" cy="48853"/>
            </a:xfrm>
            <a:custGeom>
              <a:avLst/>
              <a:gdLst/>
              <a:ahLst/>
              <a:cxnLst/>
              <a:rect l="l" t="t" r="r" b="b"/>
              <a:pathLst>
                <a:path w="483" h="375" extrusionOk="0">
                  <a:moveTo>
                    <a:pt x="241" y="0"/>
                  </a:moveTo>
                  <a:cubicBezTo>
                    <a:pt x="1" y="0"/>
                    <a:pt x="1" y="375"/>
                    <a:pt x="241" y="375"/>
                  </a:cubicBezTo>
                  <a:cubicBezTo>
                    <a:pt x="482" y="375"/>
                    <a:pt x="482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8" name="Google Shape;1038;p30"/>
            <p:cNvSpPr/>
            <p:nvPr/>
          </p:nvSpPr>
          <p:spPr>
            <a:xfrm rot="10800000">
              <a:off x="-824672" y="4518618"/>
              <a:ext cx="3104174" cy="830503"/>
            </a:xfrm>
            <a:custGeom>
              <a:avLst/>
              <a:gdLst/>
              <a:ahLst/>
              <a:cxnLst/>
              <a:rect l="l" t="t" r="r" b="b"/>
              <a:pathLst>
                <a:path w="21653" h="6375" extrusionOk="0">
                  <a:moveTo>
                    <a:pt x="3331" y="0"/>
                  </a:moveTo>
                  <a:cubicBezTo>
                    <a:pt x="2868" y="0"/>
                    <a:pt x="2391" y="178"/>
                    <a:pt x="2035" y="470"/>
                  </a:cubicBezTo>
                  <a:cubicBezTo>
                    <a:pt x="1499" y="907"/>
                    <a:pt x="1241" y="1514"/>
                    <a:pt x="920" y="2112"/>
                  </a:cubicBezTo>
                  <a:cubicBezTo>
                    <a:pt x="857" y="2236"/>
                    <a:pt x="786" y="2451"/>
                    <a:pt x="670" y="2522"/>
                  </a:cubicBezTo>
                  <a:lnTo>
                    <a:pt x="152" y="2504"/>
                  </a:lnTo>
                  <a:cubicBezTo>
                    <a:pt x="117" y="2451"/>
                    <a:pt x="81" y="2406"/>
                    <a:pt x="45" y="2352"/>
                  </a:cubicBezTo>
                  <a:cubicBezTo>
                    <a:pt x="27" y="2504"/>
                    <a:pt x="10" y="2665"/>
                    <a:pt x="1" y="2825"/>
                  </a:cubicBezTo>
                  <a:cubicBezTo>
                    <a:pt x="81" y="2879"/>
                    <a:pt x="170" y="2914"/>
                    <a:pt x="286" y="2941"/>
                  </a:cubicBezTo>
                  <a:cubicBezTo>
                    <a:pt x="341" y="2955"/>
                    <a:pt x="394" y="2961"/>
                    <a:pt x="444" y="2961"/>
                  </a:cubicBezTo>
                  <a:cubicBezTo>
                    <a:pt x="760" y="2961"/>
                    <a:pt x="982" y="2712"/>
                    <a:pt x="1152" y="2451"/>
                  </a:cubicBezTo>
                  <a:cubicBezTo>
                    <a:pt x="1606" y="1719"/>
                    <a:pt x="1865" y="827"/>
                    <a:pt x="2739" y="488"/>
                  </a:cubicBezTo>
                  <a:cubicBezTo>
                    <a:pt x="2926" y="417"/>
                    <a:pt x="3116" y="378"/>
                    <a:pt x="3301" y="378"/>
                  </a:cubicBezTo>
                  <a:cubicBezTo>
                    <a:pt x="3602" y="378"/>
                    <a:pt x="3890" y="482"/>
                    <a:pt x="4122" y="720"/>
                  </a:cubicBezTo>
                  <a:cubicBezTo>
                    <a:pt x="4408" y="1023"/>
                    <a:pt x="4452" y="1416"/>
                    <a:pt x="4559" y="1799"/>
                  </a:cubicBezTo>
                  <a:cubicBezTo>
                    <a:pt x="4684" y="2290"/>
                    <a:pt x="4836" y="2798"/>
                    <a:pt x="5327" y="3030"/>
                  </a:cubicBezTo>
                  <a:cubicBezTo>
                    <a:pt x="5500" y="3117"/>
                    <a:pt x="5689" y="3156"/>
                    <a:pt x="5879" y="3156"/>
                  </a:cubicBezTo>
                  <a:cubicBezTo>
                    <a:pt x="6156" y="3156"/>
                    <a:pt x="6435" y="3074"/>
                    <a:pt x="6674" y="2941"/>
                  </a:cubicBezTo>
                  <a:cubicBezTo>
                    <a:pt x="6959" y="2790"/>
                    <a:pt x="7200" y="2558"/>
                    <a:pt x="7423" y="2326"/>
                  </a:cubicBezTo>
                  <a:cubicBezTo>
                    <a:pt x="7708" y="2022"/>
                    <a:pt x="7655" y="1978"/>
                    <a:pt x="8128" y="1942"/>
                  </a:cubicBezTo>
                  <a:cubicBezTo>
                    <a:pt x="8175" y="1937"/>
                    <a:pt x="8219" y="1935"/>
                    <a:pt x="8260" y="1935"/>
                  </a:cubicBezTo>
                  <a:cubicBezTo>
                    <a:pt x="8676" y="1935"/>
                    <a:pt x="8790" y="2178"/>
                    <a:pt x="8993" y="2584"/>
                  </a:cubicBezTo>
                  <a:cubicBezTo>
                    <a:pt x="9484" y="3601"/>
                    <a:pt x="9314" y="5725"/>
                    <a:pt x="10519" y="6269"/>
                  </a:cubicBezTo>
                  <a:cubicBezTo>
                    <a:pt x="10682" y="6342"/>
                    <a:pt x="10829" y="6374"/>
                    <a:pt x="10963" y="6374"/>
                  </a:cubicBezTo>
                  <a:cubicBezTo>
                    <a:pt x="11962" y="6374"/>
                    <a:pt x="12243" y="4566"/>
                    <a:pt x="12856" y="4047"/>
                  </a:cubicBezTo>
                  <a:cubicBezTo>
                    <a:pt x="13079" y="3861"/>
                    <a:pt x="13289" y="3784"/>
                    <a:pt x="13489" y="3784"/>
                  </a:cubicBezTo>
                  <a:cubicBezTo>
                    <a:pt x="14450" y="3784"/>
                    <a:pt x="15201" y="5552"/>
                    <a:pt x="16197" y="5552"/>
                  </a:cubicBezTo>
                  <a:cubicBezTo>
                    <a:pt x="16398" y="5552"/>
                    <a:pt x="16610" y="5479"/>
                    <a:pt x="16835" y="5305"/>
                  </a:cubicBezTo>
                  <a:cubicBezTo>
                    <a:pt x="17227" y="5002"/>
                    <a:pt x="17218" y="4502"/>
                    <a:pt x="17325" y="4065"/>
                  </a:cubicBezTo>
                  <a:cubicBezTo>
                    <a:pt x="17450" y="3557"/>
                    <a:pt x="17718" y="3173"/>
                    <a:pt x="18244" y="3030"/>
                  </a:cubicBezTo>
                  <a:cubicBezTo>
                    <a:pt x="18349" y="3002"/>
                    <a:pt x="18448" y="2989"/>
                    <a:pt x="18544" y="2989"/>
                  </a:cubicBezTo>
                  <a:cubicBezTo>
                    <a:pt x="18954" y="2989"/>
                    <a:pt x="19294" y="3224"/>
                    <a:pt x="19663" y="3441"/>
                  </a:cubicBezTo>
                  <a:cubicBezTo>
                    <a:pt x="19945" y="3607"/>
                    <a:pt x="20306" y="3773"/>
                    <a:pt x="20650" y="3773"/>
                  </a:cubicBezTo>
                  <a:cubicBezTo>
                    <a:pt x="20861" y="3773"/>
                    <a:pt x="21066" y="3710"/>
                    <a:pt x="21242" y="3548"/>
                  </a:cubicBezTo>
                  <a:cubicBezTo>
                    <a:pt x="21652" y="3182"/>
                    <a:pt x="21500" y="2486"/>
                    <a:pt x="21429" y="2013"/>
                  </a:cubicBezTo>
                  <a:cubicBezTo>
                    <a:pt x="21376" y="1666"/>
                    <a:pt x="21304" y="1327"/>
                    <a:pt x="21206" y="996"/>
                  </a:cubicBezTo>
                  <a:cubicBezTo>
                    <a:pt x="21028" y="827"/>
                    <a:pt x="20840" y="684"/>
                    <a:pt x="20635" y="541"/>
                  </a:cubicBezTo>
                  <a:lnTo>
                    <a:pt x="20635" y="541"/>
                  </a:lnTo>
                  <a:cubicBezTo>
                    <a:pt x="20778" y="898"/>
                    <a:pt x="20894" y="1273"/>
                    <a:pt x="20974" y="1657"/>
                  </a:cubicBezTo>
                  <a:cubicBezTo>
                    <a:pt x="21045" y="1969"/>
                    <a:pt x="21188" y="2433"/>
                    <a:pt x="21117" y="2754"/>
                  </a:cubicBezTo>
                  <a:cubicBezTo>
                    <a:pt x="21027" y="3192"/>
                    <a:pt x="20815" y="3353"/>
                    <a:pt x="20549" y="3353"/>
                  </a:cubicBezTo>
                  <a:cubicBezTo>
                    <a:pt x="20338" y="3353"/>
                    <a:pt x="20094" y="3252"/>
                    <a:pt x="19850" y="3111"/>
                  </a:cubicBezTo>
                  <a:cubicBezTo>
                    <a:pt x="19436" y="2871"/>
                    <a:pt x="19061" y="2615"/>
                    <a:pt x="18581" y="2615"/>
                  </a:cubicBezTo>
                  <a:cubicBezTo>
                    <a:pt x="18544" y="2615"/>
                    <a:pt x="18506" y="2617"/>
                    <a:pt x="18467" y="2620"/>
                  </a:cubicBezTo>
                  <a:cubicBezTo>
                    <a:pt x="18084" y="2647"/>
                    <a:pt x="17709" y="2816"/>
                    <a:pt x="17432" y="3075"/>
                  </a:cubicBezTo>
                  <a:cubicBezTo>
                    <a:pt x="17004" y="3485"/>
                    <a:pt x="17058" y="3931"/>
                    <a:pt x="16888" y="4449"/>
                  </a:cubicBezTo>
                  <a:cubicBezTo>
                    <a:pt x="16720" y="4958"/>
                    <a:pt x="16482" y="5142"/>
                    <a:pt x="16221" y="5142"/>
                  </a:cubicBezTo>
                  <a:cubicBezTo>
                    <a:pt x="15697" y="5142"/>
                    <a:pt x="15078" y="4396"/>
                    <a:pt x="14738" y="4056"/>
                  </a:cubicBezTo>
                  <a:cubicBezTo>
                    <a:pt x="14399" y="3726"/>
                    <a:pt x="13989" y="3405"/>
                    <a:pt x="13489" y="3405"/>
                  </a:cubicBezTo>
                  <a:cubicBezTo>
                    <a:pt x="13034" y="3405"/>
                    <a:pt x="12651" y="3691"/>
                    <a:pt x="12374" y="4030"/>
                  </a:cubicBezTo>
                  <a:cubicBezTo>
                    <a:pt x="12029" y="4455"/>
                    <a:pt x="11648" y="5954"/>
                    <a:pt x="10894" y="5954"/>
                  </a:cubicBezTo>
                  <a:cubicBezTo>
                    <a:pt x="10810" y="5954"/>
                    <a:pt x="10720" y="5935"/>
                    <a:pt x="10626" y="5894"/>
                  </a:cubicBezTo>
                  <a:cubicBezTo>
                    <a:pt x="10019" y="5626"/>
                    <a:pt x="9921" y="4485"/>
                    <a:pt x="9796" y="3923"/>
                  </a:cubicBezTo>
                  <a:cubicBezTo>
                    <a:pt x="9671" y="3334"/>
                    <a:pt x="9528" y="2727"/>
                    <a:pt x="9225" y="2192"/>
                  </a:cubicBezTo>
                  <a:cubicBezTo>
                    <a:pt x="9002" y="1826"/>
                    <a:pt x="8654" y="1327"/>
                    <a:pt x="8181" y="1309"/>
                  </a:cubicBezTo>
                  <a:cubicBezTo>
                    <a:pt x="8172" y="1308"/>
                    <a:pt x="8164" y="1308"/>
                    <a:pt x="8155" y="1308"/>
                  </a:cubicBezTo>
                  <a:cubicBezTo>
                    <a:pt x="7698" y="1308"/>
                    <a:pt x="7427" y="1760"/>
                    <a:pt x="7155" y="2049"/>
                  </a:cubicBezTo>
                  <a:cubicBezTo>
                    <a:pt x="6797" y="2427"/>
                    <a:pt x="6302" y="2720"/>
                    <a:pt x="5864" y="2720"/>
                  </a:cubicBezTo>
                  <a:cubicBezTo>
                    <a:pt x="5493" y="2720"/>
                    <a:pt x="5163" y="2512"/>
                    <a:pt x="4988" y="1969"/>
                  </a:cubicBezTo>
                  <a:cubicBezTo>
                    <a:pt x="4836" y="1487"/>
                    <a:pt x="4818" y="961"/>
                    <a:pt x="4497" y="541"/>
                  </a:cubicBezTo>
                  <a:cubicBezTo>
                    <a:pt x="4201" y="162"/>
                    <a:pt x="3772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39" name="Google Shape;1039;p30"/>
          <p:cNvGrpSpPr/>
          <p:nvPr/>
        </p:nvGrpSpPr>
        <p:grpSpPr>
          <a:xfrm flipH="1">
            <a:off x="282149" y="259546"/>
            <a:ext cx="8356867" cy="4765717"/>
            <a:chOff x="501596" y="259546"/>
            <a:chExt cx="8356867" cy="4765717"/>
          </a:xfrm>
        </p:grpSpPr>
        <p:sp>
          <p:nvSpPr>
            <p:cNvPr id="1040" name="Google Shape;1040;p30"/>
            <p:cNvSpPr/>
            <p:nvPr/>
          </p:nvSpPr>
          <p:spPr>
            <a:xfrm rot="-3266906">
              <a:off x="4544322" y="2132332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1" name="Google Shape;1041;p30"/>
            <p:cNvSpPr/>
            <p:nvPr/>
          </p:nvSpPr>
          <p:spPr>
            <a:xfrm rot="-3266906">
              <a:off x="8723419" y="973820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2" name="Google Shape;1042;p30"/>
            <p:cNvSpPr/>
            <p:nvPr/>
          </p:nvSpPr>
          <p:spPr>
            <a:xfrm rot="-3266906">
              <a:off x="4980841" y="520347"/>
              <a:ext cx="128530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3" name="Google Shape;1043;p30"/>
            <p:cNvSpPr/>
            <p:nvPr/>
          </p:nvSpPr>
          <p:spPr>
            <a:xfrm rot="-3266906">
              <a:off x="7417957" y="35739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4" name="Google Shape;1044;p30"/>
            <p:cNvSpPr/>
            <p:nvPr/>
          </p:nvSpPr>
          <p:spPr>
            <a:xfrm rot="1625383">
              <a:off x="1764829" y="4676097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5" name="Google Shape;1045;p30"/>
            <p:cNvSpPr/>
            <p:nvPr/>
          </p:nvSpPr>
          <p:spPr>
            <a:xfrm rot="3522601">
              <a:off x="2922585" y="248653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6" name="Google Shape;1046;p30"/>
            <p:cNvSpPr/>
            <p:nvPr/>
          </p:nvSpPr>
          <p:spPr>
            <a:xfrm rot="-2695393">
              <a:off x="1537861" y="90917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7" name="Google Shape;1047;p30"/>
            <p:cNvSpPr/>
            <p:nvPr/>
          </p:nvSpPr>
          <p:spPr>
            <a:xfrm rot="-2695393">
              <a:off x="797382" y="4908311"/>
              <a:ext cx="151480" cy="74315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" name="Google Shape;1048;p30"/>
            <p:cNvSpPr/>
            <p:nvPr/>
          </p:nvSpPr>
          <p:spPr>
            <a:xfrm rot="3522601">
              <a:off x="8752035" y="29499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" name="Google Shape;1049;p30"/>
            <p:cNvSpPr/>
            <p:nvPr/>
          </p:nvSpPr>
          <p:spPr>
            <a:xfrm rot="-3266906">
              <a:off x="8194960" y="2132332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" name="Google Shape;1050;p30"/>
            <p:cNvSpPr/>
            <p:nvPr/>
          </p:nvSpPr>
          <p:spPr>
            <a:xfrm rot="3522601">
              <a:off x="7929810" y="39940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" name="Google Shape;1051;p30"/>
            <p:cNvSpPr/>
            <p:nvPr/>
          </p:nvSpPr>
          <p:spPr>
            <a:xfrm rot="-2695393">
              <a:off x="543111" y="3301764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" name="Google Shape;1052;p30"/>
            <p:cNvSpPr/>
            <p:nvPr/>
          </p:nvSpPr>
          <p:spPr>
            <a:xfrm rot="3522601">
              <a:off x="887760" y="179771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3" name="Google Shape;1053;p30"/>
            <p:cNvSpPr/>
            <p:nvPr/>
          </p:nvSpPr>
          <p:spPr>
            <a:xfrm rot="-3266906">
              <a:off x="3361432" y="47622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4" name="Google Shape;1054;p30"/>
            <p:cNvSpPr/>
            <p:nvPr/>
          </p:nvSpPr>
          <p:spPr>
            <a:xfrm rot="3522601">
              <a:off x="4759710" y="4871878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5" name="Google Shape;1055;p30"/>
            <p:cNvSpPr/>
            <p:nvPr/>
          </p:nvSpPr>
          <p:spPr>
            <a:xfrm rot="-2695393">
              <a:off x="6317061" y="487285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6" name="Google Shape;1056;p30"/>
          <p:cNvSpPr txBox="1"/>
          <p:nvPr>
            <p:ph type="title" hasCustomPrompt="1"/>
          </p:nvPr>
        </p:nvSpPr>
        <p:spPr>
          <a:xfrm>
            <a:off x="1760900" y="2386952"/>
            <a:ext cx="2258100" cy="118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57" name="Google Shape;1057;p30"/>
          <p:cNvSpPr txBox="1"/>
          <p:nvPr>
            <p:ph type="subTitle" idx="1"/>
          </p:nvPr>
        </p:nvSpPr>
        <p:spPr>
          <a:xfrm>
            <a:off x="1760900" y="3568401"/>
            <a:ext cx="2258100" cy="598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 panose="020B0503020203020204"/>
              <a:buNone/>
              <a:defRPr sz="16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  <p:sp>
        <p:nvSpPr>
          <p:cNvPr id="1058" name="Google Shape;1058;p30"/>
          <p:cNvSpPr txBox="1"/>
          <p:nvPr>
            <p:ph type="title" idx="2" hasCustomPrompt="1"/>
          </p:nvPr>
        </p:nvSpPr>
        <p:spPr>
          <a:xfrm>
            <a:off x="5125000" y="2386961"/>
            <a:ext cx="2258100" cy="118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59" name="Google Shape;1059;p30"/>
          <p:cNvSpPr txBox="1"/>
          <p:nvPr>
            <p:ph type="subTitle" idx="3"/>
          </p:nvPr>
        </p:nvSpPr>
        <p:spPr>
          <a:xfrm>
            <a:off x="5125000" y="3568398"/>
            <a:ext cx="2258100" cy="598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 panose="020B0503020203020204"/>
              <a:buNone/>
              <a:defRPr sz="16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1" name="Google Shape;1061;p31"/>
          <p:cNvGrpSpPr/>
          <p:nvPr/>
        </p:nvGrpSpPr>
        <p:grpSpPr>
          <a:xfrm rot="10800000" flipH="1">
            <a:off x="6836308" y="2919469"/>
            <a:ext cx="3389150" cy="3107450"/>
            <a:chOff x="7294858" y="-793398"/>
            <a:chExt cx="3389150" cy="3107450"/>
          </a:xfrm>
        </p:grpSpPr>
        <p:sp>
          <p:nvSpPr>
            <p:cNvPr id="1062" name="Google Shape;1062;p31"/>
            <p:cNvSpPr/>
            <p:nvPr/>
          </p:nvSpPr>
          <p:spPr>
            <a:xfrm>
              <a:off x="7578749" y="-793398"/>
              <a:ext cx="3105258" cy="3107450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3" name="Google Shape;1063;p31"/>
            <p:cNvSpPr/>
            <p:nvPr/>
          </p:nvSpPr>
          <p:spPr>
            <a:xfrm>
              <a:off x="8215528" y="-153704"/>
              <a:ext cx="154639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4" name="Google Shape;1064;p31"/>
            <p:cNvSpPr/>
            <p:nvPr/>
          </p:nvSpPr>
          <p:spPr>
            <a:xfrm>
              <a:off x="8439433" y="-82834"/>
              <a:ext cx="107925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5" name="Google Shape;1065;p31"/>
            <p:cNvSpPr/>
            <p:nvPr/>
          </p:nvSpPr>
          <p:spPr>
            <a:xfrm>
              <a:off x="8324527" y="74147"/>
              <a:ext cx="105509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6" name="Google Shape;1066;p31"/>
            <p:cNvSpPr/>
            <p:nvPr/>
          </p:nvSpPr>
          <p:spPr>
            <a:xfrm>
              <a:off x="8609509" y="284411"/>
              <a:ext cx="101884" cy="75690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7" name="Google Shape;1067;p31"/>
            <p:cNvSpPr/>
            <p:nvPr/>
          </p:nvSpPr>
          <p:spPr>
            <a:xfrm rot="763273" flipH="1">
              <a:off x="7329554" y="-328393"/>
              <a:ext cx="2614881" cy="573109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68" name="Google Shape;1068;p31"/>
          <p:cNvGrpSpPr/>
          <p:nvPr/>
        </p:nvGrpSpPr>
        <p:grpSpPr>
          <a:xfrm rot="10800000">
            <a:off x="285298" y="254235"/>
            <a:ext cx="8711719" cy="4689878"/>
            <a:chOff x="143594" y="176458"/>
            <a:chExt cx="8711719" cy="4689878"/>
          </a:xfrm>
        </p:grpSpPr>
        <p:sp>
          <p:nvSpPr>
            <p:cNvPr id="1069" name="Google Shape;1069;p31"/>
            <p:cNvSpPr/>
            <p:nvPr/>
          </p:nvSpPr>
          <p:spPr>
            <a:xfrm rot="-3266906">
              <a:off x="3972685" y="4747794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0" name="Google Shape;1070;p31"/>
            <p:cNvSpPr/>
            <p:nvPr/>
          </p:nvSpPr>
          <p:spPr>
            <a:xfrm rot="-3266906">
              <a:off x="7507732" y="185457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1" name="Google Shape;1071;p31"/>
            <p:cNvSpPr/>
            <p:nvPr/>
          </p:nvSpPr>
          <p:spPr>
            <a:xfrm rot="-3266906">
              <a:off x="5819041" y="215547"/>
              <a:ext cx="128530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2" name="Google Shape;1072;p31"/>
            <p:cNvSpPr/>
            <p:nvPr/>
          </p:nvSpPr>
          <p:spPr>
            <a:xfrm rot="-3266906">
              <a:off x="335582" y="4617507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3" name="Google Shape;1073;p31"/>
            <p:cNvSpPr/>
            <p:nvPr/>
          </p:nvSpPr>
          <p:spPr>
            <a:xfrm rot="8925274">
              <a:off x="150627" y="2948222"/>
              <a:ext cx="128530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4" name="Google Shape;1074;p31"/>
            <p:cNvSpPr/>
            <p:nvPr/>
          </p:nvSpPr>
          <p:spPr>
            <a:xfrm rot="3522601">
              <a:off x="2832285" y="57376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5" name="Google Shape;1075;p31"/>
            <p:cNvSpPr/>
            <p:nvPr/>
          </p:nvSpPr>
          <p:spPr>
            <a:xfrm rot="-2695393">
              <a:off x="1634886" y="110807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6" name="Google Shape;1076;p31"/>
            <p:cNvSpPr/>
            <p:nvPr/>
          </p:nvSpPr>
          <p:spPr>
            <a:xfrm rot="-8638086">
              <a:off x="5664683" y="1487960"/>
              <a:ext cx="151481" cy="7431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7" name="Google Shape;1077;p31"/>
            <p:cNvSpPr/>
            <p:nvPr/>
          </p:nvSpPr>
          <p:spPr>
            <a:xfrm rot="3522601">
              <a:off x="8228035" y="2273903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8" name="Google Shape;1078;p31"/>
            <p:cNvSpPr/>
            <p:nvPr/>
          </p:nvSpPr>
          <p:spPr>
            <a:xfrm rot="-3266906">
              <a:off x="8766060" y="639982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9" name="Google Shape;1079;p31"/>
            <p:cNvSpPr/>
            <p:nvPr/>
          </p:nvSpPr>
          <p:spPr>
            <a:xfrm rot="3522601">
              <a:off x="7651860" y="31754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0" name="Google Shape;1080;p31"/>
            <p:cNvSpPr/>
            <p:nvPr/>
          </p:nvSpPr>
          <p:spPr>
            <a:xfrm rot="-2695393">
              <a:off x="3189386" y="142292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1" name="Google Shape;1081;p31"/>
            <p:cNvSpPr/>
            <p:nvPr/>
          </p:nvSpPr>
          <p:spPr>
            <a:xfrm rot="3522601">
              <a:off x="335310" y="16617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2" name="Google Shape;1082;p31"/>
            <p:cNvSpPr/>
            <p:nvPr/>
          </p:nvSpPr>
          <p:spPr>
            <a:xfrm rot="-3266906">
              <a:off x="1362907" y="228589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3" name="Google Shape;1083;p31"/>
            <p:cNvSpPr/>
            <p:nvPr/>
          </p:nvSpPr>
          <p:spPr>
            <a:xfrm rot="3522601">
              <a:off x="1872185" y="46744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4" name="Google Shape;1084;p31"/>
            <p:cNvSpPr/>
            <p:nvPr/>
          </p:nvSpPr>
          <p:spPr>
            <a:xfrm rot="-2695393">
              <a:off x="5987836" y="460650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85" name="Google Shape;1085;p31"/>
          <p:cNvGrpSpPr/>
          <p:nvPr/>
        </p:nvGrpSpPr>
        <p:grpSpPr>
          <a:xfrm rot="10800000" flipH="1">
            <a:off x="-1070560" y="-906348"/>
            <a:ext cx="3316347" cy="3107450"/>
            <a:chOff x="-1024085" y="2690869"/>
            <a:chExt cx="3316347" cy="3107450"/>
          </a:xfrm>
        </p:grpSpPr>
        <p:sp>
          <p:nvSpPr>
            <p:cNvPr id="1086" name="Google Shape;1086;p31"/>
            <p:cNvSpPr/>
            <p:nvPr/>
          </p:nvSpPr>
          <p:spPr>
            <a:xfrm rot="10800000">
              <a:off x="-1024085" y="2690869"/>
              <a:ext cx="3316347" cy="3107450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7" name="Google Shape;1087;p31"/>
            <p:cNvSpPr/>
            <p:nvPr/>
          </p:nvSpPr>
          <p:spPr>
            <a:xfrm rot="10800000">
              <a:off x="440186" y="5310440"/>
              <a:ext cx="165151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8" name="Google Shape;1088;p31"/>
            <p:cNvSpPr/>
            <p:nvPr/>
          </p:nvSpPr>
          <p:spPr>
            <a:xfrm rot="10800000">
              <a:off x="250950" y="5274354"/>
              <a:ext cx="115261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9" name="Google Shape;1089;p31"/>
            <p:cNvSpPr/>
            <p:nvPr/>
          </p:nvSpPr>
          <p:spPr>
            <a:xfrm rot="10800000">
              <a:off x="376247" y="5119848"/>
              <a:ext cx="112681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0" name="Google Shape;1090;p31"/>
            <p:cNvSpPr/>
            <p:nvPr/>
          </p:nvSpPr>
          <p:spPr>
            <a:xfrm rot="10800000">
              <a:off x="675584" y="5108123"/>
              <a:ext cx="93471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1" name="Google Shape;1091;p31"/>
            <p:cNvSpPr/>
            <p:nvPr/>
          </p:nvSpPr>
          <p:spPr>
            <a:xfrm rot="10800000">
              <a:off x="75764" y="4912972"/>
              <a:ext cx="108810" cy="75690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2" name="Google Shape;1092;p31"/>
            <p:cNvSpPr/>
            <p:nvPr/>
          </p:nvSpPr>
          <p:spPr>
            <a:xfrm rot="10800000">
              <a:off x="-93115" y="5282561"/>
              <a:ext cx="69243" cy="48853"/>
            </a:xfrm>
            <a:custGeom>
              <a:avLst/>
              <a:gdLst/>
              <a:ahLst/>
              <a:cxnLst/>
              <a:rect l="l" t="t" r="r" b="b"/>
              <a:pathLst>
                <a:path w="483" h="375" extrusionOk="0">
                  <a:moveTo>
                    <a:pt x="241" y="0"/>
                  </a:moveTo>
                  <a:cubicBezTo>
                    <a:pt x="1" y="0"/>
                    <a:pt x="1" y="375"/>
                    <a:pt x="241" y="375"/>
                  </a:cubicBezTo>
                  <a:cubicBezTo>
                    <a:pt x="482" y="375"/>
                    <a:pt x="482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3" name="Google Shape;1093;p31"/>
            <p:cNvSpPr/>
            <p:nvPr/>
          </p:nvSpPr>
          <p:spPr>
            <a:xfrm rot="10800000">
              <a:off x="-824672" y="4518618"/>
              <a:ext cx="3104174" cy="830503"/>
            </a:xfrm>
            <a:custGeom>
              <a:avLst/>
              <a:gdLst/>
              <a:ahLst/>
              <a:cxnLst/>
              <a:rect l="l" t="t" r="r" b="b"/>
              <a:pathLst>
                <a:path w="21653" h="6375" extrusionOk="0">
                  <a:moveTo>
                    <a:pt x="3331" y="0"/>
                  </a:moveTo>
                  <a:cubicBezTo>
                    <a:pt x="2868" y="0"/>
                    <a:pt x="2391" y="178"/>
                    <a:pt x="2035" y="470"/>
                  </a:cubicBezTo>
                  <a:cubicBezTo>
                    <a:pt x="1499" y="907"/>
                    <a:pt x="1241" y="1514"/>
                    <a:pt x="920" y="2112"/>
                  </a:cubicBezTo>
                  <a:cubicBezTo>
                    <a:pt x="857" y="2236"/>
                    <a:pt x="786" y="2451"/>
                    <a:pt x="670" y="2522"/>
                  </a:cubicBezTo>
                  <a:lnTo>
                    <a:pt x="152" y="2504"/>
                  </a:lnTo>
                  <a:cubicBezTo>
                    <a:pt x="117" y="2451"/>
                    <a:pt x="81" y="2406"/>
                    <a:pt x="45" y="2352"/>
                  </a:cubicBezTo>
                  <a:cubicBezTo>
                    <a:pt x="27" y="2504"/>
                    <a:pt x="10" y="2665"/>
                    <a:pt x="1" y="2825"/>
                  </a:cubicBezTo>
                  <a:cubicBezTo>
                    <a:pt x="81" y="2879"/>
                    <a:pt x="170" y="2914"/>
                    <a:pt x="286" y="2941"/>
                  </a:cubicBezTo>
                  <a:cubicBezTo>
                    <a:pt x="341" y="2955"/>
                    <a:pt x="394" y="2961"/>
                    <a:pt x="444" y="2961"/>
                  </a:cubicBezTo>
                  <a:cubicBezTo>
                    <a:pt x="760" y="2961"/>
                    <a:pt x="982" y="2712"/>
                    <a:pt x="1152" y="2451"/>
                  </a:cubicBezTo>
                  <a:cubicBezTo>
                    <a:pt x="1606" y="1719"/>
                    <a:pt x="1865" y="827"/>
                    <a:pt x="2739" y="488"/>
                  </a:cubicBezTo>
                  <a:cubicBezTo>
                    <a:pt x="2926" y="417"/>
                    <a:pt x="3116" y="378"/>
                    <a:pt x="3301" y="378"/>
                  </a:cubicBezTo>
                  <a:cubicBezTo>
                    <a:pt x="3602" y="378"/>
                    <a:pt x="3890" y="482"/>
                    <a:pt x="4122" y="720"/>
                  </a:cubicBezTo>
                  <a:cubicBezTo>
                    <a:pt x="4408" y="1023"/>
                    <a:pt x="4452" y="1416"/>
                    <a:pt x="4559" y="1799"/>
                  </a:cubicBezTo>
                  <a:cubicBezTo>
                    <a:pt x="4684" y="2290"/>
                    <a:pt x="4836" y="2798"/>
                    <a:pt x="5327" y="3030"/>
                  </a:cubicBezTo>
                  <a:cubicBezTo>
                    <a:pt x="5500" y="3117"/>
                    <a:pt x="5689" y="3156"/>
                    <a:pt x="5879" y="3156"/>
                  </a:cubicBezTo>
                  <a:cubicBezTo>
                    <a:pt x="6156" y="3156"/>
                    <a:pt x="6435" y="3074"/>
                    <a:pt x="6674" y="2941"/>
                  </a:cubicBezTo>
                  <a:cubicBezTo>
                    <a:pt x="6959" y="2790"/>
                    <a:pt x="7200" y="2558"/>
                    <a:pt x="7423" y="2326"/>
                  </a:cubicBezTo>
                  <a:cubicBezTo>
                    <a:pt x="7708" y="2022"/>
                    <a:pt x="7655" y="1978"/>
                    <a:pt x="8128" y="1942"/>
                  </a:cubicBezTo>
                  <a:cubicBezTo>
                    <a:pt x="8175" y="1937"/>
                    <a:pt x="8219" y="1935"/>
                    <a:pt x="8260" y="1935"/>
                  </a:cubicBezTo>
                  <a:cubicBezTo>
                    <a:pt x="8676" y="1935"/>
                    <a:pt x="8790" y="2178"/>
                    <a:pt x="8993" y="2584"/>
                  </a:cubicBezTo>
                  <a:cubicBezTo>
                    <a:pt x="9484" y="3601"/>
                    <a:pt x="9314" y="5725"/>
                    <a:pt x="10519" y="6269"/>
                  </a:cubicBezTo>
                  <a:cubicBezTo>
                    <a:pt x="10682" y="6342"/>
                    <a:pt x="10829" y="6374"/>
                    <a:pt x="10963" y="6374"/>
                  </a:cubicBezTo>
                  <a:cubicBezTo>
                    <a:pt x="11962" y="6374"/>
                    <a:pt x="12243" y="4566"/>
                    <a:pt x="12856" y="4047"/>
                  </a:cubicBezTo>
                  <a:cubicBezTo>
                    <a:pt x="13079" y="3861"/>
                    <a:pt x="13289" y="3784"/>
                    <a:pt x="13489" y="3784"/>
                  </a:cubicBezTo>
                  <a:cubicBezTo>
                    <a:pt x="14450" y="3784"/>
                    <a:pt x="15201" y="5552"/>
                    <a:pt x="16197" y="5552"/>
                  </a:cubicBezTo>
                  <a:cubicBezTo>
                    <a:pt x="16398" y="5552"/>
                    <a:pt x="16610" y="5479"/>
                    <a:pt x="16835" y="5305"/>
                  </a:cubicBezTo>
                  <a:cubicBezTo>
                    <a:pt x="17227" y="5002"/>
                    <a:pt x="17218" y="4502"/>
                    <a:pt x="17325" y="4065"/>
                  </a:cubicBezTo>
                  <a:cubicBezTo>
                    <a:pt x="17450" y="3557"/>
                    <a:pt x="17718" y="3173"/>
                    <a:pt x="18244" y="3030"/>
                  </a:cubicBezTo>
                  <a:cubicBezTo>
                    <a:pt x="18349" y="3002"/>
                    <a:pt x="18448" y="2989"/>
                    <a:pt x="18544" y="2989"/>
                  </a:cubicBezTo>
                  <a:cubicBezTo>
                    <a:pt x="18954" y="2989"/>
                    <a:pt x="19294" y="3224"/>
                    <a:pt x="19663" y="3441"/>
                  </a:cubicBezTo>
                  <a:cubicBezTo>
                    <a:pt x="19945" y="3607"/>
                    <a:pt x="20306" y="3773"/>
                    <a:pt x="20650" y="3773"/>
                  </a:cubicBezTo>
                  <a:cubicBezTo>
                    <a:pt x="20861" y="3773"/>
                    <a:pt x="21066" y="3710"/>
                    <a:pt x="21242" y="3548"/>
                  </a:cubicBezTo>
                  <a:cubicBezTo>
                    <a:pt x="21652" y="3182"/>
                    <a:pt x="21500" y="2486"/>
                    <a:pt x="21429" y="2013"/>
                  </a:cubicBezTo>
                  <a:cubicBezTo>
                    <a:pt x="21376" y="1666"/>
                    <a:pt x="21304" y="1327"/>
                    <a:pt x="21206" y="996"/>
                  </a:cubicBezTo>
                  <a:cubicBezTo>
                    <a:pt x="21028" y="827"/>
                    <a:pt x="20840" y="684"/>
                    <a:pt x="20635" y="541"/>
                  </a:cubicBezTo>
                  <a:lnTo>
                    <a:pt x="20635" y="541"/>
                  </a:lnTo>
                  <a:cubicBezTo>
                    <a:pt x="20778" y="898"/>
                    <a:pt x="20894" y="1273"/>
                    <a:pt x="20974" y="1657"/>
                  </a:cubicBezTo>
                  <a:cubicBezTo>
                    <a:pt x="21045" y="1969"/>
                    <a:pt x="21188" y="2433"/>
                    <a:pt x="21117" y="2754"/>
                  </a:cubicBezTo>
                  <a:cubicBezTo>
                    <a:pt x="21027" y="3192"/>
                    <a:pt x="20815" y="3353"/>
                    <a:pt x="20549" y="3353"/>
                  </a:cubicBezTo>
                  <a:cubicBezTo>
                    <a:pt x="20338" y="3353"/>
                    <a:pt x="20094" y="3252"/>
                    <a:pt x="19850" y="3111"/>
                  </a:cubicBezTo>
                  <a:cubicBezTo>
                    <a:pt x="19436" y="2871"/>
                    <a:pt x="19061" y="2615"/>
                    <a:pt x="18581" y="2615"/>
                  </a:cubicBezTo>
                  <a:cubicBezTo>
                    <a:pt x="18544" y="2615"/>
                    <a:pt x="18506" y="2617"/>
                    <a:pt x="18467" y="2620"/>
                  </a:cubicBezTo>
                  <a:cubicBezTo>
                    <a:pt x="18084" y="2647"/>
                    <a:pt x="17709" y="2816"/>
                    <a:pt x="17432" y="3075"/>
                  </a:cubicBezTo>
                  <a:cubicBezTo>
                    <a:pt x="17004" y="3485"/>
                    <a:pt x="17058" y="3931"/>
                    <a:pt x="16888" y="4449"/>
                  </a:cubicBezTo>
                  <a:cubicBezTo>
                    <a:pt x="16720" y="4958"/>
                    <a:pt x="16482" y="5142"/>
                    <a:pt x="16221" y="5142"/>
                  </a:cubicBezTo>
                  <a:cubicBezTo>
                    <a:pt x="15697" y="5142"/>
                    <a:pt x="15078" y="4396"/>
                    <a:pt x="14738" y="4056"/>
                  </a:cubicBezTo>
                  <a:cubicBezTo>
                    <a:pt x="14399" y="3726"/>
                    <a:pt x="13989" y="3405"/>
                    <a:pt x="13489" y="3405"/>
                  </a:cubicBezTo>
                  <a:cubicBezTo>
                    <a:pt x="13034" y="3405"/>
                    <a:pt x="12651" y="3691"/>
                    <a:pt x="12374" y="4030"/>
                  </a:cubicBezTo>
                  <a:cubicBezTo>
                    <a:pt x="12029" y="4455"/>
                    <a:pt x="11648" y="5954"/>
                    <a:pt x="10894" y="5954"/>
                  </a:cubicBezTo>
                  <a:cubicBezTo>
                    <a:pt x="10810" y="5954"/>
                    <a:pt x="10720" y="5935"/>
                    <a:pt x="10626" y="5894"/>
                  </a:cubicBezTo>
                  <a:cubicBezTo>
                    <a:pt x="10019" y="5626"/>
                    <a:pt x="9921" y="4485"/>
                    <a:pt x="9796" y="3923"/>
                  </a:cubicBezTo>
                  <a:cubicBezTo>
                    <a:pt x="9671" y="3334"/>
                    <a:pt x="9528" y="2727"/>
                    <a:pt x="9225" y="2192"/>
                  </a:cubicBezTo>
                  <a:cubicBezTo>
                    <a:pt x="9002" y="1826"/>
                    <a:pt x="8654" y="1327"/>
                    <a:pt x="8181" y="1309"/>
                  </a:cubicBezTo>
                  <a:cubicBezTo>
                    <a:pt x="8172" y="1308"/>
                    <a:pt x="8164" y="1308"/>
                    <a:pt x="8155" y="1308"/>
                  </a:cubicBezTo>
                  <a:cubicBezTo>
                    <a:pt x="7698" y="1308"/>
                    <a:pt x="7427" y="1760"/>
                    <a:pt x="7155" y="2049"/>
                  </a:cubicBezTo>
                  <a:cubicBezTo>
                    <a:pt x="6797" y="2427"/>
                    <a:pt x="6302" y="2720"/>
                    <a:pt x="5864" y="2720"/>
                  </a:cubicBezTo>
                  <a:cubicBezTo>
                    <a:pt x="5493" y="2720"/>
                    <a:pt x="5163" y="2512"/>
                    <a:pt x="4988" y="1969"/>
                  </a:cubicBezTo>
                  <a:cubicBezTo>
                    <a:pt x="4836" y="1487"/>
                    <a:pt x="4818" y="961"/>
                    <a:pt x="4497" y="541"/>
                  </a:cubicBezTo>
                  <a:cubicBezTo>
                    <a:pt x="4201" y="162"/>
                    <a:pt x="3772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94" name="Google Shape;1094;p31"/>
          <p:cNvSpPr txBox="1"/>
          <p:nvPr>
            <p:ph type="title" hasCustomPrompt="1"/>
          </p:nvPr>
        </p:nvSpPr>
        <p:spPr>
          <a:xfrm>
            <a:off x="713100" y="3448915"/>
            <a:ext cx="5190900" cy="71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95" name="Google Shape;1095;p31"/>
          <p:cNvSpPr txBox="1"/>
          <p:nvPr>
            <p:ph type="subTitle" idx="1"/>
          </p:nvPr>
        </p:nvSpPr>
        <p:spPr>
          <a:xfrm>
            <a:off x="713100" y="4165053"/>
            <a:ext cx="5190900" cy="43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 panose="020B0503020203020204"/>
              <a:buNone/>
              <a:defRPr sz="16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  <p:sp>
        <p:nvSpPr>
          <p:cNvPr id="1096" name="Google Shape;1096;p31"/>
          <p:cNvSpPr txBox="1"/>
          <p:nvPr>
            <p:ph type="title" idx="2" hasCustomPrompt="1"/>
          </p:nvPr>
        </p:nvSpPr>
        <p:spPr>
          <a:xfrm>
            <a:off x="1976550" y="1994209"/>
            <a:ext cx="5190900" cy="71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97" name="Google Shape;1097;p31"/>
          <p:cNvSpPr txBox="1"/>
          <p:nvPr>
            <p:ph type="subTitle" idx="3"/>
          </p:nvPr>
        </p:nvSpPr>
        <p:spPr>
          <a:xfrm>
            <a:off x="1976550" y="2710346"/>
            <a:ext cx="5190900" cy="43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 panose="020B0503020203020204"/>
              <a:buNone/>
              <a:defRPr sz="16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  <p:sp>
        <p:nvSpPr>
          <p:cNvPr id="1098" name="Google Shape;1098;p31"/>
          <p:cNvSpPr txBox="1"/>
          <p:nvPr>
            <p:ph type="title" idx="4" hasCustomPrompt="1"/>
          </p:nvPr>
        </p:nvSpPr>
        <p:spPr>
          <a:xfrm>
            <a:off x="3240150" y="539400"/>
            <a:ext cx="5190900" cy="71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99" name="Google Shape;1099;p31"/>
          <p:cNvSpPr txBox="1"/>
          <p:nvPr>
            <p:ph type="subTitle" idx="5"/>
          </p:nvPr>
        </p:nvSpPr>
        <p:spPr>
          <a:xfrm>
            <a:off x="3240150" y="1255622"/>
            <a:ext cx="5190900" cy="43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 panose="020B0503020203020204"/>
              <a:buNone/>
              <a:defRPr sz="16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32"/>
          <p:cNvSpPr txBox="1"/>
          <p:nvPr/>
        </p:nvSpPr>
        <p:spPr>
          <a:xfrm>
            <a:off x="781800" y="3514075"/>
            <a:ext cx="2929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CREDITS: This presentation template was created by </a:t>
            </a:r>
            <a:r>
              <a:rPr lang="en-GB" sz="1200" b="1">
                <a:solidFill>
                  <a:schemeClr val="accent1"/>
                </a:solidFill>
                <a:uFill>
                  <a:noFill/>
                </a:u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  <a:hlinkClick r:id="rId2"/>
              </a:rPr>
              <a:t>Slidesgo</a:t>
            </a:r>
            <a:r>
              <a:rPr lang="en-GB" sz="1200">
                <a:solidFill>
                  <a:schemeClr val="dk2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, including icons by </a:t>
            </a:r>
            <a:r>
              <a:rPr lang="en-GB" sz="1200" b="1">
                <a:solidFill>
                  <a:schemeClr val="accent1"/>
                </a:solidFill>
                <a:uFill>
                  <a:noFill/>
                </a:u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  <a:hlinkClick r:id="rId3"/>
              </a:rPr>
              <a:t>Flaticon</a:t>
            </a:r>
            <a:r>
              <a:rPr lang="en-GB" sz="1200">
                <a:solidFill>
                  <a:schemeClr val="dk2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, infographics &amp; images by </a:t>
            </a:r>
            <a:r>
              <a:rPr lang="en-GB" sz="1200" b="1">
                <a:solidFill>
                  <a:schemeClr val="accent1"/>
                </a:solidFill>
                <a:uFill>
                  <a:noFill/>
                </a:u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  <a:hlinkClick r:id="rId4"/>
              </a:rPr>
              <a:t>Freepik</a:t>
            </a:r>
            <a:endParaRPr sz="1200" b="1">
              <a:solidFill>
                <a:schemeClr val="accent1"/>
              </a:solidFill>
              <a:latin typeface="Didact Gothic" panose="00000500000000000000"/>
              <a:ea typeface="Didact Gothic" panose="00000500000000000000"/>
              <a:cs typeface="Didact Gothic" panose="00000500000000000000"/>
              <a:sym typeface="Didact Gothic" panose="00000500000000000000"/>
            </a:endParaRPr>
          </a:p>
        </p:txBody>
      </p:sp>
      <p:sp>
        <p:nvSpPr>
          <p:cNvPr id="1102" name="Google Shape;1102;p32"/>
          <p:cNvSpPr txBox="1"/>
          <p:nvPr>
            <p:ph type="title"/>
          </p:nvPr>
        </p:nvSpPr>
        <p:spPr>
          <a:xfrm>
            <a:off x="754225" y="539400"/>
            <a:ext cx="3685500" cy="772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103" name="Google Shape;1103;p32"/>
          <p:cNvGrpSpPr/>
          <p:nvPr/>
        </p:nvGrpSpPr>
        <p:grpSpPr>
          <a:xfrm>
            <a:off x="6753752" y="-525256"/>
            <a:ext cx="3013652" cy="3107450"/>
            <a:chOff x="1120850" y="1643725"/>
            <a:chExt cx="578325" cy="596325"/>
          </a:xfrm>
        </p:grpSpPr>
        <p:sp>
          <p:nvSpPr>
            <p:cNvPr id="1104" name="Google Shape;1104;p32"/>
            <p:cNvSpPr/>
            <p:nvPr/>
          </p:nvSpPr>
          <p:spPr>
            <a:xfrm>
              <a:off x="1120850" y="1643725"/>
              <a:ext cx="578325" cy="596325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5" name="Google Shape;1105;p32"/>
            <p:cNvSpPr/>
            <p:nvPr/>
          </p:nvSpPr>
          <p:spPr>
            <a:xfrm>
              <a:off x="1415025" y="1715025"/>
              <a:ext cx="28800" cy="22325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6" name="Google Shape;1106;p32"/>
            <p:cNvSpPr/>
            <p:nvPr/>
          </p:nvSpPr>
          <p:spPr>
            <a:xfrm>
              <a:off x="1456725" y="1728625"/>
              <a:ext cx="20100" cy="15650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7" name="Google Shape;1107;p32"/>
            <p:cNvSpPr/>
            <p:nvPr/>
          </p:nvSpPr>
          <p:spPr>
            <a:xfrm>
              <a:off x="1435325" y="1758750"/>
              <a:ext cx="19650" cy="15175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8" name="Google Shape;1108;p32"/>
            <p:cNvSpPr/>
            <p:nvPr/>
          </p:nvSpPr>
          <p:spPr>
            <a:xfrm>
              <a:off x="1386475" y="1763425"/>
              <a:ext cx="16300" cy="1275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9" name="Google Shape;1109;p32"/>
            <p:cNvSpPr/>
            <p:nvPr/>
          </p:nvSpPr>
          <p:spPr>
            <a:xfrm>
              <a:off x="1488400" y="1799100"/>
              <a:ext cx="18975" cy="14525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0" name="Google Shape;1110;p32"/>
            <p:cNvSpPr/>
            <p:nvPr/>
          </p:nvSpPr>
          <p:spPr>
            <a:xfrm>
              <a:off x="1524750" y="1733325"/>
              <a:ext cx="12075" cy="9375"/>
            </a:xfrm>
            <a:custGeom>
              <a:avLst/>
              <a:gdLst/>
              <a:ahLst/>
              <a:cxnLst/>
              <a:rect l="l" t="t" r="r" b="b"/>
              <a:pathLst>
                <a:path w="483" h="375" extrusionOk="0">
                  <a:moveTo>
                    <a:pt x="241" y="0"/>
                  </a:moveTo>
                  <a:cubicBezTo>
                    <a:pt x="1" y="0"/>
                    <a:pt x="1" y="375"/>
                    <a:pt x="241" y="375"/>
                  </a:cubicBezTo>
                  <a:cubicBezTo>
                    <a:pt x="482" y="375"/>
                    <a:pt x="482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1" name="Google Shape;1111;p32"/>
            <p:cNvSpPr/>
            <p:nvPr/>
          </p:nvSpPr>
          <p:spPr>
            <a:xfrm>
              <a:off x="1123075" y="1744550"/>
              <a:ext cx="541325" cy="159375"/>
            </a:xfrm>
            <a:custGeom>
              <a:avLst/>
              <a:gdLst/>
              <a:ahLst/>
              <a:cxnLst/>
              <a:rect l="l" t="t" r="r" b="b"/>
              <a:pathLst>
                <a:path w="21653" h="6375" extrusionOk="0">
                  <a:moveTo>
                    <a:pt x="3331" y="0"/>
                  </a:moveTo>
                  <a:cubicBezTo>
                    <a:pt x="2868" y="0"/>
                    <a:pt x="2391" y="178"/>
                    <a:pt x="2035" y="470"/>
                  </a:cubicBezTo>
                  <a:cubicBezTo>
                    <a:pt x="1499" y="907"/>
                    <a:pt x="1241" y="1514"/>
                    <a:pt x="920" y="2112"/>
                  </a:cubicBezTo>
                  <a:cubicBezTo>
                    <a:pt x="857" y="2236"/>
                    <a:pt x="786" y="2451"/>
                    <a:pt x="670" y="2522"/>
                  </a:cubicBezTo>
                  <a:lnTo>
                    <a:pt x="152" y="2504"/>
                  </a:lnTo>
                  <a:cubicBezTo>
                    <a:pt x="117" y="2451"/>
                    <a:pt x="81" y="2406"/>
                    <a:pt x="45" y="2352"/>
                  </a:cubicBezTo>
                  <a:cubicBezTo>
                    <a:pt x="27" y="2504"/>
                    <a:pt x="10" y="2665"/>
                    <a:pt x="1" y="2825"/>
                  </a:cubicBezTo>
                  <a:cubicBezTo>
                    <a:pt x="81" y="2879"/>
                    <a:pt x="170" y="2914"/>
                    <a:pt x="286" y="2941"/>
                  </a:cubicBezTo>
                  <a:cubicBezTo>
                    <a:pt x="341" y="2955"/>
                    <a:pt x="394" y="2961"/>
                    <a:pt x="444" y="2961"/>
                  </a:cubicBezTo>
                  <a:cubicBezTo>
                    <a:pt x="760" y="2961"/>
                    <a:pt x="982" y="2712"/>
                    <a:pt x="1152" y="2451"/>
                  </a:cubicBezTo>
                  <a:cubicBezTo>
                    <a:pt x="1606" y="1719"/>
                    <a:pt x="1865" y="827"/>
                    <a:pt x="2739" y="488"/>
                  </a:cubicBezTo>
                  <a:cubicBezTo>
                    <a:pt x="2926" y="417"/>
                    <a:pt x="3116" y="378"/>
                    <a:pt x="3301" y="378"/>
                  </a:cubicBezTo>
                  <a:cubicBezTo>
                    <a:pt x="3602" y="378"/>
                    <a:pt x="3890" y="482"/>
                    <a:pt x="4122" y="720"/>
                  </a:cubicBezTo>
                  <a:cubicBezTo>
                    <a:pt x="4408" y="1023"/>
                    <a:pt x="4452" y="1416"/>
                    <a:pt x="4559" y="1799"/>
                  </a:cubicBezTo>
                  <a:cubicBezTo>
                    <a:pt x="4684" y="2290"/>
                    <a:pt x="4836" y="2798"/>
                    <a:pt x="5327" y="3030"/>
                  </a:cubicBezTo>
                  <a:cubicBezTo>
                    <a:pt x="5500" y="3117"/>
                    <a:pt x="5689" y="3156"/>
                    <a:pt x="5879" y="3156"/>
                  </a:cubicBezTo>
                  <a:cubicBezTo>
                    <a:pt x="6156" y="3156"/>
                    <a:pt x="6435" y="3074"/>
                    <a:pt x="6674" y="2941"/>
                  </a:cubicBezTo>
                  <a:cubicBezTo>
                    <a:pt x="6959" y="2790"/>
                    <a:pt x="7200" y="2558"/>
                    <a:pt x="7423" y="2326"/>
                  </a:cubicBezTo>
                  <a:cubicBezTo>
                    <a:pt x="7708" y="2022"/>
                    <a:pt x="7655" y="1978"/>
                    <a:pt x="8128" y="1942"/>
                  </a:cubicBezTo>
                  <a:cubicBezTo>
                    <a:pt x="8175" y="1937"/>
                    <a:pt x="8219" y="1935"/>
                    <a:pt x="8260" y="1935"/>
                  </a:cubicBezTo>
                  <a:cubicBezTo>
                    <a:pt x="8676" y="1935"/>
                    <a:pt x="8790" y="2178"/>
                    <a:pt x="8993" y="2584"/>
                  </a:cubicBezTo>
                  <a:cubicBezTo>
                    <a:pt x="9484" y="3601"/>
                    <a:pt x="9314" y="5725"/>
                    <a:pt x="10519" y="6269"/>
                  </a:cubicBezTo>
                  <a:cubicBezTo>
                    <a:pt x="10682" y="6342"/>
                    <a:pt x="10829" y="6374"/>
                    <a:pt x="10963" y="6374"/>
                  </a:cubicBezTo>
                  <a:cubicBezTo>
                    <a:pt x="11962" y="6374"/>
                    <a:pt x="12243" y="4566"/>
                    <a:pt x="12856" y="4047"/>
                  </a:cubicBezTo>
                  <a:cubicBezTo>
                    <a:pt x="13079" y="3861"/>
                    <a:pt x="13289" y="3784"/>
                    <a:pt x="13489" y="3784"/>
                  </a:cubicBezTo>
                  <a:cubicBezTo>
                    <a:pt x="14450" y="3784"/>
                    <a:pt x="15201" y="5552"/>
                    <a:pt x="16197" y="5552"/>
                  </a:cubicBezTo>
                  <a:cubicBezTo>
                    <a:pt x="16398" y="5552"/>
                    <a:pt x="16610" y="5479"/>
                    <a:pt x="16835" y="5305"/>
                  </a:cubicBezTo>
                  <a:cubicBezTo>
                    <a:pt x="17227" y="5002"/>
                    <a:pt x="17218" y="4502"/>
                    <a:pt x="17325" y="4065"/>
                  </a:cubicBezTo>
                  <a:cubicBezTo>
                    <a:pt x="17450" y="3557"/>
                    <a:pt x="17718" y="3173"/>
                    <a:pt x="18244" y="3030"/>
                  </a:cubicBezTo>
                  <a:cubicBezTo>
                    <a:pt x="18349" y="3002"/>
                    <a:pt x="18448" y="2989"/>
                    <a:pt x="18544" y="2989"/>
                  </a:cubicBezTo>
                  <a:cubicBezTo>
                    <a:pt x="18954" y="2989"/>
                    <a:pt x="19294" y="3224"/>
                    <a:pt x="19663" y="3441"/>
                  </a:cubicBezTo>
                  <a:cubicBezTo>
                    <a:pt x="19945" y="3607"/>
                    <a:pt x="20306" y="3773"/>
                    <a:pt x="20650" y="3773"/>
                  </a:cubicBezTo>
                  <a:cubicBezTo>
                    <a:pt x="20861" y="3773"/>
                    <a:pt x="21066" y="3710"/>
                    <a:pt x="21242" y="3548"/>
                  </a:cubicBezTo>
                  <a:cubicBezTo>
                    <a:pt x="21652" y="3182"/>
                    <a:pt x="21500" y="2486"/>
                    <a:pt x="21429" y="2013"/>
                  </a:cubicBezTo>
                  <a:cubicBezTo>
                    <a:pt x="21376" y="1666"/>
                    <a:pt x="21304" y="1327"/>
                    <a:pt x="21206" y="996"/>
                  </a:cubicBezTo>
                  <a:cubicBezTo>
                    <a:pt x="21028" y="827"/>
                    <a:pt x="20840" y="684"/>
                    <a:pt x="20635" y="541"/>
                  </a:cubicBezTo>
                  <a:lnTo>
                    <a:pt x="20635" y="541"/>
                  </a:lnTo>
                  <a:cubicBezTo>
                    <a:pt x="20778" y="898"/>
                    <a:pt x="20894" y="1273"/>
                    <a:pt x="20974" y="1657"/>
                  </a:cubicBezTo>
                  <a:cubicBezTo>
                    <a:pt x="21045" y="1969"/>
                    <a:pt x="21188" y="2433"/>
                    <a:pt x="21117" y="2754"/>
                  </a:cubicBezTo>
                  <a:cubicBezTo>
                    <a:pt x="21027" y="3192"/>
                    <a:pt x="20815" y="3353"/>
                    <a:pt x="20549" y="3353"/>
                  </a:cubicBezTo>
                  <a:cubicBezTo>
                    <a:pt x="20338" y="3353"/>
                    <a:pt x="20094" y="3252"/>
                    <a:pt x="19850" y="3111"/>
                  </a:cubicBezTo>
                  <a:cubicBezTo>
                    <a:pt x="19436" y="2871"/>
                    <a:pt x="19061" y="2615"/>
                    <a:pt x="18581" y="2615"/>
                  </a:cubicBezTo>
                  <a:cubicBezTo>
                    <a:pt x="18544" y="2615"/>
                    <a:pt x="18506" y="2617"/>
                    <a:pt x="18467" y="2620"/>
                  </a:cubicBezTo>
                  <a:cubicBezTo>
                    <a:pt x="18084" y="2647"/>
                    <a:pt x="17709" y="2816"/>
                    <a:pt x="17432" y="3075"/>
                  </a:cubicBezTo>
                  <a:cubicBezTo>
                    <a:pt x="17004" y="3485"/>
                    <a:pt x="17058" y="3931"/>
                    <a:pt x="16888" y="4449"/>
                  </a:cubicBezTo>
                  <a:cubicBezTo>
                    <a:pt x="16720" y="4958"/>
                    <a:pt x="16482" y="5142"/>
                    <a:pt x="16221" y="5142"/>
                  </a:cubicBezTo>
                  <a:cubicBezTo>
                    <a:pt x="15697" y="5142"/>
                    <a:pt x="15078" y="4396"/>
                    <a:pt x="14738" y="4056"/>
                  </a:cubicBezTo>
                  <a:cubicBezTo>
                    <a:pt x="14399" y="3726"/>
                    <a:pt x="13989" y="3405"/>
                    <a:pt x="13489" y="3405"/>
                  </a:cubicBezTo>
                  <a:cubicBezTo>
                    <a:pt x="13034" y="3405"/>
                    <a:pt x="12651" y="3691"/>
                    <a:pt x="12374" y="4030"/>
                  </a:cubicBezTo>
                  <a:cubicBezTo>
                    <a:pt x="12029" y="4455"/>
                    <a:pt x="11648" y="5954"/>
                    <a:pt x="10894" y="5954"/>
                  </a:cubicBezTo>
                  <a:cubicBezTo>
                    <a:pt x="10810" y="5954"/>
                    <a:pt x="10720" y="5935"/>
                    <a:pt x="10626" y="5894"/>
                  </a:cubicBezTo>
                  <a:cubicBezTo>
                    <a:pt x="10019" y="5626"/>
                    <a:pt x="9921" y="4485"/>
                    <a:pt x="9796" y="3923"/>
                  </a:cubicBezTo>
                  <a:cubicBezTo>
                    <a:pt x="9671" y="3334"/>
                    <a:pt x="9528" y="2727"/>
                    <a:pt x="9225" y="2192"/>
                  </a:cubicBezTo>
                  <a:cubicBezTo>
                    <a:pt x="9002" y="1826"/>
                    <a:pt x="8654" y="1327"/>
                    <a:pt x="8181" y="1309"/>
                  </a:cubicBezTo>
                  <a:cubicBezTo>
                    <a:pt x="8172" y="1308"/>
                    <a:pt x="8164" y="1308"/>
                    <a:pt x="8155" y="1308"/>
                  </a:cubicBezTo>
                  <a:cubicBezTo>
                    <a:pt x="7698" y="1308"/>
                    <a:pt x="7427" y="1760"/>
                    <a:pt x="7155" y="2049"/>
                  </a:cubicBezTo>
                  <a:cubicBezTo>
                    <a:pt x="6797" y="2427"/>
                    <a:pt x="6302" y="2720"/>
                    <a:pt x="5864" y="2720"/>
                  </a:cubicBezTo>
                  <a:cubicBezTo>
                    <a:pt x="5493" y="2720"/>
                    <a:pt x="5163" y="2512"/>
                    <a:pt x="4988" y="1969"/>
                  </a:cubicBezTo>
                  <a:cubicBezTo>
                    <a:pt x="4836" y="1487"/>
                    <a:pt x="4818" y="961"/>
                    <a:pt x="4497" y="541"/>
                  </a:cubicBezTo>
                  <a:cubicBezTo>
                    <a:pt x="4201" y="162"/>
                    <a:pt x="3772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12" name="Google Shape;1112;p32"/>
          <p:cNvGrpSpPr/>
          <p:nvPr/>
        </p:nvGrpSpPr>
        <p:grpSpPr>
          <a:xfrm>
            <a:off x="179496" y="260634"/>
            <a:ext cx="8409800" cy="4681547"/>
            <a:chOff x="179496" y="260634"/>
            <a:chExt cx="8409800" cy="4681547"/>
          </a:xfrm>
        </p:grpSpPr>
        <p:sp>
          <p:nvSpPr>
            <p:cNvPr id="1113" name="Google Shape;1113;p32"/>
            <p:cNvSpPr/>
            <p:nvPr/>
          </p:nvSpPr>
          <p:spPr>
            <a:xfrm rot="3504313">
              <a:off x="7138681" y="1111420"/>
              <a:ext cx="56745" cy="123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4" name="Google Shape;1114;p32"/>
            <p:cNvSpPr/>
            <p:nvPr/>
          </p:nvSpPr>
          <p:spPr>
            <a:xfrm rot="3522601">
              <a:off x="3163435" y="24974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5" name="Google Shape;1115;p32"/>
            <p:cNvSpPr/>
            <p:nvPr/>
          </p:nvSpPr>
          <p:spPr>
            <a:xfrm rot="-7695014">
              <a:off x="8435031" y="4508711"/>
              <a:ext cx="151481" cy="7431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6" name="Google Shape;1116;p32"/>
            <p:cNvSpPr/>
            <p:nvPr/>
          </p:nvSpPr>
          <p:spPr>
            <a:xfrm rot="-6299935">
              <a:off x="407062" y="4530301"/>
              <a:ext cx="66877" cy="145229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7" name="Google Shape;1117;p32"/>
            <p:cNvSpPr/>
            <p:nvPr/>
          </p:nvSpPr>
          <p:spPr>
            <a:xfrm rot="3522601">
              <a:off x="326635" y="2423128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8" name="Google Shape;1118;p32"/>
            <p:cNvSpPr/>
            <p:nvPr/>
          </p:nvSpPr>
          <p:spPr>
            <a:xfrm rot="-3223923">
              <a:off x="3914395" y="48212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9" name="Google Shape;1119;p32"/>
            <p:cNvSpPr/>
            <p:nvPr/>
          </p:nvSpPr>
          <p:spPr>
            <a:xfrm rot="-275899">
              <a:off x="5519784" y="465803"/>
              <a:ext cx="57301" cy="147209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0" name="Google Shape;1120;p32"/>
            <p:cNvSpPr/>
            <p:nvPr/>
          </p:nvSpPr>
          <p:spPr>
            <a:xfrm rot="-2695393">
              <a:off x="221011" y="39175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1" name="Google Shape;1121;p32"/>
            <p:cNvSpPr/>
            <p:nvPr/>
          </p:nvSpPr>
          <p:spPr>
            <a:xfrm rot="3267499">
              <a:off x="8477337" y="3450164"/>
              <a:ext cx="66875" cy="145226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22" name="Google Shape;1122;p32"/>
          <p:cNvSpPr txBox="1"/>
          <p:nvPr>
            <p:ph type="subTitle" idx="1"/>
          </p:nvPr>
        </p:nvSpPr>
        <p:spPr>
          <a:xfrm>
            <a:off x="781800" y="1940675"/>
            <a:ext cx="2477400" cy="807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123" name="Google Shape;1123;p32"/>
          <p:cNvSpPr txBox="1"/>
          <p:nvPr>
            <p:ph type="subTitle" idx="2"/>
          </p:nvPr>
        </p:nvSpPr>
        <p:spPr>
          <a:xfrm>
            <a:off x="781800" y="1449825"/>
            <a:ext cx="2477400" cy="4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43434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5" name="Google Shape;1125;p33"/>
          <p:cNvGrpSpPr/>
          <p:nvPr/>
        </p:nvGrpSpPr>
        <p:grpSpPr>
          <a:xfrm flipH="1">
            <a:off x="324915" y="216904"/>
            <a:ext cx="8522867" cy="4569761"/>
            <a:chOff x="292830" y="216904"/>
            <a:chExt cx="8522867" cy="4569761"/>
          </a:xfrm>
        </p:grpSpPr>
        <p:sp>
          <p:nvSpPr>
            <p:cNvPr id="1126" name="Google Shape;1126;p33"/>
            <p:cNvSpPr/>
            <p:nvPr/>
          </p:nvSpPr>
          <p:spPr>
            <a:xfrm rot="2115196">
              <a:off x="7446434" y="219482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7" name="Google Shape;1127;p33"/>
            <p:cNvSpPr/>
            <p:nvPr/>
          </p:nvSpPr>
          <p:spPr>
            <a:xfrm rot="3277097">
              <a:off x="8583483" y="3054495"/>
              <a:ext cx="56744" cy="123224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8" name="Google Shape;1128;p33"/>
            <p:cNvSpPr/>
            <p:nvPr/>
          </p:nvSpPr>
          <p:spPr>
            <a:xfrm rot="-9378507">
              <a:off x="3621968" y="1378161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9" name="Google Shape;1129;p33"/>
            <p:cNvSpPr/>
            <p:nvPr/>
          </p:nvSpPr>
          <p:spPr>
            <a:xfrm rot="3574462">
              <a:off x="8583470" y="4434208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0" name="Google Shape;1130;p33"/>
            <p:cNvSpPr/>
            <p:nvPr/>
          </p:nvSpPr>
          <p:spPr>
            <a:xfrm rot="1625383">
              <a:off x="5801404" y="2795160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1" name="Google Shape;1131;p33"/>
            <p:cNvSpPr/>
            <p:nvPr/>
          </p:nvSpPr>
          <p:spPr>
            <a:xfrm rot="-10168024">
              <a:off x="2724634" y="1692967"/>
              <a:ext cx="57300" cy="147207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2" name="Google Shape;1132;p33"/>
            <p:cNvSpPr/>
            <p:nvPr/>
          </p:nvSpPr>
          <p:spPr>
            <a:xfrm rot="8481412">
              <a:off x="676274" y="1558763"/>
              <a:ext cx="66876" cy="145228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3" name="Google Shape;1133;p33"/>
            <p:cNvSpPr/>
            <p:nvPr/>
          </p:nvSpPr>
          <p:spPr>
            <a:xfrm rot="-6529139">
              <a:off x="276694" y="3221536"/>
              <a:ext cx="151480" cy="7431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4" name="Google Shape;1134;p33"/>
            <p:cNvSpPr/>
            <p:nvPr/>
          </p:nvSpPr>
          <p:spPr>
            <a:xfrm rot="3522601">
              <a:off x="3190372" y="27530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5" name="Google Shape;1135;p33"/>
            <p:cNvSpPr/>
            <p:nvPr/>
          </p:nvSpPr>
          <p:spPr>
            <a:xfrm rot="-3266906">
              <a:off x="5841360" y="1764194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6" name="Google Shape;1136;p33"/>
            <p:cNvSpPr/>
            <p:nvPr/>
          </p:nvSpPr>
          <p:spPr>
            <a:xfrm rot="3522601">
              <a:off x="531835" y="465790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7" name="Google Shape;1137;p33"/>
            <p:cNvSpPr/>
            <p:nvPr/>
          </p:nvSpPr>
          <p:spPr>
            <a:xfrm rot="1867268">
              <a:off x="749324" y="4531489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8" name="Google Shape;1138;p33"/>
            <p:cNvSpPr/>
            <p:nvPr/>
          </p:nvSpPr>
          <p:spPr>
            <a:xfrm rot="-2342076">
              <a:off x="8718435" y="1416552"/>
              <a:ext cx="57301" cy="147211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9" name="Google Shape;1139;p33"/>
            <p:cNvSpPr/>
            <p:nvPr/>
          </p:nvSpPr>
          <p:spPr>
            <a:xfrm rot="-3266906">
              <a:off x="2724907" y="46661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0" name="Google Shape;1140;p33"/>
            <p:cNvSpPr/>
            <p:nvPr/>
          </p:nvSpPr>
          <p:spPr>
            <a:xfrm rot="3522601">
              <a:off x="4253260" y="442221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1" name="Google Shape;1141;p33"/>
            <p:cNvSpPr/>
            <p:nvPr/>
          </p:nvSpPr>
          <p:spPr>
            <a:xfrm rot="-2695393">
              <a:off x="6006723" y="453147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42" name="Google Shape;1142;p33"/>
          <p:cNvGrpSpPr/>
          <p:nvPr/>
        </p:nvGrpSpPr>
        <p:grpSpPr>
          <a:xfrm>
            <a:off x="-409931" y="4436254"/>
            <a:ext cx="2772971" cy="1062579"/>
            <a:chOff x="5871870" y="4293873"/>
            <a:chExt cx="3598457" cy="1378898"/>
          </a:xfrm>
        </p:grpSpPr>
        <p:sp>
          <p:nvSpPr>
            <p:cNvPr id="1143" name="Google Shape;1143;p33"/>
            <p:cNvSpPr/>
            <p:nvPr/>
          </p:nvSpPr>
          <p:spPr>
            <a:xfrm rot="10800000" flipH="1">
              <a:off x="5871870" y="4293873"/>
              <a:ext cx="3598453" cy="1378898"/>
            </a:xfrm>
            <a:custGeom>
              <a:avLst/>
              <a:gdLst/>
              <a:ahLst/>
              <a:cxnLst/>
              <a:rect l="l" t="t" r="r" b="b"/>
              <a:pathLst>
                <a:path w="19074" h="7309" extrusionOk="0">
                  <a:moveTo>
                    <a:pt x="14216" y="14"/>
                  </a:moveTo>
                  <a:cubicBezTo>
                    <a:pt x="13596" y="14"/>
                    <a:pt x="12976" y="28"/>
                    <a:pt x="12356" y="46"/>
                  </a:cubicBezTo>
                  <a:cubicBezTo>
                    <a:pt x="10259" y="90"/>
                    <a:pt x="8163" y="161"/>
                    <a:pt x="6066" y="269"/>
                  </a:cubicBezTo>
                  <a:cubicBezTo>
                    <a:pt x="5023" y="322"/>
                    <a:pt x="3970" y="376"/>
                    <a:pt x="2926" y="447"/>
                  </a:cubicBezTo>
                  <a:cubicBezTo>
                    <a:pt x="1624" y="527"/>
                    <a:pt x="0" y="545"/>
                    <a:pt x="295" y="2329"/>
                  </a:cubicBezTo>
                  <a:cubicBezTo>
                    <a:pt x="348" y="2659"/>
                    <a:pt x="571" y="2981"/>
                    <a:pt x="901" y="3052"/>
                  </a:cubicBezTo>
                  <a:cubicBezTo>
                    <a:pt x="973" y="3070"/>
                    <a:pt x="1044" y="3070"/>
                    <a:pt x="1106" y="3114"/>
                  </a:cubicBezTo>
                  <a:cubicBezTo>
                    <a:pt x="1222" y="3195"/>
                    <a:pt x="1213" y="3364"/>
                    <a:pt x="1204" y="3507"/>
                  </a:cubicBezTo>
                  <a:cubicBezTo>
                    <a:pt x="1142" y="4096"/>
                    <a:pt x="1204" y="4738"/>
                    <a:pt x="1570" y="5202"/>
                  </a:cubicBezTo>
                  <a:cubicBezTo>
                    <a:pt x="1804" y="5504"/>
                    <a:pt x="2193" y="5693"/>
                    <a:pt x="2565" y="5693"/>
                  </a:cubicBezTo>
                  <a:cubicBezTo>
                    <a:pt x="2776" y="5693"/>
                    <a:pt x="2981" y="5632"/>
                    <a:pt x="3149" y="5496"/>
                  </a:cubicBezTo>
                  <a:cubicBezTo>
                    <a:pt x="3363" y="5318"/>
                    <a:pt x="3479" y="5059"/>
                    <a:pt x="3640" y="4836"/>
                  </a:cubicBezTo>
                  <a:cubicBezTo>
                    <a:pt x="3797" y="4618"/>
                    <a:pt x="4023" y="4408"/>
                    <a:pt x="4292" y="4408"/>
                  </a:cubicBezTo>
                  <a:cubicBezTo>
                    <a:pt x="4298" y="4408"/>
                    <a:pt x="4303" y="4408"/>
                    <a:pt x="4309" y="4408"/>
                  </a:cubicBezTo>
                  <a:cubicBezTo>
                    <a:pt x="4621" y="4426"/>
                    <a:pt x="4853" y="4720"/>
                    <a:pt x="4933" y="5023"/>
                  </a:cubicBezTo>
                  <a:cubicBezTo>
                    <a:pt x="5014" y="5327"/>
                    <a:pt x="4996" y="5648"/>
                    <a:pt x="5058" y="5951"/>
                  </a:cubicBezTo>
                  <a:cubicBezTo>
                    <a:pt x="5201" y="6611"/>
                    <a:pt x="5763" y="7156"/>
                    <a:pt x="6423" y="7280"/>
                  </a:cubicBezTo>
                  <a:cubicBezTo>
                    <a:pt x="6522" y="7299"/>
                    <a:pt x="6623" y="7308"/>
                    <a:pt x="6723" y="7308"/>
                  </a:cubicBezTo>
                  <a:cubicBezTo>
                    <a:pt x="7290" y="7308"/>
                    <a:pt x="7853" y="7018"/>
                    <a:pt x="8172" y="6540"/>
                  </a:cubicBezTo>
                  <a:cubicBezTo>
                    <a:pt x="8261" y="6397"/>
                    <a:pt x="8341" y="6237"/>
                    <a:pt x="8475" y="6139"/>
                  </a:cubicBezTo>
                  <a:cubicBezTo>
                    <a:pt x="8546" y="6082"/>
                    <a:pt x="8641" y="6048"/>
                    <a:pt x="8731" y="6048"/>
                  </a:cubicBezTo>
                  <a:cubicBezTo>
                    <a:pt x="8812" y="6048"/>
                    <a:pt x="8888" y="6075"/>
                    <a:pt x="8939" y="6139"/>
                  </a:cubicBezTo>
                  <a:cubicBezTo>
                    <a:pt x="8993" y="6219"/>
                    <a:pt x="9001" y="6317"/>
                    <a:pt x="9037" y="6406"/>
                  </a:cubicBezTo>
                  <a:cubicBezTo>
                    <a:pt x="9114" y="6603"/>
                    <a:pt x="9322" y="6703"/>
                    <a:pt x="9535" y="6703"/>
                  </a:cubicBezTo>
                  <a:cubicBezTo>
                    <a:pt x="9669" y="6703"/>
                    <a:pt x="9805" y="6664"/>
                    <a:pt x="9911" y="6585"/>
                  </a:cubicBezTo>
                  <a:cubicBezTo>
                    <a:pt x="10188" y="6379"/>
                    <a:pt x="10286" y="6014"/>
                    <a:pt x="10295" y="5666"/>
                  </a:cubicBezTo>
                  <a:cubicBezTo>
                    <a:pt x="10295" y="5327"/>
                    <a:pt x="10224" y="4988"/>
                    <a:pt x="10215" y="4640"/>
                  </a:cubicBezTo>
                  <a:cubicBezTo>
                    <a:pt x="10215" y="4256"/>
                    <a:pt x="10366" y="3855"/>
                    <a:pt x="10670" y="3614"/>
                  </a:cubicBezTo>
                  <a:cubicBezTo>
                    <a:pt x="10799" y="3515"/>
                    <a:pt x="10944" y="3462"/>
                    <a:pt x="11075" y="3462"/>
                  </a:cubicBezTo>
                  <a:cubicBezTo>
                    <a:pt x="11287" y="3462"/>
                    <a:pt x="11466" y="3600"/>
                    <a:pt x="11499" y="3908"/>
                  </a:cubicBezTo>
                  <a:cubicBezTo>
                    <a:pt x="11526" y="4140"/>
                    <a:pt x="11455" y="4390"/>
                    <a:pt x="11508" y="4631"/>
                  </a:cubicBezTo>
                  <a:cubicBezTo>
                    <a:pt x="11562" y="4899"/>
                    <a:pt x="11776" y="5139"/>
                    <a:pt x="12044" y="5211"/>
                  </a:cubicBezTo>
                  <a:cubicBezTo>
                    <a:pt x="12109" y="5231"/>
                    <a:pt x="12178" y="5240"/>
                    <a:pt x="12247" y="5240"/>
                  </a:cubicBezTo>
                  <a:cubicBezTo>
                    <a:pt x="12457" y="5240"/>
                    <a:pt x="12670" y="5151"/>
                    <a:pt x="12811" y="4997"/>
                  </a:cubicBezTo>
                  <a:lnTo>
                    <a:pt x="12811" y="4997"/>
                  </a:lnTo>
                  <a:cubicBezTo>
                    <a:pt x="12748" y="5443"/>
                    <a:pt x="13034" y="5907"/>
                    <a:pt x="13453" y="6058"/>
                  </a:cubicBezTo>
                  <a:cubicBezTo>
                    <a:pt x="13552" y="6091"/>
                    <a:pt x="13656" y="6107"/>
                    <a:pt x="13760" y="6107"/>
                  </a:cubicBezTo>
                  <a:cubicBezTo>
                    <a:pt x="14102" y="6107"/>
                    <a:pt x="14444" y="5934"/>
                    <a:pt x="14622" y="5639"/>
                  </a:cubicBezTo>
                  <a:cubicBezTo>
                    <a:pt x="14943" y="5104"/>
                    <a:pt x="14729" y="4328"/>
                    <a:pt x="15148" y="3864"/>
                  </a:cubicBezTo>
                  <a:cubicBezTo>
                    <a:pt x="15225" y="3779"/>
                    <a:pt x="15336" y="3707"/>
                    <a:pt x="15452" y="3707"/>
                  </a:cubicBezTo>
                  <a:cubicBezTo>
                    <a:pt x="15469" y="3707"/>
                    <a:pt x="15487" y="3708"/>
                    <a:pt x="15505" y="3712"/>
                  </a:cubicBezTo>
                  <a:cubicBezTo>
                    <a:pt x="15737" y="3757"/>
                    <a:pt x="15790" y="4060"/>
                    <a:pt x="15781" y="4301"/>
                  </a:cubicBezTo>
                  <a:cubicBezTo>
                    <a:pt x="15746" y="4818"/>
                    <a:pt x="15639" y="5327"/>
                    <a:pt x="15683" y="5844"/>
                  </a:cubicBezTo>
                  <a:cubicBezTo>
                    <a:pt x="15728" y="6353"/>
                    <a:pt x="15978" y="6897"/>
                    <a:pt x="16451" y="7093"/>
                  </a:cubicBezTo>
                  <a:cubicBezTo>
                    <a:pt x="16566" y="7142"/>
                    <a:pt x="16687" y="7164"/>
                    <a:pt x="16808" y="7164"/>
                  </a:cubicBezTo>
                  <a:cubicBezTo>
                    <a:pt x="17329" y="7164"/>
                    <a:pt x="17850" y="6746"/>
                    <a:pt x="17958" y="6210"/>
                  </a:cubicBezTo>
                  <a:cubicBezTo>
                    <a:pt x="18038" y="5773"/>
                    <a:pt x="17896" y="5327"/>
                    <a:pt x="17807" y="4890"/>
                  </a:cubicBezTo>
                  <a:cubicBezTo>
                    <a:pt x="17717" y="4452"/>
                    <a:pt x="17691" y="3953"/>
                    <a:pt x="17967" y="3605"/>
                  </a:cubicBezTo>
                  <a:cubicBezTo>
                    <a:pt x="18190" y="3748"/>
                    <a:pt x="18146" y="4185"/>
                    <a:pt x="18413" y="4221"/>
                  </a:cubicBezTo>
                  <a:cubicBezTo>
                    <a:pt x="18421" y="4221"/>
                    <a:pt x="18428" y="4222"/>
                    <a:pt x="18436" y="4222"/>
                  </a:cubicBezTo>
                  <a:cubicBezTo>
                    <a:pt x="18501" y="4222"/>
                    <a:pt x="18571" y="4189"/>
                    <a:pt x="18627" y="4149"/>
                  </a:cubicBezTo>
                  <a:cubicBezTo>
                    <a:pt x="18877" y="3962"/>
                    <a:pt x="18939" y="3614"/>
                    <a:pt x="18913" y="3302"/>
                  </a:cubicBezTo>
                  <a:cubicBezTo>
                    <a:pt x="18886" y="2998"/>
                    <a:pt x="18797" y="2695"/>
                    <a:pt x="18806" y="2383"/>
                  </a:cubicBezTo>
                  <a:cubicBezTo>
                    <a:pt x="18806" y="2088"/>
                    <a:pt x="18904" y="1803"/>
                    <a:pt x="18931" y="1517"/>
                  </a:cubicBezTo>
                  <a:cubicBezTo>
                    <a:pt x="19073" y="1"/>
                    <a:pt x="17066" y="126"/>
                    <a:pt x="16076" y="63"/>
                  </a:cubicBezTo>
                  <a:cubicBezTo>
                    <a:pt x="15456" y="28"/>
                    <a:pt x="14836" y="14"/>
                    <a:pt x="14216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4" name="Google Shape;1144;p33"/>
            <p:cNvSpPr/>
            <p:nvPr/>
          </p:nvSpPr>
          <p:spPr>
            <a:xfrm rot="-10578739">
              <a:off x="6108296" y="4829629"/>
              <a:ext cx="1925183" cy="433439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rgbClr val="694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5" name="Google Shape;1145;p33"/>
            <p:cNvSpPr/>
            <p:nvPr/>
          </p:nvSpPr>
          <p:spPr>
            <a:xfrm rot="-10640538" flipH="1">
              <a:off x="7536144" y="4890444"/>
              <a:ext cx="1925170" cy="433436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rgbClr val="694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46" name="Google Shape;1146;p33"/>
          <p:cNvGrpSpPr/>
          <p:nvPr/>
        </p:nvGrpSpPr>
        <p:grpSpPr>
          <a:xfrm>
            <a:off x="7657302" y="-1014331"/>
            <a:ext cx="3013652" cy="3107450"/>
            <a:chOff x="1120850" y="1643725"/>
            <a:chExt cx="578325" cy="596325"/>
          </a:xfrm>
        </p:grpSpPr>
        <p:sp>
          <p:nvSpPr>
            <p:cNvPr id="1147" name="Google Shape;1147;p33"/>
            <p:cNvSpPr/>
            <p:nvPr/>
          </p:nvSpPr>
          <p:spPr>
            <a:xfrm>
              <a:off x="1120850" y="1643725"/>
              <a:ext cx="578325" cy="596325"/>
            </a:xfrm>
            <a:custGeom>
              <a:avLst/>
              <a:gdLst/>
              <a:ahLst/>
              <a:cxnLst/>
              <a:rect l="l" t="t" r="r" b="b"/>
              <a:pathLst>
                <a:path w="23133" h="23853" extrusionOk="0">
                  <a:moveTo>
                    <a:pt x="9957" y="1"/>
                  </a:moveTo>
                  <a:cubicBezTo>
                    <a:pt x="8344" y="1"/>
                    <a:pt x="5686" y="285"/>
                    <a:pt x="3917" y="622"/>
                  </a:cubicBezTo>
                  <a:cubicBezTo>
                    <a:pt x="2579" y="881"/>
                    <a:pt x="3239" y="2050"/>
                    <a:pt x="2668" y="2755"/>
                  </a:cubicBezTo>
                  <a:cubicBezTo>
                    <a:pt x="2106" y="3459"/>
                    <a:pt x="1339" y="3477"/>
                    <a:pt x="848" y="4235"/>
                  </a:cubicBezTo>
                  <a:cubicBezTo>
                    <a:pt x="116" y="5377"/>
                    <a:pt x="63" y="6805"/>
                    <a:pt x="27" y="8161"/>
                  </a:cubicBezTo>
                  <a:cubicBezTo>
                    <a:pt x="0" y="8928"/>
                    <a:pt x="224" y="9972"/>
                    <a:pt x="991" y="9981"/>
                  </a:cubicBezTo>
                  <a:cubicBezTo>
                    <a:pt x="994" y="9981"/>
                    <a:pt x="998" y="9981"/>
                    <a:pt x="1001" y="9981"/>
                  </a:cubicBezTo>
                  <a:cubicBezTo>
                    <a:pt x="1725" y="9981"/>
                    <a:pt x="1999" y="9058"/>
                    <a:pt x="2106" y="8339"/>
                  </a:cubicBezTo>
                  <a:cubicBezTo>
                    <a:pt x="2204" y="7684"/>
                    <a:pt x="2588" y="6864"/>
                    <a:pt x="3188" y="6864"/>
                  </a:cubicBezTo>
                  <a:cubicBezTo>
                    <a:pt x="3242" y="6864"/>
                    <a:pt x="3297" y="6871"/>
                    <a:pt x="3355" y="6885"/>
                  </a:cubicBezTo>
                  <a:cubicBezTo>
                    <a:pt x="3970" y="7037"/>
                    <a:pt x="4060" y="7840"/>
                    <a:pt x="4095" y="8464"/>
                  </a:cubicBezTo>
                  <a:cubicBezTo>
                    <a:pt x="4120" y="9048"/>
                    <a:pt x="4426" y="9795"/>
                    <a:pt x="4962" y="9795"/>
                  </a:cubicBezTo>
                  <a:cubicBezTo>
                    <a:pt x="4999" y="9795"/>
                    <a:pt x="5037" y="9792"/>
                    <a:pt x="5077" y="9784"/>
                  </a:cubicBezTo>
                  <a:cubicBezTo>
                    <a:pt x="5371" y="9731"/>
                    <a:pt x="5576" y="9463"/>
                    <a:pt x="5844" y="9320"/>
                  </a:cubicBezTo>
                  <a:cubicBezTo>
                    <a:pt x="5986" y="9246"/>
                    <a:pt x="6140" y="9212"/>
                    <a:pt x="6296" y="9212"/>
                  </a:cubicBezTo>
                  <a:cubicBezTo>
                    <a:pt x="6718" y="9212"/>
                    <a:pt x="7156" y="9457"/>
                    <a:pt x="7423" y="9802"/>
                  </a:cubicBezTo>
                  <a:cubicBezTo>
                    <a:pt x="7789" y="10275"/>
                    <a:pt x="7913" y="10882"/>
                    <a:pt x="8021" y="11470"/>
                  </a:cubicBezTo>
                  <a:cubicBezTo>
                    <a:pt x="8208" y="12416"/>
                    <a:pt x="8395" y="13362"/>
                    <a:pt x="8574" y="14307"/>
                  </a:cubicBezTo>
                  <a:cubicBezTo>
                    <a:pt x="8663" y="14771"/>
                    <a:pt x="8788" y="15280"/>
                    <a:pt x="9189" y="15512"/>
                  </a:cubicBezTo>
                  <a:cubicBezTo>
                    <a:pt x="9323" y="15590"/>
                    <a:pt x="9462" y="15625"/>
                    <a:pt x="9602" y="15625"/>
                  </a:cubicBezTo>
                  <a:cubicBezTo>
                    <a:pt x="10161" y="15625"/>
                    <a:pt x="10725" y="15064"/>
                    <a:pt x="10947" y="14486"/>
                  </a:cubicBezTo>
                  <a:cubicBezTo>
                    <a:pt x="11214" y="13763"/>
                    <a:pt x="11036" y="12532"/>
                    <a:pt x="11785" y="12345"/>
                  </a:cubicBezTo>
                  <a:cubicBezTo>
                    <a:pt x="11840" y="12331"/>
                    <a:pt x="11893" y="12325"/>
                    <a:pt x="11944" y="12325"/>
                  </a:cubicBezTo>
                  <a:cubicBezTo>
                    <a:pt x="12752" y="12325"/>
                    <a:pt x="13183" y="13899"/>
                    <a:pt x="13141" y="14780"/>
                  </a:cubicBezTo>
                  <a:cubicBezTo>
                    <a:pt x="12990" y="17589"/>
                    <a:pt x="12414" y="23853"/>
                    <a:pt x="14299" y="23853"/>
                  </a:cubicBezTo>
                  <a:cubicBezTo>
                    <a:pt x="14305" y="23853"/>
                    <a:pt x="14312" y="23853"/>
                    <a:pt x="14319" y="23853"/>
                  </a:cubicBezTo>
                  <a:cubicBezTo>
                    <a:pt x="16692" y="23781"/>
                    <a:pt x="13730" y="15717"/>
                    <a:pt x="15773" y="12354"/>
                  </a:cubicBezTo>
                  <a:cubicBezTo>
                    <a:pt x="15951" y="12050"/>
                    <a:pt x="16647" y="11444"/>
                    <a:pt x="16986" y="11337"/>
                  </a:cubicBezTo>
                  <a:cubicBezTo>
                    <a:pt x="17032" y="11323"/>
                    <a:pt x="17074" y="11316"/>
                    <a:pt x="17113" y="11316"/>
                  </a:cubicBezTo>
                  <a:cubicBezTo>
                    <a:pt x="17549" y="11316"/>
                    <a:pt x="17621" y="12116"/>
                    <a:pt x="18128" y="12247"/>
                  </a:cubicBezTo>
                  <a:cubicBezTo>
                    <a:pt x="18163" y="12255"/>
                    <a:pt x="18196" y="12259"/>
                    <a:pt x="18226" y="12259"/>
                  </a:cubicBezTo>
                  <a:cubicBezTo>
                    <a:pt x="18779" y="12259"/>
                    <a:pt x="18706" y="10953"/>
                    <a:pt x="19145" y="10480"/>
                  </a:cubicBezTo>
                  <a:cubicBezTo>
                    <a:pt x="19545" y="10050"/>
                    <a:pt x="20110" y="9732"/>
                    <a:pt x="20686" y="9732"/>
                  </a:cubicBezTo>
                  <a:cubicBezTo>
                    <a:pt x="20779" y="9732"/>
                    <a:pt x="20872" y="9740"/>
                    <a:pt x="20965" y="9758"/>
                  </a:cubicBezTo>
                  <a:cubicBezTo>
                    <a:pt x="21313" y="9815"/>
                    <a:pt x="21705" y="9983"/>
                    <a:pt x="22036" y="9983"/>
                  </a:cubicBezTo>
                  <a:cubicBezTo>
                    <a:pt x="22214" y="9983"/>
                    <a:pt x="22374" y="9934"/>
                    <a:pt x="22499" y="9793"/>
                  </a:cubicBezTo>
                  <a:cubicBezTo>
                    <a:pt x="22606" y="9668"/>
                    <a:pt x="22660" y="9508"/>
                    <a:pt x="22696" y="9347"/>
                  </a:cubicBezTo>
                  <a:cubicBezTo>
                    <a:pt x="23133" y="7349"/>
                    <a:pt x="22027" y="5119"/>
                    <a:pt x="20171" y="4262"/>
                  </a:cubicBezTo>
                  <a:cubicBezTo>
                    <a:pt x="19493" y="3950"/>
                    <a:pt x="18672" y="3754"/>
                    <a:pt x="18324" y="3094"/>
                  </a:cubicBezTo>
                  <a:cubicBezTo>
                    <a:pt x="18066" y="2612"/>
                    <a:pt x="18155" y="2023"/>
                    <a:pt x="18083" y="1479"/>
                  </a:cubicBezTo>
                  <a:cubicBezTo>
                    <a:pt x="18009" y="971"/>
                    <a:pt x="17654" y="408"/>
                    <a:pt x="17164" y="408"/>
                  </a:cubicBezTo>
                  <a:cubicBezTo>
                    <a:pt x="17129" y="408"/>
                    <a:pt x="17094" y="411"/>
                    <a:pt x="17058" y="417"/>
                  </a:cubicBezTo>
                  <a:cubicBezTo>
                    <a:pt x="17058" y="417"/>
                    <a:pt x="11892" y="60"/>
                    <a:pt x="10340" y="7"/>
                  </a:cubicBezTo>
                  <a:cubicBezTo>
                    <a:pt x="10220" y="3"/>
                    <a:pt x="10092" y="1"/>
                    <a:pt x="9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8" name="Google Shape;1148;p33"/>
            <p:cNvSpPr/>
            <p:nvPr/>
          </p:nvSpPr>
          <p:spPr>
            <a:xfrm>
              <a:off x="1415025" y="1715025"/>
              <a:ext cx="28800" cy="22325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9" name="Google Shape;1149;p33"/>
            <p:cNvSpPr/>
            <p:nvPr/>
          </p:nvSpPr>
          <p:spPr>
            <a:xfrm>
              <a:off x="1456725" y="1728625"/>
              <a:ext cx="20100" cy="15650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0" name="Google Shape;1150;p33"/>
            <p:cNvSpPr/>
            <p:nvPr/>
          </p:nvSpPr>
          <p:spPr>
            <a:xfrm>
              <a:off x="1435325" y="1758750"/>
              <a:ext cx="19650" cy="15175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1" name="Google Shape;1151;p33"/>
            <p:cNvSpPr/>
            <p:nvPr/>
          </p:nvSpPr>
          <p:spPr>
            <a:xfrm>
              <a:off x="1386475" y="1763425"/>
              <a:ext cx="16300" cy="1275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2" name="Google Shape;1152;p33"/>
            <p:cNvSpPr/>
            <p:nvPr/>
          </p:nvSpPr>
          <p:spPr>
            <a:xfrm>
              <a:off x="1488400" y="1799100"/>
              <a:ext cx="18975" cy="14525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3" name="Google Shape;1153;p33"/>
            <p:cNvSpPr/>
            <p:nvPr/>
          </p:nvSpPr>
          <p:spPr>
            <a:xfrm>
              <a:off x="1524750" y="1733325"/>
              <a:ext cx="12075" cy="9375"/>
            </a:xfrm>
            <a:custGeom>
              <a:avLst/>
              <a:gdLst/>
              <a:ahLst/>
              <a:cxnLst/>
              <a:rect l="l" t="t" r="r" b="b"/>
              <a:pathLst>
                <a:path w="483" h="375" extrusionOk="0">
                  <a:moveTo>
                    <a:pt x="241" y="0"/>
                  </a:moveTo>
                  <a:cubicBezTo>
                    <a:pt x="1" y="0"/>
                    <a:pt x="1" y="375"/>
                    <a:pt x="241" y="375"/>
                  </a:cubicBezTo>
                  <a:cubicBezTo>
                    <a:pt x="482" y="375"/>
                    <a:pt x="482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4" name="Google Shape;1154;p33"/>
            <p:cNvSpPr/>
            <p:nvPr/>
          </p:nvSpPr>
          <p:spPr>
            <a:xfrm>
              <a:off x="1123075" y="1744550"/>
              <a:ext cx="541325" cy="159375"/>
            </a:xfrm>
            <a:custGeom>
              <a:avLst/>
              <a:gdLst/>
              <a:ahLst/>
              <a:cxnLst/>
              <a:rect l="l" t="t" r="r" b="b"/>
              <a:pathLst>
                <a:path w="21653" h="6375" extrusionOk="0">
                  <a:moveTo>
                    <a:pt x="3331" y="0"/>
                  </a:moveTo>
                  <a:cubicBezTo>
                    <a:pt x="2868" y="0"/>
                    <a:pt x="2391" y="178"/>
                    <a:pt x="2035" y="470"/>
                  </a:cubicBezTo>
                  <a:cubicBezTo>
                    <a:pt x="1499" y="907"/>
                    <a:pt x="1241" y="1514"/>
                    <a:pt x="920" y="2112"/>
                  </a:cubicBezTo>
                  <a:cubicBezTo>
                    <a:pt x="857" y="2236"/>
                    <a:pt x="786" y="2451"/>
                    <a:pt x="670" y="2522"/>
                  </a:cubicBezTo>
                  <a:lnTo>
                    <a:pt x="152" y="2504"/>
                  </a:lnTo>
                  <a:cubicBezTo>
                    <a:pt x="117" y="2451"/>
                    <a:pt x="81" y="2406"/>
                    <a:pt x="45" y="2352"/>
                  </a:cubicBezTo>
                  <a:cubicBezTo>
                    <a:pt x="27" y="2504"/>
                    <a:pt x="10" y="2665"/>
                    <a:pt x="1" y="2825"/>
                  </a:cubicBezTo>
                  <a:cubicBezTo>
                    <a:pt x="81" y="2879"/>
                    <a:pt x="170" y="2914"/>
                    <a:pt x="286" y="2941"/>
                  </a:cubicBezTo>
                  <a:cubicBezTo>
                    <a:pt x="341" y="2955"/>
                    <a:pt x="394" y="2961"/>
                    <a:pt x="444" y="2961"/>
                  </a:cubicBezTo>
                  <a:cubicBezTo>
                    <a:pt x="760" y="2961"/>
                    <a:pt x="982" y="2712"/>
                    <a:pt x="1152" y="2451"/>
                  </a:cubicBezTo>
                  <a:cubicBezTo>
                    <a:pt x="1606" y="1719"/>
                    <a:pt x="1865" y="827"/>
                    <a:pt x="2739" y="488"/>
                  </a:cubicBezTo>
                  <a:cubicBezTo>
                    <a:pt x="2926" y="417"/>
                    <a:pt x="3116" y="378"/>
                    <a:pt x="3301" y="378"/>
                  </a:cubicBezTo>
                  <a:cubicBezTo>
                    <a:pt x="3602" y="378"/>
                    <a:pt x="3890" y="482"/>
                    <a:pt x="4122" y="720"/>
                  </a:cubicBezTo>
                  <a:cubicBezTo>
                    <a:pt x="4408" y="1023"/>
                    <a:pt x="4452" y="1416"/>
                    <a:pt x="4559" y="1799"/>
                  </a:cubicBezTo>
                  <a:cubicBezTo>
                    <a:pt x="4684" y="2290"/>
                    <a:pt x="4836" y="2798"/>
                    <a:pt x="5327" y="3030"/>
                  </a:cubicBezTo>
                  <a:cubicBezTo>
                    <a:pt x="5500" y="3117"/>
                    <a:pt x="5689" y="3156"/>
                    <a:pt x="5879" y="3156"/>
                  </a:cubicBezTo>
                  <a:cubicBezTo>
                    <a:pt x="6156" y="3156"/>
                    <a:pt x="6435" y="3074"/>
                    <a:pt x="6674" y="2941"/>
                  </a:cubicBezTo>
                  <a:cubicBezTo>
                    <a:pt x="6959" y="2790"/>
                    <a:pt x="7200" y="2558"/>
                    <a:pt x="7423" y="2326"/>
                  </a:cubicBezTo>
                  <a:cubicBezTo>
                    <a:pt x="7708" y="2022"/>
                    <a:pt x="7655" y="1978"/>
                    <a:pt x="8128" y="1942"/>
                  </a:cubicBezTo>
                  <a:cubicBezTo>
                    <a:pt x="8175" y="1937"/>
                    <a:pt x="8219" y="1935"/>
                    <a:pt x="8260" y="1935"/>
                  </a:cubicBezTo>
                  <a:cubicBezTo>
                    <a:pt x="8676" y="1935"/>
                    <a:pt x="8790" y="2178"/>
                    <a:pt x="8993" y="2584"/>
                  </a:cubicBezTo>
                  <a:cubicBezTo>
                    <a:pt x="9484" y="3601"/>
                    <a:pt x="9314" y="5725"/>
                    <a:pt x="10519" y="6269"/>
                  </a:cubicBezTo>
                  <a:cubicBezTo>
                    <a:pt x="10682" y="6342"/>
                    <a:pt x="10829" y="6374"/>
                    <a:pt x="10963" y="6374"/>
                  </a:cubicBezTo>
                  <a:cubicBezTo>
                    <a:pt x="11962" y="6374"/>
                    <a:pt x="12243" y="4566"/>
                    <a:pt x="12856" y="4047"/>
                  </a:cubicBezTo>
                  <a:cubicBezTo>
                    <a:pt x="13079" y="3861"/>
                    <a:pt x="13289" y="3784"/>
                    <a:pt x="13489" y="3784"/>
                  </a:cubicBezTo>
                  <a:cubicBezTo>
                    <a:pt x="14450" y="3784"/>
                    <a:pt x="15201" y="5552"/>
                    <a:pt x="16197" y="5552"/>
                  </a:cubicBezTo>
                  <a:cubicBezTo>
                    <a:pt x="16398" y="5552"/>
                    <a:pt x="16610" y="5479"/>
                    <a:pt x="16835" y="5305"/>
                  </a:cubicBezTo>
                  <a:cubicBezTo>
                    <a:pt x="17227" y="5002"/>
                    <a:pt x="17218" y="4502"/>
                    <a:pt x="17325" y="4065"/>
                  </a:cubicBezTo>
                  <a:cubicBezTo>
                    <a:pt x="17450" y="3557"/>
                    <a:pt x="17718" y="3173"/>
                    <a:pt x="18244" y="3030"/>
                  </a:cubicBezTo>
                  <a:cubicBezTo>
                    <a:pt x="18349" y="3002"/>
                    <a:pt x="18448" y="2989"/>
                    <a:pt x="18544" y="2989"/>
                  </a:cubicBezTo>
                  <a:cubicBezTo>
                    <a:pt x="18954" y="2989"/>
                    <a:pt x="19294" y="3224"/>
                    <a:pt x="19663" y="3441"/>
                  </a:cubicBezTo>
                  <a:cubicBezTo>
                    <a:pt x="19945" y="3607"/>
                    <a:pt x="20306" y="3773"/>
                    <a:pt x="20650" y="3773"/>
                  </a:cubicBezTo>
                  <a:cubicBezTo>
                    <a:pt x="20861" y="3773"/>
                    <a:pt x="21066" y="3710"/>
                    <a:pt x="21242" y="3548"/>
                  </a:cubicBezTo>
                  <a:cubicBezTo>
                    <a:pt x="21652" y="3182"/>
                    <a:pt x="21500" y="2486"/>
                    <a:pt x="21429" y="2013"/>
                  </a:cubicBezTo>
                  <a:cubicBezTo>
                    <a:pt x="21376" y="1666"/>
                    <a:pt x="21304" y="1327"/>
                    <a:pt x="21206" y="996"/>
                  </a:cubicBezTo>
                  <a:cubicBezTo>
                    <a:pt x="21028" y="827"/>
                    <a:pt x="20840" y="684"/>
                    <a:pt x="20635" y="541"/>
                  </a:cubicBezTo>
                  <a:lnTo>
                    <a:pt x="20635" y="541"/>
                  </a:lnTo>
                  <a:cubicBezTo>
                    <a:pt x="20778" y="898"/>
                    <a:pt x="20894" y="1273"/>
                    <a:pt x="20974" y="1657"/>
                  </a:cubicBezTo>
                  <a:cubicBezTo>
                    <a:pt x="21045" y="1969"/>
                    <a:pt x="21188" y="2433"/>
                    <a:pt x="21117" y="2754"/>
                  </a:cubicBezTo>
                  <a:cubicBezTo>
                    <a:pt x="21027" y="3192"/>
                    <a:pt x="20815" y="3353"/>
                    <a:pt x="20549" y="3353"/>
                  </a:cubicBezTo>
                  <a:cubicBezTo>
                    <a:pt x="20338" y="3353"/>
                    <a:pt x="20094" y="3252"/>
                    <a:pt x="19850" y="3111"/>
                  </a:cubicBezTo>
                  <a:cubicBezTo>
                    <a:pt x="19436" y="2871"/>
                    <a:pt x="19061" y="2615"/>
                    <a:pt x="18581" y="2615"/>
                  </a:cubicBezTo>
                  <a:cubicBezTo>
                    <a:pt x="18544" y="2615"/>
                    <a:pt x="18506" y="2617"/>
                    <a:pt x="18467" y="2620"/>
                  </a:cubicBezTo>
                  <a:cubicBezTo>
                    <a:pt x="18084" y="2647"/>
                    <a:pt x="17709" y="2816"/>
                    <a:pt x="17432" y="3075"/>
                  </a:cubicBezTo>
                  <a:cubicBezTo>
                    <a:pt x="17004" y="3485"/>
                    <a:pt x="17058" y="3931"/>
                    <a:pt x="16888" y="4449"/>
                  </a:cubicBezTo>
                  <a:cubicBezTo>
                    <a:pt x="16720" y="4958"/>
                    <a:pt x="16482" y="5142"/>
                    <a:pt x="16221" y="5142"/>
                  </a:cubicBezTo>
                  <a:cubicBezTo>
                    <a:pt x="15697" y="5142"/>
                    <a:pt x="15078" y="4396"/>
                    <a:pt x="14738" y="4056"/>
                  </a:cubicBezTo>
                  <a:cubicBezTo>
                    <a:pt x="14399" y="3726"/>
                    <a:pt x="13989" y="3405"/>
                    <a:pt x="13489" y="3405"/>
                  </a:cubicBezTo>
                  <a:cubicBezTo>
                    <a:pt x="13034" y="3405"/>
                    <a:pt x="12651" y="3691"/>
                    <a:pt x="12374" y="4030"/>
                  </a:cubicBezTo>
                  <a:cubicBezTo>
                    <a:pt x="12029" y="4455"/>
                    <a:pt x="11648" y="5954"/>
                    <a:pt x="10894" y="5954"/>
                  </a:cubicBezTo>
                  <a:cubicBezTo>
                    <a:pt x="10810" y="5954"/>
                    <a:pt x="10720" y="5935"/>
                    <a:pt x="10626" y="5894"/>
                  </a:cubicBezTo>
                  <a:cubicBezTo>
                    <a:pt x="10019" y="5626"/>
                    <a:pt x="9921" y="4485"/>
                    <a:pt x="9796" y="3923"/>
                  </a:cubicBezTo>
                  <a:cubicBezTo>
                    <a:pt x="9671" y="3334"/>
                    <a:pt x="9528" y="2727"/>
                    <a:pt x="9225" y="2192"/>
                  </a:cubicBezTo>
                  <a:cubicBezTo>
                    <a:pt x="9002" y="1826"/>
                    <a:pt x="8654" y="1327"/>
                    <a:pt x="8181" y="1309"/>
                  </a:cubicBezTo>
                  <a:cubicBezTo>
                    <a:pt x="8172" y="1308"/>
                    <a:pt x="8164" y="1308"/>
                    <a:pt x="8155" y="1308"/>
                  </a:cubicBezTo>
                  <a:cubicBezTo>
                    <a:pt x="7698" y="1308"/>
                    <a:pt x="7427" y="1760"/>
                    <a:pt x="7155" y="2049"/>
                  </a:cubicBezTo>
                  <a:cubicBezTo>
                    <a:pt x="6797" y="2427"/>
                    <a:pt x="6302" y="2720"/>
                    <a:pt x="5864" y="2720"/>
                  </a:cubicBezTo>
                  <a:cubicBezTo>
                    <a:pt x="5493" y="2720"/>
                    <a:pt x="5163" y="2512"/>
                    <a:pt x="4988" y="1969"/>
                  </a:cubicBezTo>
                  <a:cubicBezTo>
                    <a:pt x="4836" y="1487"/>
                    <a:pt x="4818" y="961"/>
                    <a:pt x="4497" y="541"/>
                  </a:cubicBezTo>
                  <a:cubicBezTo>
                    <a:pt x="4201" y="162"/>
                    <a:pt x="3772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6" name="Google Shape;1156;p34"/>
          <p:cNvGrpSpPr/>
          <p:nvPr/>
        </p:nvGrpSpPr>
        <p:grpSpPr>
          <a:xfrm rot="10800000" flipH="1">
            <a:off x="4879023" y="-474650"/>
            <a:ext cx="4321927" cy="1208351"/>
            <a:chOff x="5165748" y="4147547"/>
            <a:chExt cx="4321927" cy="1208351"/>
          </a:xfrm>
        </p:grpSpPr>
        <p:sp>
          <p:nvSpPr>
            <p:cNvPr id="1157" name="Google Shape;1157;p34"/>
            <p:cNvSpPr/>
            <p:nvPr/>
          </p:nvSpPr>
          <p:spPr>
            <a:xfrm rot="10800000">
              <a:off x="5165748" y="4147547"/>
              <a:ext cx="4321927" cy="1208351"/>
            </a:xfrm>
            <a:custGeom>
              <a:avLst/>
              <a:gdLst/>
              <a:ahLst/>
              <a:cxnLst/>
              <a:rect l="l" t="t" r="r" b="b"/>
              <a:pathLst>
                <a:path w="19663" h="6405" extrusionOk="0">
                  <a:moveTo>
                    <a:pt x="15799" y="0"/>
                  </a:moveTo>
                  <a:cubicBezTo>
                    <a:pt x="14930" y="0"/>
                    <a:pt x="14048" y="589"/>
                    <a:pt x="13212" y="812"/>
                  </a:cubicBezTo>
                  <a:cubicBezTo>
                    <a:pt x="12864" y="905"/>
                    <a:pt x="12513" y="943"/>
                    <a:pt x="12160" y="943"/>
                  </a:cubicBezTo>
                  <a:cubicBezTo>
                    <a:pt x="10715" y="943"/>
                    <a:pt x="9235" y="318"/>
                    <a:pt x="7772" y="318"/>
                  </a:cubicBezTo>
                  <a:cubicBezTo>
                    <a:pt x="7530" y="318"/>
                    <a:pt x="7289" y="336"/>
                    <a:pt x="7048" y="375"/>
                  </a:cubicBezTo>
                  <a:cubicBezTo>
                    <a:pt x="6660" y="444"/>
                    <a:pt x="6281" y="563"/>
                    <a:pt x="5886" y="563"/>
                  </a:cubicBezTo>
                  <a:cubicBezTo>
                    <a:pt x="5872" y="563"/>
                    <a:pt x="5858" y="563"/>
                    <a:pt x="5844" y="563"/>
                  </a:cubicBezTo>
                  <a:cubicBezTo>
                    <a:pt x="5288" y="550"/>
                    <a:pt x="4709" y="284"/>
                    <a:pt x="4175" y="284"/>
                  </a:cubicBezTo>
                  <a:cubicBezTo>
                    <a:pt x="3971" y="284"/>
                    <a:pt x="3774" y="323"/>
                    <a:pt x="3587" y="429"/>
                  </a:cubicBezTo>
                  <a:cubicBezTo>
                    <a:pt x="3444" y="509"/>
                    <a:pt x="3319" y="616"/>
                    <a:pt x="3167" y="661"/>
                  </a:cubicBezTo>
                  <a:cubicBezTo>
                    <a:pt x="3094" y="682"/>
                    <a:pt x="3019" y="690"/>
                    <a:pt x="2941" y="690"/>
                  </a:cubicBezTo>
                  <a:cubicBezTo>
                    <a:pt x="2593" y="690"/>
                    <a:pt x="2206" y="519"/>
                    <a:pt x="1846" y="519"/>
                  </a:cubicBezTo>
                  <a:cubicBezTo>
                    <a:pt x="1668" y="519"/>
                    <a:pt x="1496" y="561"/>
                    <a:pt x="1338" y="688"/>
                  </a:cubicBezTo>
                  <a:cubicBezTo>
                    <a:pt x="1187" y="812"/>
                    <a:pt x="1071" y="991"/>
                    <a:pt x="883" y="1044"/>
                  </a:cubicBezTo>
                  <a:cubicBezTo>
                    <a:pt x="842" y="1055"/>
                    <a:pt x="799" y="1057"/>
                    <a:pt x="756" y="1057"/>
                  </a:cubicBezTo>
                  <a:cubicBezTo>
                    <a:pt x="721" y="1057"/>
                    <a:pt x="686" y="1056"/>
                    <a:pt x="651" y="1056"/>
                  </a:cubicBezTo>
                  <a:cubicBezTo>
                    <a:pt x="618" y="1056"/>
                    <a:pt x="585" y="1057"/>
                    <a:pt x="553" y="1062"/>
                  </a:cubicBezTo>
                  <a:cubicBezTo>
                    <a:pt x="268" y="1098"/>
                    <a:pt x="63" y="1392"/>
                    <a:pt x="27" y="1687"/>
                  </a:cubicBezTo>
                  <a:cubicBezTo>
                    <a:pt x="0" y="1981"/>
                    <a:pt x="107" y="2275"/>
                    <a:pt x="250" y="2534"/>
                  </a:cubicBezTo>
                  <a:cubicBezTo>
                    <a:pt x="535" y="3080"/>
                    <a:pt x="1051" y="3574"/>
                    <a:pt x="1628" y="3574"/>
                  </a:cubicBezTo>
                  <a:cubicBezTo>
                    <a:pt x="1682" y="3574"/>
                    <a:pt x="1738" y="3569"/>
                    <a:pt x="1793" y="3560"/>
                  </a:cubicBezTo>
                  <a:cubicBezTo>
                    <a:pt x="2025" y="3524"/>
                    <a:pt x="2239" y="3408"/>
                    <a:pt x="2462" y="3337"/>
                  </a:cubicBezTo>
                  <a:cubicBezTo>
                    <a:pt x="2635" y="3288"/>
                    <a:pt x="2809" y="3268"/>
                    <a:pt x="2985" y="3268"/>
                  </a:cubicBezTo>
                  <a:cubicBezTo>
                    <a:pt x="3537" y="3268"/>
                    <a:pt x="4102" y="3459"/>
                    <a:pt x="4657" y="3507"/>
                  </a:cubicBezTo>
                  <a:cubicBezTo>
                    <a:pt x="4746" y="3514"/>
                    <a:pt x="4836" y="3517"/>
                    <a:pt x="4925" y="3517"/>
                  </a:cubicBezTo>
                  <a:cubicBezTo>
                    <a:pt x="6130" y="3517"/>
                    <a:pt x="7329" y="2921"/>
                    <a:pt x="8502" y="2921"/>
                  </a:cubicBezTo>
                  <a:cubicBezTo>
                    <a:pt x="8786" y="2921"/>
                    <a:pt x="9069" y="2956"/>
                    <a:pt x="9350" y="3043"/>
                  </a:cubicBezTo>
                  <a:cubicBezTo>
                    <a:pt x="9813" y="3185"/>
                    <a:pt x="10393" y="3373"/>
                    <a:pt x="10822" y="3551"/>
                  </a:cubicBezTo>
                  <a:cubicBezTo>
                    <a:pt x="11294" y="3756"/>
                    <a:pt x="11384" y="4086"/>
                    <a:pt x="11223" y="4595"/>
                  </a:cubicBezTo>
                  <a:cubicBezTo>
                    <a:pt x="11143" y="4871"/>
                    <a:pt x="11036" y="5157"/>
                    <a:pt x="11125" y="5434"/>
                  </a:cubicBezTo>
                  <a:cubicBezTo>
                    <a:pt x="11204" y="5665"/>
                    <a:pt x="11444" y="5804"/>
                    <a:pt x="11680" y="5804"/>
                  </a:cubicBezTo>
                  <a:cubicBezTo>
                    <a:pt x="11817" y="5804"/>
                    <a:pt x="11951" y="5758"/>
                    <a:pt x="12053" y="5657"/>
                  </a:cubicBezTo>
                  <a:cubicBezTo>
                    <a:pt x="12293" y="5416"/>
                    <a:pt x="12276" y="5023"/>
                    <a:pt x="12204" y="4684"/>
                  </a:cubicBezTo>
                  <a:cubicBezTo>
                    <a:pt x="12124" y="4309"/>
                    <a:pt x="11928" y="3872"/>
                    <a:pt x="12035" y="3498"/>
                  </a:cubicBezTo>
                  <a:cubicBezTo>
                    <a:pt x="12169" y="3061"/>
                    <a:pt x="12731" y="2686"/>
                    <a:pt x="13114" y="2543"/>
                  </a:cubicBezTo>
                  <a:cubicBezTo>
                    <a:pt x="13328" y="2465"/>
                    <a:pt x="13554" y="2426"/>
                    <a:pt x="13779" y="2426"/>
                  </a:cubicBezTo>
                  <a:cubicBezTo>
                    <a:pt x="14120" y="2426"/>
                    <a:pt x="14461" y="2514"/>
                    <a:pt x="14756" y="2686"/>
                  </a:cubicBezTo>
                  <a:cubicBezTo>
                    <a:pt x="15014" y="2837"/>
                    <a:pt x="15246" y="3061"/>
                    <a:pt x="15344" y="3355"/>
                  </a:cubicBezTo>
                  <a:cubicBezTo>
                    <a:pt x="15478" y="3810"/>
                    <a:pt x="15246" y="4283"/>
                    <a:pt x="15095" y="4738"/>
                  </a:cubicBezTo>
                  <a:cubicBezTo>
                    <a:pt x="14970" y="5086"/>
                    <a:pt x="14889" y="5478"/>
                    <a:pt x="15005" y="5835"/>
                  </a:cubicBezTo>
                  <a:cubicBezTo>
                    <a:pt x="15107" y="6147"/>
                    <a:pt x="15393" y="6405"/>
                    <a:pt x="15701" y="6405"/>
                  </a:cubicBezTo>
                  <a:cubicBezTo>
                    <a:pt x="15746" y="6405"/>
                    <a:pt x="15790" y="6399"/>
                    <a:pt x="15835" y="6388"/>
                  </a:cubicBezTo>
                  <a:cubicBezTo>
                    <a:pt x="16210" y="6290"/>
                    <a:pt x="16397" y="5817"/>
                    <a:pt x="16388" y="5407"/>
                  </a:cubicBezTo>
                  <a:cubicBezTo>
                    <a:pt x="16388" y="4996"/>
                    <a:pt x="16272" y="4586"/>
                    <a:pt x="16317" y="4185"/>
                  </a:cubicBezTo>
                  <a:cubicBezTo>
                    <a:pt x="16379" y="3583"/>
                    <a:pt x="16671" y="3442"/>
                    <a:pt x="17037" y="3442"/>
                  </a:cubicBezTo>
                  <a:cubicBezTo>
                    <a:pt x="17360" y="3442"/>
                    <a:pt x="17739" y="3551"/>
                    <a:pt x="18068" y="3551"/>
                  </a:cubicBezTo>
                  <a:cubicBezTo>
                    <a:pt x="18119" y="3551"/>
                    <a:pt x="18169" y="3548"/>
                    <a:pt x="18217" y="3542"/>
                  </a:cubicBezTo>
                  <a:cubicBezTo>
                    <a:pt x="18654" y="3489"/>
                    <a:pt x="19020" y="3069"/>
                    <a:pt x="19038" y="2614"/>
                  </a:cubicBezTo>
                  <a:cubicBezTo>
                    <a:pt x="19038" y="2445"/>
                    <a:pt x="19011" y="2267"/>
                    <a:pt x="19091" y="2124"/>
                  </a:cubicBezTo>
                  <a:cubicBezTo>
                    <a:pt x="19145" y="2026"/>
                    <a:pt x="19243" y="1963"/>
                    <a:pt x="19323" y="1892"/>
                  </a:cubicBezTo>
                  <a:cubicBezTo>
                    <a:pt x="19662" y="1553"/>
                    <a:pt x="19537" y="902"/>
                    <a:pt x="19154" y="616"/>
                  </a:cubicBezTo>
                  <a:cubicBezTo>
                    <a:pt x="18952" y="462"/>
                    <a:pt x="18703" y="397"/>
                    <a:pt x="18449" y="397"/>
                  </a:cubicBezTo>
                  <a:cubicBezTo>
                    <a:pt x="18231" y="397"/>
                    <a:pt x="18008" y="445"/>
                    <a:pt x="17807" y="527"/>
                  </a:cubicBezTo>
                  <a:cubicBezTo>
                    <a:pt x="17672" y="577"/>
                    <a:pt x="17538" y="644"/>
                    <a:pt x="17403" y="644"/>
                  </a:cubicBezTo>
                  <a:cubicBezTo>
                    <a:pt x="17395" y="644"/>
                    <a:pt x="17387" y="643"/>
                    <a:pt x="17378" y="643"/>
                  </a:cubicBezTo>
                  <a:cubicBezTo>
                    <a:pt x="17164" y="634"/>
                    <a:pt x="16995" y="465"/>
                    <a:pt x="16825" y="340"/>
                  </a:cubicBezTo>
                  <a:cubicBezTo>
                    <a:pt x="16488" y="93"/>
                    <a:pt x="16144" y="0"/>
                    <a:pt x="157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158" name="Google Shape;1158;p34"/>
            <p:cNvGrpSpPr/>
            <p:nvPr/>
          </p:nvGrpSpPr>
          <p:grpSpPr>
            <a:xfrm rot="10800000" flipH="1">
              <a:off x="7158932" y="4853341"/>
              <a:ext cx="1629157" cy="306928"/>
              <a:chOff x="6356635" y="162913"/>
              <a:chExt cx="1581091" cy="306928"/>
            </a:xfrm>
          </p:grpSpPr>
          <p:sp>
            <p:nvSpPr>
              <p:cNvPr id="1159" name="Google Shape;1159;p34"/>
              <p:cNvSpPr/>
              <p:nvPr/>
            </p:nvSpPr>
            <p:spPr>
              <a:xfrm flipH="1">
                <a:off x="7787649" y="162913"/>
                <a:ext cx="150077" cy="11633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893" extrusionOk="0">
                    <a:moveTo>
                      <a:pt x="571" y="1"/>
                    </a:moveTo>
                    <a:cubicBezTo>
                      <a:pt x="0" y="1"/>
                      <a:pt x="0" y="893"/>
                      <a:pt x="571" y="893"/>
                    </a:cubicBezTo>
                    <a:cubicBezTo>
                      <a:pt x="1151" y="893"/>
                      <a:pt x="1151" y="1"/>
                      <a:pt x="5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60" name="Google Shape;1160;p34"/>
              <p:cNvSpPr/>
              <p:nvPr/>
            </p:nvSpPr>
            <p:spPr>
              <a:xfrm flipH="1">
                <a:off x="7615686" y="233783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61" name="Google Shape;1161;p34"/>
              <p:cNvSpPr/>
              <p:nvPr/>
            </p:nvSpPr>
            <p:spPr>
              <a:xfrm flipH="1">
                <a:off x="7729547" y="390764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62" name="Google Shape;1162;p34"/>
              <p:cNvSpPr/>
              <p:nvPr/>
            </p:nvSpPr>
            <p:spPr>
              <a:xfrm flipH="1">
                <a:off x="6356635" y="338926"/>
                <a:ext cx="84939" cy="6644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510" extrusionOk="0">
                    <a:moveTo>
                      <a:pt x="331" y="1"/>
                    </a:moveTo>
                    <a:cubicBezTo>
                      <a:pt x="0" y="1"/>
                      <a:pt x="0" y="509"/>
                      <a:pt x="331" y="509"/>
                    </a:cubicBezTo>
                    <a:cubicBezTo>
                      <a:pt x="652" y="509"/>
                      <a:pt x="652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163" name="Google Shape;1163;p34"/>
          <p:cNvGrpSpPr/>
          <p:nvPr/>
        </p:nvGrpSpPr>
        <p:grpSpPr>
          <a:xfrm>
            <a:off x="264020" y="164939"/>
            <a:ext cx="8506244" cy="4276729"/>
            <a:chOff x="51134" y="164939"/>
            <a:chExt cx="8506244" cy="4276729"/>
          </a:xfrm>
        </p:grpSpPr>
        <p:sp>
          <p:nvSpPr>
            <p:cNvPr id="1164" name="Google Shape;1164;p34"/>
            <p:cNvSpPr/>
            <p:nvPr/>
          </p:nvSpPr>
          <p:spPr>
            <a:xfrm rot="-3266906">
              <a:off x="6025935" y="621682"/>
              <a:ext cx="48619" cy="124904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5" name="Google Shape;1165;p34"/>
            <p:cNvSpPr/>
            <p:nvPr/>
          </p:nvSpPr>
          <p:spPr>
            <a:xfrm rot="-3266906">
              <a:off x="8462382" y="12649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6" name="Google Shape;1166;p34"/>
            <p:cNvSpPr/>
            <p:nvPr/>
          </p:nvSpPr>
          <p:spPr>
            <a:xfrm rot="-3266906">
              <a:off x="7433316" y="1343297"/>
              <a:ext cx="128530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7" name="Google Shape;1167;p34"/>
            <p:cNvSpPr/>
            <p:nvPr/>
          </p:nvSpPr>
          <p:spPr>
            <a:xfrm rot="-3266906">
              <a:off x="97707" y="3950545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8" name="Google Shape;1168;p34"/>
            <p:cNvSpPr/>
            <p:nvPr/>
          </p:nvSpPr>
          <p:spPr>
            <a:xfrm rot="1625383">
              <a:off x="2849454" y="4347435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9" name="Google Shape;1169;p34"/>
            <p:cNvSpPr/>
            <p:nvPr/>
          </p:nvSpPr>
          <p:spPr>
            <a:xfrm rot="3522601">
              <a:off x="2972285" y="84021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0" name="Google Shape;1170;p34"/>
            <p:cNvSpPr/>
            <p:nvPr/>
          </p:nvSpPr>
          <p:spPr>
            <a:xfrm rot="-2695393">
              <a:off x="1537861" y="909177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1" name="Google Shape;1171;p34"/>
            <p:cNvSpPr/>
            <p:nvPr/>
          </p:nvSpPr>
          <p:spPr>
            <a:xfrm rot="-8488450">
              <a:off x="7205083" y="578475"/>
              <a:ext cx="151478" cy="74314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2" name="Google Shape;1172;p34"/>
            <p:cNvSpPr/>
            <p:nvPr/>
          </p:nvSpPr>
          <p:spPr>
            <a:xfrm rot="-1982461">
              <a:off x="8462109" y="3311291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3" name="Google Shape;1173;p34"/>
            <p:cNvSpPr/>
            <p:nvPr/>
          </p:nvSpPr>
          <p:spPr>
            <a:xfrm rot="2821290">
              <a:off x="4612135" y="714757"/>
              <a:ext cx="48619" cy="124905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4" name="Google Shape;1174;p34"/>
            <p:cNvSpPr/>
            <p:nvPr/>
          </p:nvSpPr>
          <p:spPr>
            <a:xfrm rot="3522601">
              <a:off x="8223985" y="4305353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5" name="Google Shape;1175;p34"/>
            <p:cNvSpPr/>
            <p:nvPr/>
          </p:nvSpPr>
          <p:spPr>
            <a:xfrm rot="-2695393">
              <a:off x="92648" y="257415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6" name="Google Shape;1176;p34"/>
            <p:cNvSpPr/>
            <p:nvPr/>
          </p:nvSpPr>
          <p:spPr>
            <a:xfrm rot="3522601">
              <a:off x="1163910" y="409966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7" name="Google Shape;1177;p34"/>
            <p:cNvSpPr/>
            <p:nvPr/>
          </p:nvSpPr>
          <p:spPr>
            <a:xfrm rot="3522601">
              <a:off x="5276535" y="4167615"/>
              <a:ext cx="57300" cy="147208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8" name="Google Shape;1178;p34"/>
            <p:cNvSpPr/>
            <p:nvPr/>
          </p:nvSpPr>
          <p:spPr>
            <a:xfrm rot="-2695393">
              <a:off x="8407611" y="167352"/>
              <a:ext cx="66876" cy="145227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79" name="Google Shape;1179;p34"/>
          <p:cNvGrpSpPr/>
          <p:nvPr/>
        </p:nvGrpSpPr>
        <p:grpSpPr>
          <a:xfrm flipH="1">
            <a:off x="-134175" y="4235977"/>
            <a:ext cx="9967003" cy="1593169"/>
            <a:chOff x="-479330" y="4235977"/>
            <a:chExt cx="9967003" cy="1593169"/>
          </a:xfrm>
        </p:grpSpPr>
        <p:sp>
          <p:nvSpPr>
            <p:cNvPr id="1180" name="Google Shape;1180;p34"/>
            <p:cNvSpPr/>
            <p:nvPr/>
          </p:nvSpPr>
          <p:spPr>
            <a:xfrm rot="10800000" flipH="1">
              <a:off x="2550525" y="4235977"/>
              <a:ext cx="3709572" cy="1208351"/>
            </a:xfrm>
            <a:custGeom>
              <a:avLst/>
              <a:gdLst/>
              <a:ahLst/>
              <a:cxnLst/>
              <a:rect l="l" t="t" r="r" b="b"/>
              <a:pathLst>
                <a:path w="19663" h="6405" extrusionOk="0">
                  <a:moveTo>
                    <a:pt x="15799" y="0"/>
                  </a:moveTo>
                  <a:cubicBezTo>
                    <a:pt x="14930" y="0"/>
                    <a:pt x="14048" y="589"/>
                    <a:pt x="13212" y="812"/>
                  </a:cubicBezTo>
                  <a:cubicBezTo>
                    <a:pt x="12864" y="905"/>
                    <a:pt x="12513" y="943"/>
                    <a:pt x="12160" y="943"/>
                  </a:cubicBezTo>
                  <a:cubicBezTo>
                    <a:pt x="10715" y="943"/>
                    <a:pt x="9235" y="318"/>
                    <a:pt x="7772" y="318"/>
                  </a:cubicBezTo>
                  <a:cubicBezTo>
                    <a:pt x="7530" y="318"/>
                    <a:pt x="7289" y="336"/>
                    <a:pt x="7048" y="375"/>
                  </a:cubicBezTo>
                  <a:cubicBezTo>
                    <a:pt x="6660" y="444"/>
                    <a:pt x="6281" y="563"/>
                    <a:pt x="5886" y="563"/>
                  </a:cubicBezTo>
                  <a:cubicBezTo>
                    <a:pt x="5872" y="563"/>
                    <a:pt x="5858" y="563"/>
                    <a:pt x="5844" y="563"/>
                  </a:cubicBezTo>
                  <a:cubicBezTo>
                    <a:pt x="5288" y="550"/>
                    <a:pt x="4709" y="284"/>
                    <a:pt x="4175" y="284"/>
                  </a:cubicBezTo>
                  <a:cubicBezTo>
                    <a:pt x="3971" y="284"/>
                    <a:pt x="3774" y="323"/>
                    <a:pt x="3587" y="429"/>
                  </a:cubicBezTo>
                  <a:cubicBezTo>
                    <a:pt x="3444" y="509"/>
                    <a:pt x="3319" y="616"/>
                    <a:pt x="3167" y="661"/>
                  </a:cubicBezTo>
                  <a:cubicBezTo>
                    <a:pt x="3094" y="682"/>
                    <a:pt x="3019" y="690"/>
                    <a:pt x="2941" y="690"/>
                  </a:cubicBezTo>
                  <a:cubicBezTo>
                    <a:pt x="2593" y="690"/>
                    <a:pt x="2206" y="519"/>
                    <a:pt x="1846" y="519"/>
                  </a:cubicBezTo>
                  <a:cubicBezTo>
                    <a:pt x="1668" y="519"/>
                    <a:pt x="1496" y="561"/>
                    <a:pt x="1338" y="688"/>
                  </a:cubicBezTo>
                  <a:cubicBezTo>
                    <a:pt x="1187" y="812"/>
                    <a:pt x="1071" y="991"/>
                    <a:pt x="883" y="1044"/>
                  </a:cubicBezTo>
                  <a:cubicBezTo>
                    <a:pt x="842" y="1055"/>
                    <a:pt x="799" y="1057"/>
                    <a:pt x="756" y="1057"/>
                  </a:cubicBezTo>
                  <a:cubicBezTo>
                    <a:pt x="721" y="1057"/>
                    <a:pt x="686" y="1056"/>
                    <a:pt x="651" y="1056"/>
                  </a:cubicBezTo>
                  <a:cubicBezTo>
                    <a:pt x="618" y="1056"/>
                    <a:pt x="585" y="1057"/>
                    <a:pt x="553" y="1062"/>
                  </a:cubicBezTo>
                  <a:cubicBezTo>
                    <a:pt x="268" y="1098"/>
                    <a:pt x="63" y="1392"/>
                    <a:pt x="27" y="1687"/>
                  </a:cubicBezTo>
                  <a:cubicBezTo>
                    <a:pt x="0" y="1981"/>
                    <a:pt x="107" y="2275"/>
                    <a:pt x="250" y="2534"/>
                  </a:cubicBezTo>
                  <a:cubicBezTo>
                    <a:pt x="535" y="3080"/>
                    <a:pt x="1051" y="3574"/>
                    <a:pt x="1628" y="3574"/>
                  </a:cubicBezTo>
                  <a:cubicBezTo>
                    <a:pt x="1682" y="3574"/>
                    <a:pt x="1738" y="3569"/>
                    <a:pt x="1793" y="3560"/>
                  </a:cubicBezTo>
                  <a:cubicBezTo>
                    <a:pt x="2025" y="3524"/>
                    <a:pt x="2239" y="3408"/>
                    <a:pt x="2462" y="3337"/>
                  </a:cubicBezTo>
                  <a:cubicBezTo>
                    <a:pt x="2635" y="3288"/>
                    <a:pt x="2809" y="3268"/>
                    <a:pt x="2985" y="3268"/>
                  </a:cubicBezTo>
                  <a:cubicBezTo>
                    <a:pt x="3537" y="3268"/>
                    <a:pt x="4102" y="3459"/>
                    <a:pt x="4657" y="3507"/>
                  </a:cubicBezTo>
                  <a:cubicBezTo>
                    <a:pt x="4746" y="3514"/>
                    <a:pt x="4836" y="3517"/>
                    <a:pt x="4925" y="3517"/>
                  </a:cubicBezTo>
                  <a:cubicBezTo>
                    <a:pt x="6130" y="3517"/>
                    <a:pt x="7329" y="2921"/>
                    <a:pt x="8502" y="2921"/>
                  </a:cubicBezTo>
                  <a:cubicBezTo>
                    <a:pt x="8786" y="2921"/>
                    <a:pt x="9069" y="2956"/>
                    <a:pt x="9350" y="3043"/>
                  </a:cubicBezTo>
                  <a:cubicBezTo>
                    <a:pt x="9813" y="3185"/>
                    <a:pt x="10393" y="3373"/>
                    <a:pt x="10822" y="3551"/>
                  </a:cubicBezTo>
                  <a:cubicBezTo>
                    <a:pt x="11294" y="3756"/>
                    <a:pt x="11384" y="4086"/>
                    <a:pt x="11223" y="4595"/>
                  </a:cubicBezTo>
                  <a:cubicBezTo>
                    <a:pt x="11143" y="4871"/>
                    <a:pt x="11036" y="5157"/>
                    <a:pt x="11125" y="5434"/>
                  </a:cubicBezTo>
                  <a:cubicBezTo>
                    <a:pt x="11204" y="5665"/>
                    <a:pt x="11444" y="5804"/>
                    <a:pt x="11680" y="5804"/>
                  </a:cubicBezTo>
                  <a:cubicBezTo>
                    <a:pt x="11817" y="5804"/>
                    <a:pt x="11951" y="5758"/>
                    <a:pt x="12053" y="5657"/>
                  </a:cubicBezTo>
                  <a:cubicBezTo>
                    <a:pt x="12293" y="5416"/>
                    <a:pt x="12276" y="5023"/>
                    <a:pt x="12204" y="4684"/>
                  </a:cubicBezTo>
                  <a:cubicBezTo>
                    <a:pt x="12124" y="4309"/>
                    <a:pt x="11928" y="3872"/>
                    <a:pt x="12035" y="3498"/>
                  </a:cubicBezTo>
                  <a:cubicBezTo>
                    <a:pt x="12169" y="3061"/>
                    <a:pt x="12731" y="2686"/>
                    <a:pt x="13114" y="2543"/>
                  </a:cubicBezTo>
                  <a:cubicBezTo>
                    <a:pt x="13328" y="2465"/>
                    <a:pt x="13554" y="2426"/>
                    <a:pt x="13779" y="2426"/>
                  </a:cubicBezTo>
                  <a:cubicBezTo>
                    <a:pt x="14120" y="2426"/>
                    <a:pt x="14461" y="2514"/>
                    <a:pt x="14756" y="2686"/>
                  </a:cubicBezTo>
                  <a:cubicBezTo>
                    <a:pt x="15014" y="2837"/>
                    <a:pt x="15246" y="3061"/>
                    <a:pt x="15344" y="3355"/>
                  </a:cubicBezTo>
                  <a:cubicBezTo>
                    <a:pt x="15478" y="3810"/>
                    <a:pt x="15246" y="4283"/>
                    <a:pt x="15095" y="4738"/>
                  </a:cubicBezTo>
                  <a:cubicBezTo>
                    <a:pt x="14970" y="5086"/>
                    <a:pt x="14889" y="5478"/>
                    <a:pt x="15005" y="5835"/>
                  </a:cubicBezTo>
                  <a:cubicBezTo>
                    <a:pt x="15107" y="6147"/>
                    <a:pt x="15393" y="6405"/>
                    <a:pt x="15701" y="6405"/>
                  </a:cubicBezTo>
                  <a:cubicBezTo>
                    <a:pt x="15746" y="6405"/>
                    <a:pt x="15790" y="6399"/>
                    <a:pt x="15835" y="6388"/>
                  </a:cubicBezTo>
                  <a:cubicBezTo>
                    <a:pt x="16210" y="6290"/>
                    <a:pt x="16397" y="5817"/>
                    <a:pt x="16388" y="5407"/>
                  </a:cubicBezTo>
                  <a:cubicBezTo>
                    <a:pt x="16388" y="4996"/>
                    <a:pt x="16272" y="4586"/>
                    <a:pt x="16317" y="4185"/>
                  </a:cubicBezTo>
                  <a:cubicBezTo>
                    <a:pt x="16379" y="3583"/>
                    <a:pt x="16671" y="3442"/>
                    <a:pt x="17037" y="3442"/>
                  </a:cubicBezTo>
                  <a:cubicBezTo>
                    <a:pt x="17360" y="3442"/>
                    <a:pt x="17739" y="3551"/>
                    <a:pt x="18068" y="3551"/>
                  </a:cubicBezTo>
                  <a:cubicBezTo>
                    <a:pt x="18119" y="3551"/>
                    <a:pt x="18169" y="3548"/>
                    <a:pt x="18217" y="3542"/>
                  </a:cubicBezTo>
                  <a:cubicBezTo>
                    <a:pt x="18654" y="3489"/>
                    <a:pt x="19020" y="3069"/>
                    <a:pt x="19038" y="2614"/>
                  </a:cubicBezTo>
                  <a:cubicBezTo>
                    <a:pt x="19038" y="2445"/>
                    <a:pt x="19011" y="2267"/>
                    <a:pt x="19091" y="2124"/>
                  </a:cubicBezTo>
                  <a:cubicBezTo>
                    <a:pt x="19145" y="2026"/>
                    <a:pt x="19243" y="1963"/>
                    <a:pt x="19323" y="1892"/>
                  </a:cubicBezTo>
                  <a:cubicBezTo>
                    <a:pt x="19662" y="1553"/>
                    <a:pt x="19537" y="902"/>
                    <a:pt x="19154" y="616"/>
                  </a:cubicBezTo>
                  <a:cubicBezTo>
                    <a:pt x="18952" y="462"/>
                    <a:pt x="18703" y="397"/>
                    <a:pt x="18449" y="397"/>
                  </a:cubicBezTo>
                  <a:cubicBezTo>
                    <a:pt x="18231" y="397"/>
                    <a:pt x="18008" y="445"/>
                    <a:pt x="17807" y="527"/>
                  </a:cubicBezTo>
                  <a:cubicBezTo>
                    <a:pt x="17672" y="577"/>
                    <a:pt x="17538" y="644"/>
                    <a:pt x="17403" y="644"/>
                  </a:cubicBezTo>
                  <a:cubicBezTo>
                    <a:pt x="17395" y="644"/>
                    <a:pt x="17387" y="643"/>
                    <a:pt x="17378" y="643"/>
                  </a:cubicBezTo>
                  <a:cubicBezTo>
                    <a:pt x="17164" y="634"/>
                    <a:pt x="16995" y="465"/>
                    <a:pt x="16825" y="340"/>
                  </a:cubicBezTo>
                  <a:cubicBezTo>
                    <a:pt x="16488" y="93"/>
                    <a:pt x="16144" y="0"/>
                    <a:pt x="157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1" name="Google Shape;1181;p34"/>
            <p:cNvSpPr/>
            <p:nvPr/>
          </p:nvSpPr>
          <p:spPr>
            <a:xfrm rot="10800000" flipH="1">
              <a:off x="5889220" y="4450248"/>
              <a:ext cx="3598453" cy="1378898"/>
            </a:xfrm>
            <a:custGeom>
              <a:avLst/>
              <a:gdLst/>
              <a:ahLst/>
              <a:cxnLst/>
              <a:rect l="l" t="t" r="r" b="b"/>
              <a:pathLst>
                <a:path w="19074" h="7309" extrusionOk="0">
                  <a:moveTo>
                    <a:pt x="14216" y="14"/>
                  </a:moveTo>
                  <a:cubicBezTo>
                    <a:pt x="13596" y="14"/>
                    <a:pt x="12976" y="28"/>
                    <a:pt x="12356" y="46"/>
                  </a:cubicBezTo>
                  <a:cubicBezTo>
                    <a:pt x="10259" y="90"/>
                    <a:pt x="8163" y="161"/>
                    <a:pt x="6066" y="269"/>
                  </a:cubicBezTo>
                  <a:cubicBezTo>
                    <a:pt x="5023" y="322"/>
                    <a:pt x="3970" y="376"/>
                    <a:pt x="2926" y="447"/>
                  </a:cubicBezTo>
                  <a:cubicBezTo>
                    <a:pt x="1624" y="527"/>
                    <a:pt x="0" y="545"/>
                    <a:pt x="295" y="2329"/>
                  </a:cubicBezTo>
                  <a:cubicBezTo>
                    <a:pt x="348" y="2659"/>
                    <a:pt x="571" y="2981"/>
                    <a:pt x="901" y="3052"/>
                  </a:cubicBezTo>
                  <a:cubicBezTo>
                    <a:pt x="973" y="3070"/>
                    <a:pt x="1044" y="3070"/>
                    <a:pt x="1106" y="3114"/>
                  </a:cubicBezTo>
                  <a:cubicBezTo>
                    <a:pt x="1222" y="3195"/>
                    <a:pt x="1213" y="3364"/>
                    <a:pt x="1204" y="3507"/>
                  </a:cubicBezTo>
                  <a:cubicBezTo>
                    <a:pt x="1142" y="4096"/>
                    <a:pt x="1204" y="4738"/>
                    <a:pt x="1570" y="5202"/>
                  </a:cubicBezTo>
                  <a:cubicBezTo>
                    <a:pt x="1804" y="5504"/>
                    <a:pt x="2193" y="5693"/>
                    <a:pt x="2565" y="5693"/>
                  </a:cubicBezTo>
                  <a:cubicBezTo>
                    <a:pt x="2776" y="5693"/>
                    <a:pt x="2981" y="5632"/>
                    <a:pt x="3149" y="5496"/>
                  </a:cubicBezTo>
                  <a:cubicBezTo>
                    <a:pt x="3363" y="5318"/>
                    <a:pt x="3479" y="5059"/>
                    <a:pt x="3640" y="4836"/>
                  </a:cubicBezTo>
                  <a:cubicBezTo>
                    <a:pt x="3797" y="4618"/>
                    <a:pt x="4023" y="4408"/>
                    <a:pt x="4292" y="4408"/>
                  </a:cubicBezTo>
                  <a:cubicBezTo>
                    <a:pt x="4298" y="4408"/>
                    <a:pt x="4303" y="4408"/>
                    <a:pt x="4309" y="4408"/>
                  </a:cubicBezTo>
                  <a:cubicBezTo>
                    <a:pt x="4621" y="4426"/>
                    <a:pt x="4853" y="4720"/>
                    <a:pt x="4933" y="5023"/>
                  </a:cubicBezTo>
                  <a:cubicBezTo>
                    <a:pt x="5014" y="5327"/>
                    <a:pt x="4996" y="5648"/>
                    <a:pt x="5058" y="5951"/>
                  </a:cubicBezTo>
                  <a:cubicBezTo>
                    <a:pt x="5201" y="6611"/>
                    <a:pt x="5763" y="7156"/>
                    <a:pt x="6423" y="7280"/>
                  </a:cubicBezTo>
                  <a:cubicBezTo>
                    <a:pt x="6522" y="7299"/>
                    <a:pt x="6623" y="7308"/>
                    <a:pt x="6723" y="7308"/>
                  </a:cubicBezTo>
                  <a:cubicBezTo>
                    <a:pt x="7290" y="7308"/>
                    <a:pt x="7853" y="7018"/>
                    <a:pt x="8172" y="6540"/>
                  </a:cubicBezTo>
                  <a:cubicBezTo>
                    <a:pt x="8261" y="6397"/>
                    <a:pt x="8341" y="6237"/>
                    <a:pt x="8475" y="6139"/>
                  </a:cubicBezTo>
                  <a:cubicBezTo>
                    <a:pt x="8546" y="6082"/>
                    <a:pt x="8641" y="6048"/>
                    <a:pt x="8731" y="6048"/>
                  </a:cubicBezTo>
                  <a:cubicBezTo>
                    <a:pt x="8812" y="6048"/>
                    <a:pt x="8888" y="6075"/>
                    <a:pt x="8939" y="6139"/>
                  </a:cubicBezTo>
                  <a:cubicBezTo>
                    <a:pt x="8993" y="6219"/>
                    <a:pt x="9001" y="6317"/>
                    <a:pt x="9037" y="6406"/>
                  </a:cubicBezTo>
                  <a:cubicBezTo>
                    <a:pt x="9114" y="6603"/>
                    <a:pt x="9322" y="6703"/>
                    <a:pt x="9535" y="6703"/>
                  </a:cubicBezTo>
                  <a:cubicBezTo>
                    <a:pt x="9669" y="6703"/>
                    <a:pt x="9805" y="6664"/>
                    <a:pt x="9911" y="6585"/>
                  </a:cubicBezTo>
                  <a:cubicBezTo>
                    <a:pt x="10188" y="6379"/>
                    <a:pt x="10286" y="6014"/>
                    <a:pt x="10295" y="5666"/>
                  </a:cubicBezTo>
                  <a:cubicBezTo>
                    <a:pt x="10295" y="5327"/>
                    <a:pt x="10224" y="4988"/>
                    <a:pt x="10215" y="4640"/>
                  </a:cubicBezTo>
                  <a:cubicBezTo>
                    <a:pt x="10215" y="4256"/>
                    <a:pt x="10366" y="3855"/>
                    <a:pt x="10670" y="3614"/>
                  </a:cubicBezTo>
                  <a:cubicBezTo>
                    <a:pt x="10799" y="3515"/>
                    <a:pt x="10944" y="3462"/>
                    <a:pt x="11075" y="3462"/>
                  </a:cubicBezTo>
                  <a:cubicBezTo>
                    <a:pt x="11287" y="3462"/>
                    <a:pt x="11466" y="3600"/>
                    <a:pt x="11499" y="3908"/>
                  </a:cubicBezTo>
                  <a:cubicBezTo>
                    <a:pt x="11526" y="4140"/>
                    <a:pt x="11455" y="4390"/>
                    <a:pt x="11508" y="4631"/>
                  </a:cubicBezTo>
                  <a:cubicBezTo>
                    <a:pt x="11562" y="4899"/>
                    <a:pt x="11776" y="5139"/>
                    <a:pt x="12044" y="5211"/>
                  </a:cubicBezTo>
                  <a:cubicBezTo>
                    <a:pt x="12109" y="5231"/>
                    <a:pt x="12178" y="5240"/>
                    <a:pt x="12247" y="5240"/>
                  </a:cubicBezTo>
                  <a:cubicBezTo>
                    <a:pt x="12457" y="5240"/>
                    <a:pt x="12670" y="5151"/>
                    <a:pt x="12811" y="4997"/>
                  </a:cubicBezTo>
                  <a:lnTo>
                    <a:pt x="12811" y="4997"/>
                  </a:lnTo>
                  <a:cubicBezTo>
                    <a:pt x="12748" y="5443"/>
                    <a:pt x="13034" y="5907"/>
                    <a:pt x="13453" y="6058"/>
                  </a:cubicBezTo>
                  <a:cubicBezTo>
                    <a:pt x="13552" y="6091"/>
                    <a:pt x="13656" y="6107"/>
                    <a:pt x="13760" y="6107"/>
                  </a:cubicBezTo>
                  <a:cubicBezTo>
                    <a:pt x="14102" y="6107"/>
                    <a:pt x="14444" y="5934"/>
                    <a:pt x="14622" y="5639"/>
                  </a:cubicBezTo>
                  <a:cubicBezTo>
                    <a:pt x="14943" y="5104"/>
                    <a:pt x="14729" y="4328"/>
                    <a:pt x="15148" y="3864"/>
                  </a:cubicBezTo>
                  <a:cubicBezTo>
                    <a:pt x="15225" y="3779"/>
                    <a:pt x="15336" y="3707"/>
                    <a:pt x="15452" y="3707"/>
                  </a:cubicBezTo>
                  <a:cubicBezTo>
                    <a:pt x="15469" y="3707"/>
                    <a:pt x="15487" y="3708"/>
                    <a:pt x="15505" y="3712"/>
                  </a:cubicBezTo>
                  <a:cubicBezTo>
                    <a:pt x="15737" y="3757"/>
                    <a:pt x="15790" y="4060"/>
                    <a:pt x="15781" y="4301"/>
                  </a:cubicBezTo>
                  <a:cubicBezTo>
                    <a:pt x="15746" y="4818"/>
                    <a:pt x="15639" y="5327"/>
                    <a:pt x="15683" y="5844"/>
                  </a:cubicBezTo>
                  <a:cubicBezTo>
                    <a:pt x="15728" y="6353"/>
                    <a:pt x="15978" y="6897"/>
                    <a:pt x="16451" y="7093"/>
                  </a:cubicBezTo>
                  <a:cubicBezTo>
                    <a:pt x="16566" y="7142"/>
                    <a:pt x="16687" y="7164"/>
                    <a:pt x="16808" y="7164"/>
                  </a:cubicBezTo>
                  <a:cubicBezTo>
                    <a:pt x="17329" y="7164"/>
                    <a:pt x="17850" y="6746"/>
                    <a:pt x="17958" y="6210"/>
                  </a:cubicBezTo>
                  <a:cubicBezTo>
                    <a:pt x="18038" y="5773"/>
                    <a:pt x="17896" y="5327"/>
                    <a:pt x="17807" y="4890"/>
                  </a:cubicBezTo>
                  <a:cubicBezTo>
                    <a:pt x="17717" y="4452"/>
                    <a:pt x="17691" y="3953"/>
                    <a:pt x="17967" y="3605"/>
                  </a:cubicBezTo>
                  <a:cubicBezTo>
                    <a:pt x="18190" y="3748"/>
                    <a:pt x="18146" y="4185"/>
                    <a:pt x="18413" y="4221"/>
                  </a:cubicBezTo>
                  <a:cubicBezTo>
                    <a:pt x="18421" y="4221"/>
                    <a:pt x="18428" y="4222"/>
                    <a:pt x="18436" y="4222"/>
                  </a:cubicBezTo>
                  <a:cubicBezTo>
                    <a:pt x="18501" y="4222"/>
                    <a:pt x="18571" y="4189"/>
                    <a:pt x="18627" y="4149"/>
                  </a:cubicBezTo>
                  <a:cubicBezTo>
                    <a:pt x="18877" y="3962"/>
                    <a:pt x="18939" y="3614"/>
                    <a:pt x="18913" y="3302"/>
                  </a:cubicBezTo>
                  <a:cubicBezTo>
                    <a:pt x="18886" y="2998"/>
                    <a:pt x="18797" y="2695"/>
                    <a:pt x="18806" y="2383"/>
                  </a:cubicBezTo>
                  <a:cubicBezTo>
                    <a:pt x="18806" y="2088"/>
                    <a:pt x="18904" y="1803"/>
                    <a:pt x="18931" y="1517"/>
                  </a:cubicBezTo>
                  <a:cubicBezTo>
                    <a:pt x="19073" y="1"/>
                    <a:pt x="17066" y="126"/>
                    <a:pt x="16076" y="63"/>
                  </a:cubicBezTo>
                  <a:cubicBezTo>
                    <a:pt x="15456" y="28"/>
                    <a:pt x="14836" y="14"/>
                    <a:pt x="14216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2" name="Google Shape;1182;p34"/>
            <p:cNvSpPr/>
            <p:nvPr/>
          </p:nvSpPr>
          <p:spPr>
            <a:xfrm rot="10800000" flipH="1">
              <a:off x="-479330" y="4450248"/>
              <a:ext cx="3598453" cy="1378898"/>
            </a:xfrm>
            <a:custGeom>
              <a:avLst/>
              <a:gdLst/>
              <a:ahLst/>
              <a:cxnLst/>
              <a:rect l="l" t="t" r="r" b="b"/>
              <a:pathLst>
                <a:path w="19074" h="7309" extrusionOk="0">
                  <a:moveTo>
                    <a:pt x="14216" y="14"/>
                  </a:moveTo>
                  <a:cubicBezTo>
                    <a:pt x="13596" y="14"/>
                    <a:pt x="12976" y="28"/>
                    <a:pt x="12356" y="46"/>
                  </a:cubicBezTo>
                  <a:cubicBezTo>
                    <a:pt x="10259" y="90"/>
                    <a:pt x="8163" y="161"/>
                    <a:pt x="6066" y="269"/>
                  </a:cubicBezTo>
                  <a:cubicBezTo>
                    <a:pt x="5023" y="322"/>
                    <a:pt x="3970" y="376"/>
                    <a:pt x="2926" y="447"/>
                  </a:cubicBezTo>
                  <a:cubicBezTo>
                    <a:pt x="1624" y="527"/>
                    <a:pt x="0" y="545"/>
                    <a:pt x="295" y="2329"/>
                  </a:cubicBezTo>
                  <a:cubicBezTo>
                    <a:pt x="348" y="2659"/>
                    <a:pt x="571" y="2981"/>
                    <a:pt x="901" y="3052"/>
                  </a:cubicBezTo>
                  <a:cubicBezTo>
                    <a:pt x="973" y="3070"/>
                    <a:pt x="1044" y="3070"/>
                    <a:pt x="1106" y="3114"/>
                  </a:cubicBezTo>
                  <a:cubicBezTo>
                    <a:pt x="1222" y="3195"/>
                    <a:pt x="1213" y="3364"/>
                    <a:pt x="1204" y="3507"/>
                  </a:cubicBezTo>
                  <a:cubicBezTo>
                    <a:pt x="1142" y="4096"/>
                    <a:pt x="1204" y="4738"/>
                    <a:pt x="1570" y="5202"/>
                  </a:cubicBezTo>
                  <a:cubicBezTo>
                    <a:pt x="1804" y="5504"/>
                    <a:pt x="2193" y="5693"/>
                    <a:pt x="2565" y="5693"/>
                  </a:cubicBezTo>
                  <a:cubicBezTo>
                    <a:pt x="2776" y="5693"/>
                    <a:pt x="2981" y="5632"/>
                    <a:pt x="3149" y="5496"/>
                  </a:cubicBezTo>
                  <a:cubicBezTo>
                    <a:pt x="3363" y="5318"/>
                    <a:pt x="3479" y="5059"/>
                    <a:pt x="3640" y="4836"/>
                  </a:cubicBezTo>
                  <a:cubicBezTo>
                    <a:pt x="3797" y="4618"/>
                    <a:pt x="4023" y="4408"/>
                    <a:pt x="4292" y="4408"/>
                  </a:cubicBezTo>
                  <a:cubicBezTo>
                    <a:pt x="4298" y="4408"/>
                    <a:pt x="4303" y="4408"/>
                    <a:pt x="4309" y="4408"/>
                  </a:cubicBezTo>
                  <a:cubicBezTo>
                    <a:pt x="4621" y="4426"/>
                    <a:pt x="4853" y="4720"/>
                    <a:pt x="4933" y="5023"/>
                  </a:cubicBezTo>
                  <a:cubicBezTo>
                    <a:pt x="5014" y="5327"/>
                    <a:pt x="4996" y="5648"/>
                    <a:pt x="5058" y="5951"/>
                  </a:cubicBezTo>
                  <a:cubicBezTo>
                    <a:pt x="5201" y="6611"/>
                    <a:pt x="5763" y="7156"/>
                    <a:pt x="6423" y="7280"/>
                  </a:cubicBezTo>
                  <a:cubicBezTo>
                    <a:pt x="6522" y="7299"/>
                    <a:pt x="6623" y="7308"/>
                    <a:pt x="6723" y="7308"/>
                  </a:cubicBezTo>
                  <a:cubicBezTo>
                    <a:pt x="7290" y="7308"/>
                    <a:pt x="7853" y="7018"/>
                    <a:pt x="8172" y="6540"/>
                  </a:cubicBezTo>
                  <a:cubicBezTo>
                    <a:pt x="8261" y="6397"/>
                    <a:pt x="8341" y="6237"/>
                    <a:pt x="8475" y="6139"/>
                  </a:cubicBezTo>
                  <a:cubicBezTo>
                    <a:pt x="8546" y="6082"/>
                    <a:pt x="8641" y="6048"/>
                    <a:pt x="8731" y="6048"/>
                  </a:cubicBezTo>
                  <a:cubicBezTo>
                    <a:pt x="8812" y="6048"/>
                    <a:pt x="8888" y="6075"/>
                    <a:pt x="8939" y="6139"/>
                  </a:cubicBezTo>
                  <a:cubicBezTo>
                    <a:pt x="8993" y="6219"/>
                    <a:pt x="9001" y="6317"/>
                    <a:pt x="9037" y="6406"/>
                  </a:cubicBezTo>
                  <a:cubicBezTo>
                    <a:pt x="9114" y="6603"/>
                    <a:pt x="9322" y="6703"/>
                    <a:pt x="9535" y="6703"/>
                  </a:cubicBezTo>
                  <a:cubicBezTo>
                    <a:pt x="9669" y="6703"/>
                    <a:pt x="9805" y="6664"/>
                    <a:pt x="9911" y="6585"/>
                  </a:cubicBezTo>
                  <a:cubicBezTo>
                    <a:pt x="10188" y="6379"/>
                    <a:pt x="10286" y="6014"/>
                    <a:pt x="10295" y="5666"/>
                  </a:cubicBezTo>
                  <a:cubicBezTo>
                    <a:pt x="10295" y="5327"/>
                    <a:pt x="10224" y="4988"/>
                    <a:pt x="10215" y="4640"/>
                  </a:cubicBezTo>
                  <a:cubicBezTo>
                    <a:pt x="10215" y="4256"/>
                    <a:pt x="10366" y="3855"/>
                    <a:pt x="10670" y="3614"/>
                  </a:cubicBezTo>
                  <a:cubicBezTo>
                    <a:pt x="10799" y="3515"/>
                    <a:pt x="10944" y="3462"/>
                    <a:pt x="11075" y="3462"/>
                  </a:cubicBezTo>
                  <a:cubicBezTo>
                    <a:pt x="11287" y="3462"/>
                    <a:pt x="11466" y="3600"/>
                    <a:pt x="11499" y="3908"/>
                  </a:cubicBezTo>
                  <a:cubicBezTo>
                    <a:pt x="11526" y="4140"/>
                    <a:pt x="11455" y="4390"/>
                    <a:pt x="11508" y="4631"/>
                  </a:cubicBezTo>
                  <a:cubicBezTo>
                    <a:pt x="11562" y="4899"/>
                    <a:pt x="11776" y="5139"/>
                    <a:pt x="12044" y="5211"/>
                  </a:cubicBezTo>
                  <a:cubicBezTo>
                    <a:pt x="12109" y="5231"/>
                    <a:pt x="12178" y="5240"/>
                    <a:pt x="12247" y="5240"/>
                  </a:cubicBezTo>
                  <a:cubicBezTo>
                    <a:pt x="12457" y="5240"/>
                    <a:pt x="12670" y="5151"/>
                    <a:pt x="12811" y="4997"/>
                  </a:cubicBezTo>
                  <a:lnTo>
                    <a:pt x="12811" y="4997"/>
                  </a:lnTo>
                  <a:cubicBezTo>
                    <a:pt x="12748" y="5443"/>
                    <a:pt x="13034" y="5907"/>
                    <a:pt x="13453" y="6058"/>
                  </a:cubicBezTo>
                  <a:cubicBezTo>
                    <a:pt x="13552" y="6091"/>
                    <a:pt x="13656" y="6107"/>
                    <a:pt x="13760" y="6107"/>
                  </a:cubicBezTo>
                  <a:cubicBezTo>
                    <a:pt x="14102" y="6107"/>
                    <a:pt x="14444" y="5934"/>
                    <a:pt x="14622" y="5639"/>
                  </a:cubicBezTo>
                  <a:cubicBezTo>
                    <a:pt x="14943" y="5104"/>
                    <a:pt x="14729" y="4328"/>
                    <a:pt x="15148" y="3864"/>
                  </a:cubicBezTo>
                  <a:cubicBezTo>
                    <a:pt x="15225" y="3779"/>
                    <a:pt x="15336" y="3707"/>
                    <a:pt x="15452" y="3707"/>
                  </a:cubicBezTo>
                  <a:cubicBezTo>
                    <a:pt x="15469" y="3707"/>
                    <a:pt x="15487" y="3708"/>
                    <a:pt x="15505" y="3712"/>
                  </a:cubicBezTo>
                  <a:cubicBezTo>
                    <a:pt x="15737" y="3757"/>
                    <a:pt x="15790" y="4060"/>
                    <a:pt x="15781" y="4301"/>
                  </a:cubicBezTo>
                  <a:cubicBezTo>
                    <a:pt x="15746" y="4818"/>
                    <a:pt x="15639" y="5327"/>
                    <a:pt x="15683" y="5844"/>
                  </a:cubicBezTo>
                  <a:cubicBezTo>
                    <a:pt x="15728" y="6353"/>
                    <a:pt x="15978" y="6897"/>
                    <a:pt x="16451" y="7093"/>
                  </a:cubicBezTo>
                  <a:cubicBezTo>
                    <a:pt x="16566" y="7142"/>
                    <a:pt x="16687" y="7164"/>
                    <a:pt x="16808" y="7164"/>
                  </a:cubicBezTo>
                  <a:cubicBezTo>
                    <a:pt x="17329" y="7164"/>
                    <a:pt x="17850" y="6746"/>
                    <a:pt x="17958" y="6210"/>
                  </a:cubicBezTo>
                  <a:cubicBezTo>
                    <a:pt x="18038" y="5773"/>
                    <a:pt x="17896" y="5327"/>
                    <a:pt x="17807" y="4890"/>
                  </a:cubicBezTo>
                  <a:cubicBezTo>
                    <a:pt x="17717" y="4452"/>
                    <a:pt x="17691" y="3953"/>
                    <a:pt x="17967" y="3605"/>
                  </a:cubicBezTo>
                  <a:cubicBezTo>
                    <a:pt x="18190" y="3748"/>
                    <a:pt x="18146" y="4185"/>
                    <a:pt x="18413" y="4221"/>
                  </a:cubicBezTo>
                  <a:cubicBezTo>
                    <a:pt x="18421" y="4221"/>
                    <a:pt x="18428" y="4222"/>
                    <a:pt x="18436" y="4222"/>
                  </a:cubicBezTo>
                  <a:cubicBezTo>
                    <a:pt x="18501" y="4222"/>
                    <a:pt x="18571" y="4189"/>
                    <a:pt x="18627" y="4149"/>
                  </a:cubicBezTo>
                  <a:cubicBezTo>
                    <a:pt x="18877" y="3962"/>
                    <a:pt x="18939" y="3614"/>
                    <a:pt x="18913" y="3302"/>
                  </a:cubicBezTo>
                  <a:cubicBezTo>
                    <a:pt x="18886" y="2998"/>
                    <a:pt x="18797" y="2695"/>
                    <a:pt x="18806" y="2383"/>
                  </a:cubicBezTo>
                  <a:cubicBezTo>
                    <a:pt x="18806" y="2088"/>
                    <a:pt x="18904" y="1803"/>
                    <a:pt x="18931" y="1517"/>
                  </a:cubicBezTo>
                  <a:cubicBezTo>
                    <a:pt x="19073" y="1"/>
                    <a:pt x="17066" y="126"/>
                    <a:pt x="16076" y="63"/>
                  </a:cubicBezTo>
                  <a:cubicBezTo>
                    <a:pt x="15456" y="28"/>
                    <a:pt x="14836" y="14"/>
                    <a:pt x="14216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3" name="Google Shape;1183;p34"/>
            <p:cNvSpPr/>
            <p:nvPr/>
          </p:nvSpPr>
          <p:spPr>
            <a:xfrm rot="10478091" flipH="1">
              <a:off x="-461826" y="4948336"/>
              <a:ext cx="3976904" cy="611563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4" name="Google Shape;1184;p34"/>
            <p:cNvSpPr/>
            <p:nvPr/>
          </p:nvSpPr>
          <p:spPr>
            <a:xfrm rot="-10479876" flipH="1">
              <a:off x="5943130" y="4983840"/>
              <a:ext cx="3362701" cy="611558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185" name="Google Shape;1185;p34"/>
            <p:cNvGrpSpPr/>
            <p:nvPr/>
          </p:nvGrpSpPr>
          <p:grpSpPr>
            <a:xfrm flipH="1">
              <a:off x="621333" y="4661434"/>
              <a:ext cx="562357" cy="435715"/>
              <a:chOff x="7391961" y="34126"/>
              <a:chExt cx="545765" cy="435716"/>
            </a:xfrm>
          </p:grpSpPr>
          <p:sp>
            <p:nvSpPr>
              <p:cNvPr id="1186" name="Google Shape;1186;p34"/>
              <p:cNvSpPr/>
              <p:nvPr/>
            </p:nvSpPr>
            <p:spPr>
              <a:xfrm flipH="1">
                <a:off x="7787649" y="162913"/>
                <a:ext cx="150077" cy="11633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893" extrusionOk="0">
                    <a:moveTo>
                      <a:pt x="571" y="1"/>
                    </a:moveTo>
                    <a:cubicBezTo>
                      <a:pt x="0" y="1"/>
                      <a:pt x="0" y="893"/>
                      <a:pt x="571" y="893"/>
                    </a:cubicBezTo>
                    <a:cubicBezTo>
                      <a:pt x="1151" y="893"/>
                      <a:pt x="1151" y="1"/>
                      <a:pt x="5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87" name="Google Shape;1187;p34"/>
              <p:cNvSpPr/>
              <p:nvPr/>
            </p:nvSpPr>
            <p:spPr>
              <a:xfrm flipH="1">
                <a:off x="7615686" y="233783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88" name="Google Shape;1188;p34"/>
              <p:cNvSpPr/>
              <p:nvPr/>
            </p:nvSpPr>
            <p:spPr>
              <a:xfrm flipH="1">
                <a:off x="7729547" y="390764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89" name="Google Shape;1189;p34"/>
              <p:cNvSpPr/>
              <p:nvPr/>
            </p:nvSpPr>
            <p:spPr>
              <a:xfrm flipH="1">
                <a:off x="7391961" y="34126"/>
                <a:ext cx="84939" cy="6644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510" extrusionOk="0">
                    <a:moveTo>
                      <a:pt x="331" y="1"/>
                    </a:moveTo>
                    <a:cubicBezTo>
                      <a:pt x="0" y="1"/>
                      <a:pt x="0" y="509"/>
                      <a:pt x="331" y="509"/>
                    </a:cubicBezTo>
                    <a:cubicBezTo>
                      <a:pt x="652" y="509"/>
                      <a:pt x="652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190" name="Google Shape;1190;p34"/>
            <p:cNvGrpSpPr/>
            <p:nvPr/>
          </p:nvGrpSpPr>
          <p:grpSpPr>
            <a:xfrm flipH="1">
              <a:off x="4135058" y="4939558"/>
              <a:ext cx="540513" cy="247904"/>
              <a:chOff x="3879826" y="107300"/>
              <a:chExt cx="524567" cy="247904"/>
            </a:xfrm>
          </p:grpSpPr>
          <p:sp>
            <p:nvSpPr>
              <p:cNvPr id="1191" name="Google Shape;1191;p34"/>
              <p:cNvSpPr/>
              <p:nvPr/>
            </p:nvSpPr>
            <p:spPr>
              <a:xfrm flipH="1">
                <a:off x="4188136" y="119145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2" name="Google Shape;1192;p34"/>
              <p:cNvSpPr/>
              <p:nvPr/>
            </p:nvSpPr>
            <p:spPr>
              <a:xfrm flipH="1">
                <a:off x="4301997" y="276127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3" name="Google Shape;1193;p34"/>
              <p:cNvSpPr/>
              <p:nvPr/>
            </p:nvSpPr>
            <p:spPr>
              <a:xfrm flipH="1">
                <a:off x="3879826" y="107300"/>
                <a:ext cx="62923" cy="48853"/>
              </a:xfrm>
              <a:custGeom>
                <a:avLst/>
                <a:gdLst/>
                <a:ahLst/>
                <a:cxnLst/>
                <a:rect l="l" t="t" r="r" b="b"/>
                <a:pathLst>
                  <a:path w="483" h="375" extrusionOk="0">
                    <a:moveTo>
                      <a:pt x="241" y="0"/>
                    </a:moveTo>
                    <a:cubicBezTo>
                      <a:pt x="1" y="0"/>
                      <a:pt x="1" y="375"/>
                      <a:pt x="241" y="375"/>
                    </a:cubicBezTo>
                    <a:cubicBezTo>
                      <a:pt x="482" y="375"/>
                      <a:pt x="482" y="0"/>
                      <a:pt x="2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194" name="Google Shape;1194;p34"/>
            <p:cNvGrpSpPr/>
            <p:nvPr/>
          </p:nvGrpSpPr>
          <p:grpSpPr>
            <a:xfrm flipH="1">
              <a:off x="7109108" y="4795059"/>
              <a:ext cx="562357" cy="435715"/>
              <a:chOff x="7391961" y="34126"/>
              <a:chExt cx="545765" cy="435716"/>
            </a:xfrm>
          </p:grpSpPr>
          <p:sp>
            <p:nvSpPr>
              <p:cNvPr id="1195" name="Google Shape;1195;p34"/>
              <p:cNvSpPr/>
              <p:nvPr/>
            </p:nvSpPr>
            <p:spPr>
              <a:xfrm flipH="1">
                <a:off x="7787649" y="162913"/>
                <a:ext cx="150077" cy="11633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893" extrusionOk="0">
                    <a:moveTo>
                      <a:pt x="571" y="1"/>
                    </a:moveTo>
                    <a:cubicBezTo>
                      <a:pt x="0" y="1"/>
                      <a:pt x="0" y="893"/>
                      <a:pt x="571" y="893"/>
                    </a:cubicBezTo>
                    <a:cubicBezTo>
                      <a:pt x="1151" y="893"/>
                      <a:pt x="1151" y="1"/>
                      <a:pt x="5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6" name="Google Shape;1196;p34"/>
              <p:cNvSpPr/>
              <p:nvPr/>
            </p:nvSpPr>
            <p:spPr>
              <a:xfrm flipH="1">
                <a:off x="7615686" y="233783"/>
                <a:ext cx="104741" cy="81552"/>
              </a:xfrm>
              <a:custGeom>
                <a:avLst/>
                <a:gdLst/>
                <a:ahLst/>
                <a:cxnLst/>
                <a:rect l="l" t="t" r="r" b="b"/>
                <a:pathLst>
                  <a:path w="804" h="626" extrusionOk="0">
                    <a:moveTo>
                      <a:pt x="402" y="1"/>
                    </a:moveTo>
                    <a:cubicBezTo>
                      <a:pt x="1" y="1"/>
                      <a:pt x="1" y="625"/>
                      <a:pt x="402" y="625"/>
                    </a:cubicBezTo>
                    <a:cubicBezTo>
                      <a:pt x="803" y="625"/>
                      <a:pt x="803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7" name="Google Shape;1197;p34"/>
              <p:cNvSpPr/>
              <p:nvPr/>
            </p:nvSpPr>
            <p:spPr>
              <a:xfrm flipH="1">
                <a:off x="7729547" y="390764"/>
                <a:ext cx="102396" cy="7907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7" extrusionOk="0">
                    <a:moveTo>
                      <a:pt x="393" y="0"/>
                    </a:moveTo>
                    <a:cubicBezTo>
                      <a:pt x="0" y="0"/>
                      <a:pt x="0" y="607"/>
                      <a:pt x="393" y="607"/>
                    </a:cubicBezTo>
                    <a:cubicBezTo>
                      <a:pt x="785" y="607"/>
                      <a:pt x="785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8" name="Google Shape;1198;p34"/>
              <p:cNvSpPr/>
              <p:nvPr/>
            </p:nvSpPr>
            <p:spPr>
              <a:xfrm flipH="1">
                <a:off x="7391961" y="34126"/>
                <a:ext cx="84939" cy="6644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510" extrusionOk="0">
                    <a:moveTo>
                      <a:pt x="331" y="1"/>
                    </a:moveTo>
                    <a:cubicBezTo>
                      <a:pt x="0" y="1"/>
                      <a:pt x="0" y="509"/>
                      <a:pt x="331" y="509"/>
                    </a:cubicBezTo>
                    <a:cubicBezTo>
                      <a:pt x="652" y="509"/>
                      <a:pt x="652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199" name="Google Shape;1199;p34"/>
          <p:cNvGrpSpPr/>
          <p:nvPr/>
        </p:nvGrpSpPr>
        <p:grpSpPr>
          <a:xfrm>
            <a:off x="-1180809" y="-869598"/>
            <a:ext cx="6203733" cy="3107450"/>
            <a:chOff x="-1104609" y="-793398"/>
            <a:chExt cx="6203733" cy="3107450"/>
          </a:xfrm>
        </p:grpSpPr>
        <p:grpSp>
          <p:nvGrpSpPr>
            <p:cNvPr id="1200" name="Google Shape;1200;p34"/>
            <p:cNvGrpSpPr/>
            <p:nvPr/>
          </p:nvGrpSpPr>
          <p:grpSpPr>
            <a:xfrm>
              <a:off x="-1104609" y="-793398"/>
              <a:ext cx="6203733" cy="3107450"/>
              <a:chOff x="-1104609" y="-793398"/>
              <a:chExt cx="6203733" cy="3107450"/>
            </a:xfrm>
          </p:grpSpPr>
          <p:grpSp>
            <p:nvGrpSpPr>
              <p:cNvPr id="1201" name="Google Shape;1201;p34"/>
              <p:cNvGrpSpPr/>
              <p:nvPr/>
            </p:nvGrpSpPr>
            <p:grpSpPr>
              <a:xfrm>
                <a:off x="1849311" y="-686275"/>
                <a:ext cx="3249813" cy="1635316"/>
                <a:chOff x="2086319" y="-686283"/>
                <a:chExt cx="3153934" cy="1635316"/>
              </a:xfrm>
            </p:grpSpPr>
            <p:sp>
              <p:nvSpPr>
                <p:cNvPr id="1202" name="Google Shape;1202;p34"/>
                <p:cNvSpPr/>
                <p:nvPr/>
              </p:nvSpPr>
              <p:spPr>
                <a:xfrm flipH="1">
                  <a:off x="2086319" y="-686283"/>
                  <a:ext cx="3153934" cy="1635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55" h="11958" extrusionOk="0">
                      <a:moveTo>
                        <a:pt x="16827" y="1"/>
                      </a:moveTo>
                      <a:cubicBezTo>
                        <a:pt x="16033" y="1"/>
                        <a:pt x="15235" y="124"/>
                        <a:pt x="14444" y="243"/>
                      </a:cubicBezTo>
                      <a:cubicBezTo>
                        <a:pt x="14444" y="252"/>
                        <a:pt x="14435" y="252"/>
                        <a:pt x="14426" y="252"/>
                      </a:cubicBezTo>
                      <a:lnTo>
                        <a:pt x="446" y="3392"/>
                      </a:lnTo>
                      <a:cubicBezTo>
                        <a:pt x="304" y="3419"/>
                        <a:pt x="197" y="3535"/>
                        <a:pt x="161" y="3677"/>
                      </a:cubicBezTo>
                      <a:cubicBezTo>
                        <a:pt x="0" y="4355"/>
                        <a:pt x="18" y="5087"/>
                        <a:pt x="206" y="5765"/>
                      </a:cubicBezTo>
                      <a:cubicBezTo>
                        <a:pt x="249" y="5934"/>
                        <a:pt x="403" y="6030"/>
                        <a:pt x="560" y="6030"/>
                      </a:cubicBezTo>
                      <a:cubicBezTo>
                        <a:pt x="661" y="6030"/>
                        <a:pt x="763" y="5991"/>
                        <a:pt x="839" y="5908"/>
                      </a:cubicBezTo>
                      <a:cubicBezTo>
                        <a:pt x="839" y="5908"/>
                        <a:pt x="839" y="5908"/>
                        <a:pt x="839" y="5899"/>
                      </a:cubicBezTo>
                      <a:cubicBezTo>
                        <a:pt x="917" y="5821"/>
                        <a:pt x="1014" y="5785"/>
                        <a:pt x="1110" y="5785"/>
                      </a:cubicBezTo>
                      <a:cubicBezTo>
                        <a:pt x="1288" y="5785"/>
                        <a:pt x="1461" y="5909"/>
                        <a:pt x="1490" y="6113"/>
                      </a:cubicBezTo>
                      <a:cubicBezTo>
                        <a:pt x="1535" y="6425"/>
                        <a:pt x="1481" y="6782"/>
                        <a:pt x="1472" y="7112"/>
                      </a:cubicBezTo>
                      <a:cubicBezTo>
                        <a:pt x="1448" y="7622"/>
                        <a:pt x="1734" y="8277"/>
                        <a:pt x="2213" y="8277"/>
                      </a:cubicBezTo>
                      <a:cubicBezTo>
                        <a:pt x="2253" y="8277"/>
                        <a:pt x="2295" y="8272"/>
                        <a:pt x="2338" y="8263"/>
                      </a:cubicBezTo>
                      <a:cubicBezTo>
                        <a:pt x="2721" y="8173"/>
                        <a:pt x="2882" y="7718"/>
                        <a:pt x="3203" y="7478"/>
                      </a:cubicBezTo>
                      <a:cubicBezTo>
                        <a:pt x="3357" y="7360"/>
                        <a:pt x="3532" y="7309"/>
                        <a:pt x="3712" y="7309"/>
                      </a:cubicBezTo>
                      <a:cubicBezTo>
                        <a:pt x="4232" y="7309"/>
                        <a:pt x="4793" y="7737"/>
                        <a:pt x="5005" y="8254"/>
                      </a:cubicBezTo>
                      <a:cubicBezTo>
                        <a:pt x="5299" y="8950"/>
                        <a:pt x="5210" y="9735"/>
                        <a:pt x="5362" y="10475"/>
                      </a:cubicBezTo>
                      <a:cubicBezTo>
                        <a:pt x="5501" y="11195"/>
                        <a:pt x="6028" y="11958"/>
                        <a:pt x="6754" y="11958"/>
                      </a:cubicBezTo>
                      <a:cubicBezTo>
                        <a:pt x="6775" y="11958"/>
                        <a:pt x="6795" y="11957"/>
                        <a:pt x="6816" y="11956"/>
                      </a:cubicBezTo>
                      <a:cubicBezTo>
                        <a:pt x="7646" y="11902"/>
                        <a:pt x="8074" y="10903"/>
                        <a:pt x="8083" y="10074"/>
                      </a:cubicBezTo>
                      <a:cubicBezTo>
                        <a:pt x="8101" y="9244"/>
                        <a:pt x="7922" y="8352"/>
                        <a:pt x="8342" y="7638"/>
                      </a:cubicBezTo>
                      <a:cubicBezTo>
                        <a:pt x="8501" y="7373"/>
                        <a:pt x="8783" y="7133"/>
                        <a:pt x="9077" y="7133"/>
                      </a:cubicBezTo>
                      <a:cubicBezTo>
                        <a:pt x="9129" y="7133"/>
                        <a:pt x="9182" y="7140"/>
                        <a:pt x="9234" y="7156"/>
                      </a:cubicBezTo>
                      <a:cubicBezTo>
                        <a:pt x="9698" y="7290"/>
                        <a:pt x="9814" y="7950"/>
                        <a:pt x="10268" y="8111"/>
                      </a:cubicBezTo>
                      <a:cubicBezTo>
                        <a:pt x="10333" y="8133"/>
                        <a:pt x="10396" y="8143"/>
                        <a:pt x="10457" y="8143"/>
                      </a:cubicBezTo>
                      <a:cubicBezTo>
                        <a:pt x="10897" y="8143"/>
                        <a:pt x="11257" y="7623"/>
                        <a:pt x="11500" y="7192"/>
                      </a:cubicBezTo>
                      <a:cubicBezTo>
                        <a:pt x="11702" y="6827"/>
                        <a:pt x="12110" y="6447"/>
                        <a:pt x="12474" y="6447"/>
                      </a:cubicBezTo>
                      <a:cubicBezTo>
                        <a:pt x="12591" y="6447"/>
                        <a:pt x="12703" y="6486"/>
                        <a:pt x="12802" y="6577"/>
                      </a:cubicBezTo>
                      <a:cubicBezTo>
                        <a:pt x="13061" y="6817"/>
                        <a:pt x="13034" y="7290"/>
                        <a:pt x="13346" y="7460"/>
                      </a:cubicBezTo>
                      <a:cubicBezTo>
                        <a:pt x="13413" y="7496"/>
                        <a:pt x="13481" y="7511"/>
                        <a:pt x="13551" y="7511"/>
                      </a:cubicBezTo>
                      <a:cubicBezTo>
                        <a:pt x="13950" y="7511"/>
                        <a:pt x="14389" y="7006"/>
                        <a:pt x="14772" y="7006"/>
                      </a:cubicBezTo>
                      <a:cubicBezTo>
                        <a:pt x="14849" y="7006"/>
                        <a:pt x="14925" y="7026"/>
                        <a:pt x="14997" y="7076"/>
                      </a:cubicBezTo>
                      <a:cubicBezTo>
                        <a:pt x="15104" y="7156"/>
                        <a:pt x="15166" y="7281"/>
                        <a:pt x="15211" y="7415"/>
                      </a:cubicBezTo>
                      <a:cubicBezTo>
                        <a:pt x="15648" y="8602"/>
                        <a:pt x="15273" y="10065"/>
                        <a:pt x="16040" y="11073"/>
                      </a:cubicBezTo>
                      <a:cubicBezTo>
                        <a:pt x="16156" y="11216"/>
                        <a:pt x="16290" y="11349"/>
                        <a:pt x="16460" y="11421"/>
                      </a:cubicBezTo>
                      <a:cubicBezTo>
                        <a:pt x="16543" y="11452"/>
                        <a:pt x="16631" y="11466"/>
                        <a:pt x="16720" y="11466"/>
                      </a:cubicBezTo>
                      <a:cubicBezTo>
                        <a:pt x="16908" y="11466"/>
                        <a:pt x="17102" y="11404"/>
                        <a:pt x="17272" y="11314"/>
                      </a:cubicBezTo>
                      <a:cubicBezTo>
                        <a:pt x="18262" y="10761"/>
                        <a:pt x="18360" y="9387"/>
                        <a:pt x="18244" y="8263"/>
                      </a:cubicBezTo>
                      <a:cubicBezTo>
                        <a:pt x="18217" y="7959"/>
                        <a:pt x="18208" y="7594"/>
                        <a:pt x="18476" y="7442"/>
                      </a:cubicBezTo>
                      <a:cubicBezTo>
                        <a:pt x="18538" y="7406"/>
                        <a:pt x="18606" y="7390"/>
                        <a:pt x="18675" y="7390"/>
                      </a:cubicBezTo>
                      <a:cubicBezTo>
                        <a:pt x="18866" y="7390"/>
                        <a:pt x="19067" y="7513"/>
                        <a:pt x="19172" y="7683"/>
                      </a:cubicBezTo>
                      <a:cubicBezTo>
                        <a:pt x="19243" y="7808"/>
                        <a:pt x="19288" y="7950"/>
                        <a:pt x="19306" y="8102"/>
                      </a:cubicBezTo>
                      <a:cubicBezTo>
                        <a:pt x="19335" y="8293"/>
                        <a:pt x="19492" y="8424"/>
                        <a:pt x="19671" y="8424"/>
                      </a:cubicBezTo>
                      <a:cubicBezTo>
                        <a:pt x="19709" y="8424"/>
                        <a:pt x="19748" y="8418"/>
                        <a:pt x="19787" y="8405"/>
                      </a:cubicBezTo>
                      <a:cubicBezTo>
                        <a:pt x="20251" y="8272"/>
                        <a:pt x="20635" y="7861"/>
                        <a:pt x="20813" y="7406"/>
                      </a:cubicBezTo>
                      <a:cubicBezTo>
                        <a:pt x="21054" y="6809"/>
                        <a:pt x="21018" y="6139"/>
                        <a:pt x="20983" y="5497"/>
                      </a:cubicBezTo>
                      <a:cubicBezTo>
                        <a:pt x="20947" y="4819"/>
                        <a:pt x="20911" y="4141"/>
                        <a:pt x="20867" y="3463"/>
                      </a:cubicBezTo>
                      <a:cubicBezTo>
                        <a:pt x="20849" y="3044"/>
                        <a:pt x="20822" y="2616"/>
                        <a:pt x="20697" y="2214"/>
                      </a:cubicBezTo>
                      <a:cubicBezTo>
                        <a:pt x="20331" y="1081"/>
                        <a:pt x="19181" y="341"/>
                        <a:pt x="18012" y="109"/>
                      </a:cubicBezTo>
                      <a:cubicBezTo>
                        <a:pt x="17619" y="32"/>
                        <a:pt x="17224" y="1"/>
                        <a:pt x="1682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203" name="Google Shape;1203;p34"/>
                <p:cNvSpPr/>
                <p:nvPr/>
              </p:nvSpPr>
              <p:spPr>
                <a:xfrm flipH="1">
                  <a:off x="2615551" y="-470265"/>
                  <a:ext cx="1760908" cy="370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96" h="2965" extrusionOk="0">
                      <a:moveTo>
                        <a:pt x="7233" y="0"/>
                      </a:moveTo>
                      <a:cubicBezTo>
                        <a:pt x="7160" y="0"/>
                        <a:pt x="7087" y="4"/>
                        <a:pt x="7012" y="12"/>
                      </a:cubicBezTo>
                      <a:cubicBezTo>
                        <a:pt x="5977" y="119"/>
                        <a:pt x="5272" y="931"/>
                        <a:pt x="4487" y="1510"/>
                      </a:cubicBezTo>
                      <a:cubicBezTo>
                        <a:pt x="3718" y="2084"/>
                        <a:pt x="2849" y="2352"/>
                        <a:pt x="1954" y="2352"/>
                      </a:cubicBezTo>
                      <a:cubicBezTo>
                        <a:pt x="1428" y="2352"/>
                        <a:pt x="894" y="2260"/>
                        <a:pt x="366" y="2081"/>
                      </a:cubicBezTo>
                      <a:cubicBezTo>
                        <a:pt x="338" y="2072"/>
                        <a:pt x="312" y="2067"/>
                        <a:pt x="288" y="2067"/>
                      </a:cubicBezTo>
                      <a:cubicBezTo>
                        <a:pt x="70" y="2067"/>
                        <a:pt x="1" y="2430"/>
                        <a:pt x="250" y="2518"/>
                      </a:cubicBezTo>
                      <a:cubicBezTo>
                        <a:pt x="830" y="2716"/>
                        <a:pt x="1422" y="2827"/>
                        <a:pt x="2014" y="2827"/>
                      </a:cubicBezTo>
                      <a:cubicBezTo>
                        <a:pt x="2569" y="2827"/>
                        <a:pt x="3123" y="2730"/>
                        <a:pt x="3667" y="2518"/>
                      </a:cubicBezTo>
                      <a:cubicBezTo>
                        <a:pt x="4737" y="2099"/>
                        <a:pt x="5415" y="1162"/>
                        <a:pt x="6423" y="690"/>
                      </a:cubicBezTo>
                      <a:cubicBezTo>
                        <a:pt x="6688" y="567"/>
                        <a:pt x="6945" y="515"/>
                        <a:pt x="7196" y="515"/>
                      </a:cubicBezTo>
                      <a:cubicBezTo>
                        <a:pt x="8317" y="515"/>
                        <a:pt x="9317" y="1559"/>
                        <a:pt x="10286" y="2055"/>
                      </a:cubicBezTo>
                      <a:cubicBezTo>
                        <a:pt x="11366" y="2608"/>
                        <a:pt x="12552" y="2893"/>
                        <a:pt x="13774" y="2965"/>
                      </a:cubicBezTo>
                      <a:cubicBezTo>
                        <a:pt x="13780" y="2965"/>
                        <a:pt x="13785" y="2965"/>
                        <a:pt x="13791" y="2965"/>
                      </a:cubicBezTo>
                      <a:cubicBezTo>
                        <a:pt x="14095" y="2965"/>
                        <a:pt x="14090" y="2482"/>
                        <a:pt x="13774" y="2456"/>
                      </a:cubicBezTo>
                      <a:cubicBezTo>
                        <a:pt x="12293" y="2367"/>
                        <a:pt x="10928" y="1930"/>
                        <a:pt x="9697" y="1109"/>
                      </a:cubicBezTo>
                      <a:cubicBezTo>
                        <a:pt x="8944" y="612"/>
                        <a:pt x="8168" y="0"/>
                        <a:pt x="723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204" name="Google Shape;1204;p34"/>
                <p:cNvSpPr/>
                <p:nvPr/>
              </p:nvSpPr>
              <p:spPr>
                <a:xfrm flipH="1">
                  <a:off x="4188136" y="119145"/>
                  <a:ext cx="104741" cy="81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4" h="626" extrusionOk="0">
                      <a:moveTo>
                        <a:pt x="402" y="1"/>
                      </a:moveTo>
                      <a:cubicBezTo>
                        <a:pt x="1" y="1"/>
                        <a:pt x="1" y="625"/>
                        <a:pt x="402" y="625"/>
                      </a:cubicBezTo>
                      <a:cubicBezTo>
                        <a:pt x="803" y="625"/>
                        <a:pt x="803" y="1"/>
                        <a:pt x="4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205" name="Google Shape;1205;p34"/>
                <p:cNvSpPr/>
                <p:nvPr/>
              </p:nvSpPr>
              <p:spPr>
                <a:xfrm flipH="1">
                  <a:off x="4301997" y="276127"/>
                  <a:ext cx="102396" cy="79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6" h="607" extrusionOk="0">
                      <a:moveTo>
                        <a:pt x="393" y="0"/>
                      </a:moveTo>
                      <a:cubicBezTo>
                        <a:pt x="0" y="0"/>
                        <a:pt x="0" y="607"/>
                        <a:pt x="393" y="607"/>
                      </a:cubicBezTo>
                      <a:cubicBezTo>
                        <a:pt x="785" y="607"/>
                        <a:pt x="785" y="0"/>
                        <a:pt x="3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206" name="Google Shape;1206;p34"/>
                <p:cNvSpPr/>
                <p:nvPr/>
              </p:nvSpPr>
              <p:spPr>
                <a:xfrm flipH="1">
                  <a:off x="3879826" y="107300"/>
                  <a:ext cx="62923" cy="48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3" h="375" extrusionOk="0">
                      <a:moveTo>
                        <a:pt x="241" y="0"/>
                      </a:moveTo>
                      <a:cubicBezTo>
                        <a:pt x="1" y="0"/>
                        <a:pt x="1" y="375"/>
                        <a:pt x="241" y="375"/>
                      </a:cubicBezTo>
                      <a:cubicBezTo>
                        <a:pt x="482" y="375"/>
                        <a:pt x="482" y="0"/>
                        <a:pt x="24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1207" name="Google Shape;1207;p34"/>
              <p:cNvSpPr/>
              <p:nvPr/>
            </p:nvSpPr>
            <p:spPr>
              <a:xfrm flipH="1">
                <a:off x="-1104609" y="-793398"/>
                <a:ext cx="3105258" cy="3107450"/>
              </a:xfrm>
              <a:custGeom>
                <a:avLst/>
                <a:gdLst/>
                <a:ahLst/>
                <a:cxnLst/>
                <a:rect l="l" t="t" r="r" b="b"/>
                <a:pathLst>
                  <a:path w="23133" h="23853" extrusionOk="0">
                    <a:moveTo>
                      <a:pt x="9957" y="1"/>
                    </a:moveTo>
                    <a:cubicBezTo>
                      <a:pt x="8344" y="1"/>
                      <a:pt x="5686" y="285"/>
                      <a:pt x="3917" y="622"/>
                    </a:cubicBezTo>
                    <a:cubicBezTo>
                      <a:pt x="2579" y="881"/>
                      <a:pt x="3239" y="2050"/>
                      <a:pt x="2668" y="2755"/>
                    </a:cubicBezTo>
                    <a:cubicBezTo>
                      <a:pt x="2106" y="3459"/>
                      <a:pt x="1339" y="3477"/>
                      <a:pt x="848" y="4235"/>
                    </a:cubicBezTo>
                    <a:cubicBezTo>
                      <a:pt x="116" y="5377"/>
                      <a:pt x="63" y="6805"/>
                      <a:pt x="27" y="8161"/>
                    </a:cubicBezTo>
                    <a:cubicBezTo>
                      <a:pt x="0" y="8928"/>
                      <a:pt x="224" y="9972"/>
                      <a:pt x="991" y="9981"/>
                    </a:cubicBezTo>
                    <a:cubicBezTo>
                      <a:pt x="994" y="9981"/>
                      <a:pt x="998" y="9981"/>
                      <a:pt x="1001" y="9981"/>
                    </a:cubicBezTo>
                    <a:cubicBezTo>
                      <a:pt x="1725" y="9981"/>
                      <a:pt x="1999" y="9058"/>
                      <a:pt x="2106" y="8339"/>
                    </a:cubicBezTo>
                    <a:cubicBezTo>
                      <a:pt x="2204" y="7684"/>
                      <a:pt x="2588" y="6864"/>
                      <a:pt x="3188" y="6864"/>
                    </a:cubicBezTo>
                    <a:cubicBezTo>
                      <a:pt x="3242" y="6864"/>
                      <a:pt x="3297" y="6871"/>
                      <a:pt x="3355" y="6885"/>
                    </a:cubicBezTo>
                    <a:cubicBezTo>
                      <a:pt x="3970" y="7037"/>
                      <a:pt x="4060" y="7840"/>
                      <a:pt x="4095" y="8464"/>
                    </a:cubicBezTo>
                    <a:cubicBezTo>
                      <a:pt x="4120" y="9048"/>
                      <a:pt x="4426" y="9795"/>
                      <a:pt x="4962" y="9795"/>
                    </a:cubicBezTo>
                    <a:cubicBezTo>
                      <a:pt x="4999" y="9795"/>
                      <a:pt x="5037" y="9792"/>
                      <a:pt x="5077" y="9784"/>
                    </a:cubicBezTo>
                    <a:cubicBezTo>
                      <a:pt x="5371" y="9731"/>
                      <a:pt x="5576" y="9463"/>
                      <a:pt x="5844" y="9320"/>
                    </a:cubicBezTo>
                    <a:cubicBezTo>
                      <a:pt x="5986" y="9246"/>
                      <a:pt x="6140" y="9212"/>
                      <a:pt x="6296" y="9212"/>
                    </a:cubicBezTo>
                    <a:cubicBezTo>
                      <a:pt x="6718" y="9212"/>
                      <a:pt x="7156" y="9457"/>
                      <a:pt x="7423" y="9802"/>
                    </a:cubicBezTo>
                    <a:cubicBezTo>
                      <a:pt x="7789" y="10275"/>
                      <a:pt x="7913" y="10882"/>
                      <a:pt x="8021" y="11470"/>
                    </a:cubicBezTo>
                    <a:cubicBezTo>
                      <a:pt x="8208" y="12416"/>
                      <a:pt x="8395" y="13362"/>
                      <a:pt x="8574" y="14307"/>
                    </a:cubicBezTo>
                    <a:cubicBezTo>
                      <a:pt x="8663" y="14771"/>
                      <a:pt x="8788" y="15280"/>
                      <a:pt x="9189" y="15512"/>
                    </a:cubicBezTo>
                    <a:cubicBezTo>
                      <a:pt x="9323" y="15590"/>
                      <a:pt x="9462" y="15625"/>
                      <a:pt x="9602" y="15625"/>
                    </a:cubicBezTo>
                    <a:cubicBezTo>
                      <a:pt x="10161" y="15625"/>
                      <a:pt x="10725" y="15064"/>
                      <a:pt x="10947" y="14486"/>
                    </a:cubicBezTo>
                    <a:cubicBezTo>
                      <a:pt x="11214" y="13763"/>
                      <a:pt x="11036" y="12532"/>
                      <a:pt x="11785" y="12345"/>
                    </a:cubicBezTo>
                    <a:cubicBezTo>
                      <a:pt x="11840" y="12331"/>
                      <a:pt x="11893" y="12325"/>
                      <a:pt x="11944" y="12325"/>
                    </a:cubicBezTo>
                    <a:cubicBezTo>
                      <a:pt x="12752" y="12325"/>
                      <a:pt x="13183" y="13899"/>
                      <a:pt x="13141" y="14780"/>
                    </a:cubicBezTo>
                    <a:cubicBezTo>
                      <a:pt x="12990" y="17589"/>
                      <a:pt x="12414" y="23853"/>
                      <a:pt x="14299" y="23853"/>
                    </a:cubicBezTo>
                    <a:cubicBezTo>
                      <a:pt x="14305" y="23853"/>
                      <a:pt x="14312" y="23853"/>
                      <a:pt x="14319" y="23853"/>
                    </a:cubicBezTo>
                    <a:cubicBezTo>
                      <a:pt x="16692" y="23781"/>
                      <a:pt x="13730" y="15717"/>
                      <a:pt x="15773" y="12354"/>
                    </a:cubicBezTo>
                    <a:cubicBezTo>
                      <a:pt x="15951" y="12050"/>
                      <a:pt x="16647" y="11444"/>
                      <a:pt x="16986" y="11337"/>
                    </a:cubicBezTo>
                    <a:cubicBezTo>
                      <a:pt x="17032" y="11323"/>
                      <a:pt x="17074" y="11316"/>
                      <a:pt x="17113" y="11316"/>
                    </a:cubicBezTo>
                    <a:cubicBezTo>
                      <a:pt x="17549" y="11316"/>
                      <a:pt x="17621" y="12116"/>
                      <a:pt x="18128" y="12247"/>
                    </a:cubicBezTo>
                    <a:cubicBezTo>
                      <a:pt x="18163" y="12255"/>
                      <a:pt x="18196" y="12259"/>
                      <a:pt x="18226" y="12259"/>
                    </a:cubicBezTo>
                    <a:cubicBezTo>
                      <a:pt x="18779" y="12259"/>
                      <a:pt x="18706" y="10953"/>
                      <a:pt x="19145" y="10480"/>
                    </a:cubicBezTo>
                    <a:cubicBezTo>
                      <a:pt x="19545" y="10050"/>
                      <a:pt x="20110" y="9732"/>
                      <a:pt x="20686" y="9732"/>
                    </a:cubicBezTo>
                    <a:cubicBezTo>
                      <a:pt x="20779" y="9732"/>
                      <a:pt x="20872" y="9740"/>
                      <a:pt x="20965" y="9758"/>
                    </a:cubicBezTo>
                    <a:cubicBezTo>
                      <a:pt x="21313" y="9815"/>
                      <a:pt x="21705" y="9983"/>
                      <a:pt x="22036" y="9983"/>
                    </a:cubicBezTo>
                    <a:cubicBezTo>
                      <a:pt x="22214" y="9983"/>
                      <a:pt x="22374" y="9934"/>
                      <a:pt x="22499" y="9793"/>
                    </a:cubicBezTo>
                    <a:cubicBezTo>
                      <a:pt x="22606" y="9668"/>
                      <a:pt x="22660" y="9508"/>
                      <a:pt x="22696" y="9347"/>
                    </a:cubicBezTo>
                    <a:cubicBezTo>
                      <a:pt x="23133" y="7349"/>
                      <a:pt x="22027" y="5119"/>
                      <a:pt x="20171" y="4262"/>
                    </a:cubicBezTo>
                    <a:cubicBezTo>
                      <a:pt x="19493" y="3950"/>
                      <a:pt x="18672" y="3754"/>
                      <a:pt x="18324" y="3094"/>
                    </a:cubicBezTo>
                    <a:cubicBezTo>
                      <a:pt x="18066" y="2612"/>
                      <a:pt x="18155" y="2023"/>
                      <a:pt x="18083" y="1479"/>
                    </a:cubicBezTo>
                    <a:cubicBezTo>
                      <a:pt x="18009" y="971"/>
                      <a:pt x="17654" y="408"/>
                      <a:pt x="17164" y="408"/>
                    </a:cubicBezTo>
                    <a:cubicBezTo>
                      <a:pt x="17129" y="408"/>
                      <a:pt x="17094" y="411"/>
                      <a:pt x="17058" y="417"/>
                    </a:cubicBezTo>
                    <a:cubicBezTo>
                      <a:pt x="17058" y="417"/>
                      <a:pt x="11892" y="60"/>
                      <a:pt x="10340" y="7"/>
                    </a:cubicBezTo>
                    <a:cubicBezTo>
                      <a:pt x="10220" y="3"/>
                      <a:pt x="10092" y="1"/>
                      <a:pt x="99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208" name="Google Shape;1208;p34"/>
            <p:cNvSpPr/>
            <p:nvPr/>
          </p:nvSpPr>
          <p:spPr>
            <a:xfrm flipH="1">
              <a:off x="1209232" y="-153704"/>
              <a:ext cx="154639" cy="116336"/>
            </a:xfrm>
            <a:custGeom>
              <a:avLst/>
              <a:gdLst/>
              <a:ahLst/>
              <a:cxnLst/>
              <a:rect l="l" t="t" r="r" b="b"/>
              <a:pathLst>
                <a:path w="1152" h="893" extrusionOk="0">
                  <a:moveTo>
                    <a:pt x="571" y="1"/>
                  </a:moveTo>
                  <a:cubicBezTo>
                    <a:pt x="0" y="1"/>
                    <a:pt x="0" y="893"/>
                    <a:pt x="571" y="893"/>
                  </a:cubicBezTo>
                  <a:cubicBezTo>
                    <a:pt x="1151" y="893"/>
                    <a:pt x="1151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9" name="Google Shape;1209;p34"/>
            <p:cNvSpPr/>
            <p:nvPr/>
          </p:nvSpPr>
          <p:spPr>
            <a:xfrm flipH="1">
              <a:off x="1032041" y="-82834"/>
              <a:ext cx="107925" cy="81552"/>
            </a:xfrm>
            <a:custGeom>
              <a:avLst/>
              <a:gdLst/>
              <a:ahLst/>
              <a:cxnLst/>
              <a:rect l="l" t="t" r="r" b="b"/>
              <a:pathLst>
                <a:path w="804" h="626" extrusionOk="0">
                  <a:moveTo>
                    <a:pt x="402" y="1"/>
                  </a:moveTo>
                  <a:cubicBezTo>
                    <a:pt x="1" y="1"/>
                    <a:pt x="1" y="625"/>
                    <a:pt x="402" y="625"/>
                  </a:cubicBezTo>
                  <a:cubicBezTo>
                    <a:pt x="803" y="625"/>
                    <a:pt x="803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0" name="Google Shape;1210;p34"/>
            <p:cNvSpPr/>
            <p:nvPr/>
          </p:nvSpPr>
          <p:spPr>
            <a:xfrm flipH="1">
              <a:off x="1149363" y="74147"/>
              <a:ext cx="105509" cy="79077"/>
            </a:xfrm>
            <a:custGeom>
              <a:avLst/>
              <a:gdLst/>
              <a:ahLst/>
              <a:cxnLst/>
              <a:rect l="l" t="t" r="r" b="b"/>
              <a:pathLst>
                <a:path w="786" h="607" extrusionOk="0">
                  <a:moveTo>
                    <a:pt x="393" y="0"/>
                  </a:moveTo>
                  <a:cubicBezTo>
                    <a:pt x="0" y="0"/>
                    <a:pt x="0" y="607"/>
                    <a:pt x="393" y="607"/>
                  </a:cubicBezTo>
                  <a:cubicBezTo>
                    <a:pt x="785" y="607"/>
                    <a:pt x="785" y="0"/>
                    <a:pt x="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1" name="Google Shape;1211;p34"/>
            <p:cNvSpPr/>
            <p:nvPr/>
          </p:nvSpPr>
          <p:spPr>
            <a:xfrm flipH="1">
              <a:off x="1429646" y="98509"/>
              <a:ext cx="87521" cy="66440"/>
            </a:xfrm>
            <a:custGeom>
              <a:avLst/>
              <a:gdLst/>
              <a:ahLst/>
              <a:cxnLst/>
              <a:rect l="l" t="t" r="r" b="b"/>
              <a:pathLst>
                <a:path w="652" h="510" extrusionOk="0">
                  <a:moveTo>
                    <a:pt x="331" y="1"/>
                  </a:moveTo>
                  <a:cubicBezTo>
                    <a:pt x="0" y="1"/>
                    <a:pt x="0" y="509"/>
                    <a:pt x="331" y="509"/>
                  </a:cubicBezTo>
                  <a:cubicBezTo>
                    <a:pt x="652" y="509"/>
                    <a:pt x="65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2" name="Google Shape;1212;p34"/>
            <p:cNvSpPr/>
            <p:nvPr/>
          </p:nvSpPr>
          <p:spPr>
            <a:xfrm flipH="1">
              <a:off x="868005" y="284411"/>
              <a:ext cx="101884" cy="75690"/>
            </a:xfrm>
            <a:custGeom>
              <a:avLst/>
              <a:gdLst/>
              <a:ahLst/>
              <a:cxnLst/>
              <a:rect l="l" t="t" r="r" b="b"/>
              <a:pathLst>
                <a:path w="759" h="581" extrusionOk="0">
                  <a:moveTo>
                    <a:pt x="375" y="1"/>
                  </a:moveTo>
                  <a:cubicBezTo>
                    <a:pt x="0" y="1"/>
                    <a:pt x="0" y="581"/>
                    <a:pt x="375" y="581"/>
                  </a:cubicBezTo>
                  <a:cubicBezTo>
                    <a:pt x="759" y="581"/>
                    <a:pt x="759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3" name="Google Shape;1213;p34"/>
            <p:cNvSpPr/>
            <p:nvPr/>
          </p:nvSpPr>
          <p:spPr>
            <a:xfrm rot="-763273">
              <a:off x="-365036" y="-328393"/>
              <a:ext cx="2614881" cy="573109"/>
            </a:xfrm>
            <a:custGeom>
              <a:avLst/>
              <a:gdLst/>
              <a:ahLst/>
              <a:cxnLst/>
              <a:rect l="l" t="t" r="r" b="b"/>
              <a:pathLst>
                <a:path w="21733" h="4893" extrusionOk="0">
                  <a:moveTo>
                    <a:pt x="3008" y="0"/>
                  </a:moveTo>
                  <a:cubicBezTo>
                    <a:pt x="1945" y="0"/>
                    <a:pt x="940" y="367"/>
                    <a:pt x="1" y="872"/>
                  </a:cubicBezTo>
                  <a:cubicBezTo>
                    <a:pt x="10" y="1024"/>
                    <a:pt x="27" y="1184"/>
                    <a:pt x="45" y="1336"/>
                  </a:cubicBezTo>
                  <a:cubicBezTo>
                    <a:pt x="961" y="881"/>
                    <a:pt x="1925" y="542"/>
                    <a:pt x="2912" y="542"/>
                  </a:cubicBezTo>
                  <a:cubicBezTo>
                    <a:pt x="3377" y="542"/>
                    <a:pt x="3847" y="617"/>
                    <a:pt x="4318" y="792"/>
                  </a:cubicBezTo>
                  <a:cubicBezTo>
                    <a:pt x="5514" y="1229"/>
                    <a:pt x="5942" y="2076"/>
                    <a:pt x="6272" y="3245"/>
                  </a:cubicBezTo>
                  <a:cubicBezTo>
                    <a:pt x="6468" y="3968"/>
                    <a:pt x="6879" y="4797"/>
                    <a:pt x="7726" y="4886"/>
                  </a:cubicBezTo>
                  <a:cubicBezTo>
                    <a:pt x="7768" y="4891"/>
                    <a:pt x="7809" y="4893"/>
                    <a:pt x="7849" y="4893"/>
                  </a:cubicBezTo>
                  <a:cubicBezTo>
                    <a:pt x="8482" y="4893"/>
                    <a:pt x="8945" y="4383"/>
                    <a:pt x="9314" y="3905"/>
                  </a:cubicBezTo>
                  <a:cubicBezTo>
                    <a:pt x="9662" y="3450"/>
                    <a:pt x="9974" y="3013"/>
                    <a:pt x="10501" y="2736"/>
                  </a:cubicBezTo>
                  <a:cubicBezTo>
                    <a:pt x="10762" y="2599"/>
                    <a:pt x="11002" y="2543"/>
                    <a:pt x="11233" y="2543"/>
                  </a:cubicBezTo>
                  <a:cubicBezTo>
                    <a:pt x="11662" y="2543"/>
                    <a:pt x="12058" y="2739"/>
                    <a:pt x="12499" y="2977"/>
                  </a:cubicBezTo>
                  <a:cubicBezTo>
                    <a:pt x="12804" y="3137"/>
                    <a:pt x="13117" y="3206"/>
                    <a:pt x="13428" y="3206"/>
                  </a:cubicBezTo>
                  <a:cubicBezTo>
                    <a:pt x="13936" y="3206"/>
                    <a:pt x="14440" y="3022"/>
                    <a:pt x="14899" y="2745"/>
                  </a:cubicBezTo>
                  <a:cubicBezTo>
                    <a:pt x="15934" y="2121"/>
                    <a:pt x="16728" y="1327"/>
                    <a:pt x="18003" y="1247"/>
                  </a:cubicBezTo>
                  <a:cubicBezTo>
                    <a:pt x="18054" y="1243"/>
                    <a:pt x="18105" y="1242"/>
                    <a:pt x="18157" y="1242"/>
                  </a:cubicBezTo>
                  <a:cubicBezTo>
                    <a:pt x="19210" y="1242"/>
                    <a:pt x="20504" y="1905"/>
                    <a:pt x="21661" y="2041"/>
                  </a:cubicBezTo>
                  <a:cubicBezTo>
                    <a:pt x="21688" y="1907"/>
                    <a:pt x="21714" y="1773"/>
                    <a:pt x="21732" y="1639"/>
                  </a:cubicBezTo>
                  <a:cubicBezTo>
                    <a:pt x="21268" y="1595"/>
                    <a:pt x="20804" y="1461"/>
                    <a:pt x="20385" y="1318"/>
                  </a:cubicBezTo>
                  <a:cubicBezTo>
                    <a:pt x="19626" y="1063"/>
                    <a:pt x="18898" y="825"/>
                    <a:pt x="18116" y="825"/>
                  </a:cubicBezTo>
                  <a:cubicBezTo>
                    <a:pt x="17941" y="825"/>
                    <a:pt x="17764" y="837"/>
                    <a:pt x="17584" y="863"/>
                  </a:cubicBezTo>
                  <a:cubicBezTo>
                    <a:pt x="16540" y="1015"/>
                    <a:pt x="15800" y="1550"/>
                    <a:pt x="14952" y="2130"/>
                  </a:cubicBezTo>
                  <a:cubicBezTo>
                    <a:pt x="14506" y="2434"/>
                    <a:pt x="13992" y="2713"/>
                    <a:pt x="13455" y="2713"/>
                  </a:cubicBezTo>
                  <a:cubicBezTo>
                    <a:pt x="13284" y="2713"/>
                    <a:pt x="13110" y="2685"/>
                    <a:pt x="12936" y="2620"/>
                  </a:cubicBezTo>
                  <a:cubicBezTo>
                    <a:pt x="12499" y="2451"/>
                    <a:pt x="12160" y="2130"/>
                    <a:pt x="11687" y="2041"/>
                  </a:cubicBezTo>
                  <a:cubicBezTo>
                    <a:pt x="11567" y="2017"/>
                    <a:pt x="11445" y="2006"/>
                    <a:pt x="11325" y="2006"/>
                  </a:cubicBezTo>
                  <a:cubicBezTo>
                    <a:pt x="10703" y="2006"/>
                    <a:pt x="10089" y="2296"/>
                    <a:pt x="9626" y="2692"/>
                  </a:cubicBezTo>
                  <a:cubicBezTo>
                    <a:pt x="9139" y="3107"/>
                    <a:pt x="8440" y="4288"/>
                    <a:pt x="7772" y="4288"/>
                  </a:cubicBezTo>
                  <a:cubicBezTo>
                    <a:pt x="7522" y="4288"/>
                    <a:pt x="7276" y="4123"/>
                    <a:pt x="7048" y="3691"/>
                  </a:cubicBezTo>
                  <a:cubicBezTo>
                    <a:pt x="6575" y="2808"/>
                    <a:pt x="6647" y="1871"/>
                    <a:pt x="5897" y="1122"/>
                  </a:cubicBezTo>
                  <a:cubicBezTo>
                    <a:pt x="5362" y="578"/>
                    <a:pt x="4631" y="239"/>
                    <a:pt x="3890" y="87"/>
                  </a:cubicBezTo>
                  <a:cubicBezTo>
                    <a:pt x="3592" y="28"/>
                    <a:pt x="3298" y="0"/>
                    <a:pt x="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4" Type="http://schemas.openxmlformats.org/officeDocument/2006/relationships/theme" Target="../theme/theme1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iny" panose="02000903060500060000"/>
              <a:buNone/>
              <a:defRPr sz="3500">
                <a:solidFill>
                  <a:schemeClr val="dk1"/>
                </a:solidFill>
                <a:latin typeface="Coiny" panose="02000903060500060000"/>
                <a:ea typeface="Coiny" panose="02000903060500060000"/>
                <a:cs typeface="Coiny" panose="02000903060500060000"/>
                <a:sym typeface="Coiny" panose="0200090306050006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idact Gothic" panose="00000500000000000000"/>
              <a:buChar char="●"/>
              <a:defRPr sz="1600">
                <a:solidFill>
                  <a:schemeClr val="dk2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idact Gothic" panose="00000500000000000000"/>
              <a:buChar char="○"/>
              <a:defRPr sz="1600">
                <a:solidFill>
                  <a:schemeClr val="dk2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idact Gothic" panose="00000500000000000000"/>
              <a:buChar char="■"/>
              <a:defRPr sz="1600">
                <a:solidFill>
                  <a:schemeClr val="dk2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idact Gothic" panose="00000500000000000000"/>
              <a:buChar char="●"/>
              <a:defRPr sz="1600">
                <a:solidFill>
                  <a:schemeClr val="dk2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idact Gothic" panose="00000500000000000000"/>
              <a:buChar char="○"/>
              <a:defRPr sz="1600">
                <a:solidFill>
                  <a:schemeClr val="dk2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idact Gothic" panose="00000500000000000000"/>
              <a:buChar char="■"/>
              <a:defRPr sz="1600">
                <a:solidFill>
                  <a:schemeClr val="dk2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idact Gothic" panose="00000500000000000000"/>
              <a:buChar char="●"/>
              <a:defRPr sz="1600">
                <a:solidFill>
                  <a:schemeClr val="dk2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idact Gothic" panose="00000500000000000000"/>
              <a:buChar char="○"/>
              <a:defRPr sz="1600">
                <a:solidFill>
                  <a:schemeClr val="dk2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Didact Gothic" panose="00000500000000000000"/>
              <a:buChar char="■"/>
              <a:defRPr sz="1600">
                <a:solidFill>
                  <a:schemeClr val="dk2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99" Type="http://schemas.openxmlformats.org/officeDocument/2006/relationships/tags" Target="../tags/tag99.xml"/><Relationship Id="rId98" Type="http://schemas.openxmlformats.org/officeDocument/2006/relationships/tags" Target="../tags/tag98.xml"/><Relationship Id="rId97" Type="http://schemas.openxmlformats.org/officeDocument/2006/relationships/tags" Target="../tags/tag97.xml"/><Relationship Id="rId96" Type="http://schemas.openxmlformats.org/officeDocument/2006/relationships/tags" Target="../tags/tag96.xml"/><Relationship Id="rId95" Type="http://schemas.openxmlformats.org/officeDocument/2006/relationships/tags" Target="../tags/tag95.xml"/><Relationship Id="rId94" Type="http://schemas.openxmlformats.org/officeDocument/2006/relationships/tags" Target="../tags/tag94.xml"/><Relationship Id="rId93" Type="http://schemas.openxmlformats.org/officeDocument/2006/relationships/tags" Target="../tags/tag93.xml"/><Relationship Id="rId92" Type="http://schemas.openxmlformats.org/officeDocument/2006/relationships/tags" Target="../tags/tag92.xml"/><Relationship Id="rId91" Type="http://schemas.openxmlformats.org/officeDocument/2006/relationships/tags" Target="../tags/tag91.xml"/><Relationship Id="rId90" Type="http://schemas.openxmlformats.org/officeDocument/2006/relationships/tags" Target="../tags/tag90.xml"/><Relationship Id="rId9" Type="http://schemas.openxmlformats.org/officeDocument/2006/relationships/tags" Target="../tags/tag9.xml"/><Relationship Id="rId89" Type="http://schemas.openxmlformats.org/officeDocument/2006/relationships/tags" Target="../tags/tag89.xml"/><Relationship Id="rId88" Type="http://schemas.openxmlformats.org/officeDocument/2006/relationships/tags" Target="../tags/tag88.xml"/><Relationship Id="rId87" Type="http://schemas.openxmlformats.org/officeDocument/2006/relationships/tags" Target="../tags/tag87.xml"/><Relationship Id="rId86" Type="http://schemas.openxmlformats.org/officeDocument/2006/relationships/tags" Target="../tags/tag86.xml"/><Relationship Id="rId85" Type="http://schemas.openxmlformats.org/officeDocument/2006/relationships/tags" Target="../tags/tag85.xml"/><Relationship Id="rId84" Type="http://schemas.openxmlformats.org/officeDocument/2006/relationships/tags" Target="../tags/tag84.xml"/><Relationship Id="rId83" Type="http://schemas.openxmlformats.org/officeDocument/2006/relationships/tags" Target="../tags/tag83.xml"/><Relationship Id="rId82" Type="http://schemas.openxmlformats.org/officeDocument/2006/relationships/tags" Target="../tags/tag82.xml"/><Relationship Id="rId81" Type="http://schemas.openxmlformats.org/officeDocument/2006/relationships/tags" Target="../tags/tag81.xml"/><Relationship Id="rId80" Type="http://schemas.openxmlformats.org/officeDocument/2006/relationships/tags" Target="../tags/tag80.xml"/><Relationship Id="rId8" Type="http://schemas.openxmlformats.org/officeDocument/2006/relationships/tags" Target="../tags/tag8.xml"/><Relationship Id="rId79" Type="http://schemas.openxmlformats.org/officeDocument/2006/relationships/tags" Target="../tags/tag79.xml"/><Relationship Id="rId78" Type="http://schemas.openxmlformats.org/officeDocument/2006/relationships/tags" Target="../tags/tag78.xml"/><Relationship Id="rId77" Type="http://schemas.openxmlformats.org/officeDocument/2006/relationships/tags" Target="../tags/tag77.xml"/><Relationship Id="rId76" Type="http://schemas.openxmlformats.org/officeDocument/2006/relationships/tags" Target="../tags/tag76.xml"/><Relationship Id="rId75" Type="http://schemas.openxmlformats.org/officeDocument/2006/relationships/tags" Target="../tags/tag75.xml"/><Relationship Id="rId74" Type="http://schemas.openxmlformats.org/officeDocument/2006/relationships/tags" Target="../tags/tag74.xml"/><Relationship Id="rId73" Type="http://schemas.openxmlformats.org/officeDocument/2006/relationships/tags" Target="../tags/tag73.xml"/><Relationship Id="rId72" Type="http://schemas.openxmlformats.org/officeDocument/2006/relationships/tags" Target="../tags/tag72.xml"/><Relationship Id="rId71" Type="http://schemas.openxmlformats.org/officeDocument/2006/relationships/tags" Target="../tags/tag71.xml"/><Relationship Id="rId70" Type="http://schemas.openxmlformats.org/officeDocument/2006/relationships/tags" Target="../tags/tag70.xml"/><Relationship Id="rId7" Type="http://schemas.openxmlformats.org/officeDocument/2006/relationships/tags" Target="../tags/tag7.xml"/><Relationship Id="rId69" Type="http://schemas.openxmlformats.org/officeDocument/2006/relationships/tags" Target="../tags/tag69.xml"/><Relationship Id="rId68" Type="http://schemas.openxmlformats.org/officeDocument/2006/relationships/tags" Target="../tags/tag68.xml"/><Relationship Id="rId67" Type="http://schemas.openxmlformats.org/officeDocument/2006/relationships/tags" Target="../tags/tag67.xml"/><Relationship Id="rId66" Type="http://schemas.openxmlformats.org/officeDocument/2006/relationships/tags" Target="../tags/tag66.xml"/><Relationship Id="rId65" Type="http://schemas.openxmlformats.org/officeDocument/2006/relationships/tags" Target="../tags/tag65.xml"/><Relationship Id="rId64" Type="http://schemas.openxmlformats.org/officeDocument/2006/relationships/tags" Target="../tags/tag64.xml"/><Relationship Id="rId63" Type="http://schemas.openxmlformats.org/officeDocument/2006/relationships/tags" Target="../tags/tag63.xml"/><Relationship Id="rId62" Type="http://schemas.openxmlformats.org/officeDocument/2006/relationships/tags" Target="../tags/tag62.xml"/><Relationship Id="rId61" Type="http://schemas.openxmlformats.org/officeDocument/2006/relationships/tags" Target="../tags/tag61.xml"/><Relationship Id="rId60" Type="http://schemas.openxmlformats.org/officeDocument/2006/relationships/tags" Target="../tags/tag60.xml"/><Relationship Id="rId6" Type="http://schemas.openxmlformats.org/officeDocument/2006/relationships/tags" Target="../tags/tag6.xml"/><Relationship Id="rId59" Type="http://schemas.openxmlformats.org/officeDocument/2006/relationships/tags" Target="../tags/tag59.xml"/><Relationship Id="rId58" Type="http://schemas.openxmlformats.org/officeDocument/2006/relationships/tags" Target="../tags/tag58.xml"/><Relationship Id="rId57" Type="http://schemas.openxmlformats.org/officeDocument/2006/relationships/tags" Target="../tags/tag57.xml"/><Relationship Id="rId56" Type="http://schemas.openxmlformats.org/officeDocument/2006/relationships/tags" Target="../tags/tag56.xml"/><Relationship Id="rId55" Type="http://schemas.openxmlformats.org/officeDocument/2006/relationships/tags" Target="../tags/tag55.xml"/><Relationship Id="rId54" Type="http://schemas.openxmlformats.org/officeDocument/2006/relationships/tags" Target="../tags/tag54.xml"/><Relationship Id="rId53" Type="http://schemas.openxmlformats.org/officeDocument/2006/relationships/tags" Target="../tags/tag53.xml"/><Relationship Id="rId52" Type="http://schemas.openxmlformats.org/officeDocument/2006/relationships/tags" Target="../tags/tag52.xml"/><Relationship Id="rId51" Type="http://schemas.openxmlformats.org/officeDocument/2006/relationships/tags" Target="../tags/tag51.xml"/><Relationship Id="rId50" Type="http://schemas.openxmlformats.org/officeDocument/2006/relationships/tags" Target="../tags/tag50.xml"/><Relationship Id="rId5" Type="http://schemas.openxmlformats.org/officeDocument/2006/relationships/tags" Target="../tags/tag5.xml"/><Relationship Id="rId49" Type="http://schemas.openxmlformats.org/officeDocument/2006/relationships/tags" Target="../tags/tag49.xml"/><Relationship Id="rId48" Type="http://schemas.openxmlformats.org/officeDocument/2006/relationships/tags" Target="../tags/tag48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2" Type="http://schemas.openxmlformats.org/officeDocument/2006/relationships/notesSlide" Target="../notesSlides/notesSlide12.xml"/><Relationship Id="rId161" Type="http://schemas.openxmlformats.org/officeDocument/2006/relationships/slideLayout" Target="../slideLayouts/slideLayout19.xml"/><Relationship Id="rId160" Type="http://schemas.openxmlformats.org/officeDocument/2006/relationships/tags" Target="../tags/tag160.xml"/><Relationship Id="rId16" Type="http://schemas.openxmlformats.org/officeDocument/2006/relationships/tags" Target="../tags/tag16.xml"/><Relationship Id="rId159" Type="http://schemas.openxmlformats.org/officeDocument/2006/relationships/tags" Target="../tags/tag159.xml"/><Relationship Id="rId158" Type="http://schemas.openxmlformats.org/officeDocument/2006/relationships/tags" Target="../tags/tag158.xml"/><Relationship Id="rId157" Type="http://schemas.openxmlformats.org/officeDocument/2006/relationships/tags" Target="../tags/tag157.xml"/><Relationship Id="rId156" Type="http://schemas.openxmlformats.org/officeDocument/2006/relationships/tags" Target="../tags/tag156.xml"/><Relationship Id="rId155" Type="http://schemas.openxmlformats.org/officeDocument/2006/relationships/tags" Target="../tags/tag155.xml"/><Relationship Id="rId154" Type="http://schemas.openxmlformats.org/officeDocument/2006/relationships/tags" Target="../tags/tag154.xml"/><Relationship Id="rId153" Type="http://schemas.openxmlformats.org/officeDocument/2006/relationships/tags" Target="../tags/tag153.xml"/><Relationship Id="rId152" Type="http://schemas.openxmlformats.org/officeDocument/2006/relationships/tags" Target="../tags/tag152.xml"/><Relationship Id="rId151" Type="http://schemas.openxmlformats.org/officeDocument/2006/relationships/tags" Target="../tags/tag151.xml"/><Relationship Id="rId150" Type="http://schemas.openxmlformats.org/officeDocument/2006/relationships/tags" Target="../tags/tag150.xml"/><Relationship Id="rId15" Type="http://schemas.openxmlformats.org/officeDocument/2006/relationships/tags" Target="../tags/tag15.xml"/><Relationship Id="rId149" Type="http://schemas.openxmlformats.org/officeDocument/2006/relationships/tags" Target="../tags/tag149.xml"/><Relationship Id="rId148" Type="http://schemas.openxmlformats.org/officeDocument/2006/relationships/tags" Target="../tags/tag148.xml"/><Relationship Id="rId147" Type="http://schemas.openxmlformats.org/officeDocument/2006/relationships/tags" Target="../tags/tag147.xml"/><Relationship Id="rId146" Type="http://schemas.openxmlformats.org/officeDocument/2006/relationships/tags" Target="../tags/tag146.xml"/><Relationship Id="rId145" Type="http://schemas.openxmlformats.org/officeDocument/2006/relationships/tags" Target="../tags/tag145.xml"/><Relationship Id="rId144" Type="http://schemas.openxmlformats.org/officeDocument/2006/relationships/tags" Target="../tags/tag144.xml"/><Relationship Id="rId143" Type="http://schemas.openxmlformats.org/officeDocument/2006/relationships/tags" Target="../tags/tag143.xml"/><Relationship Id="rId142" Type="http://schemas.openxmlformats.org/officeDocument/2006/relationships/tags" Target="../tags/tag142.xml"/><Relationship Id="rId141" Type="http://schemas.openxmlformats.org/officeDocument/2006/relationships/tags" Target="../tags/tag141.xml"/><Relationship Id="rId140" Type="http://schemas.openxmlformats.org/officeDocument/2006/relationships/tags" Target="../tags/tag140.xml"/><Relationship Id="rId14" Type="http://schemas.openxmlformats.org/officeDocument/2006/relationships/tags" Target="../tags/tag14.xml"/><Relationship Id="rId139" Type="http://schemas.openxmlformats.org/officeDocument/2006/relationships/tags" Target="../tags/tag139.xml"/><Relationship Id="rId138" Type="http://schemas.openxmlformats.org/officeDocument/2006/relationships/tags" Target="../tags/tag138.xml"/><Relationship Id="rId137" Type="http://schemas.openxmlformats.org/officeDocument/2006/relationships/tags" Target="../tags/tag137.xml"/><Relationship Id="rId136" Type="http://schemas.openxmlformats.org/officeDocument/2006/relationships/tags" Target="../tags/tag136.xml"/><Relationship Id="rId135" Type="http://schemas.openxmlformats.org/officeDocument/2006/relationships/tags" Target="../tags/tag135.xml"/><Relationship Id="rId134" Type="http://schemas.openxmlformats.org/officeDocument/2006/relationships/tags" Target="../tags/tag134.xml"/><Relationship Id="rId133" Type="http://schemas.openxmlformats.org/officeDocument/2006/relationships/tags" Target="../tags/tag133.xml"/><Relationship Id="rId132" Type="http://schemas.openxmlformats.org/officeDocument/2006/relationships/tags" Target="../tags/tag132.xml"/><Relationship Id="rId131" Type="http://schemas.openxmlformats.org/officeDocument/2006/relationships/tags" Target="../tags/tag131.xml"/><Relationship Id="rId130" Type="http://schemas.openxmlformats.org/officeDocument/2006/relationships/tags" Target="../tags/tag130.xml"/><Relationship Id="rId13" Type="http://schemas.openxmlformats.org/officeDocument/2006/relationships/tags" Target="../tags/tag13.xml"/><Relationship Id="rId129" Type="http://schemas.openxmlformats.org/officeDocument/2006/relationships/tags" Target="../tags/tag129.xml"/><Relationship Id="rId128" Type="http://schemas.openxmlformats.org/officeDocument/2006/relationships/tags" Target="../tags/tag128.xml"/><Relationship Id="rId127" Type="http://schemas.openxmlformats.org/officeDocument/2006/relationships/tags" Target="../tags/tag127.xml"/><Relationship Id="rId126" Type="http://schemas.openxmlformats.org/officeDocument/2006/relationships/tags" Target="../tags/tag126.xml"/><Relationship Id="rId125" Type="http://schemas.openxmlformats.org/officeDocument/2006/relationships/tags" Target="../tags/tag125.xml"/><Relationship Id="rId124" Type="http://schemas.openxmlformats.org/officeDocument/2006/relationships/tags" Target="../tags/tag124.xml"/><Relationship Id="rId123" Type="http://schemas.openxmlformats.org/officeDocument/2006/relationships/tags" Target="../tags/tag123.xml"/><Relationship Id="rId122" Type="http://schemas.openxmlformats.org/officeDocument/2006/relationships/tags" Target="../tags/tag122.xml"/><Relationship Id="rId121" Type="http://schemas.openxmlformats.org/officeDocument/2006/relationships/tags" Target="../tags/tag121.xml"/><Relationship Id="rId120" Type="http://schemas.openxmlformats.org/officeDocument/2006/relationships/tags" Target="../tags/tag120.xml"/><Relationship Id="rId12" Type="http://schemas.openxmlformats.org/officeDocument/2006/relationships/tags" Target="../tags/tag12.xml"/><Relationship Id="rId119" Type="http://schemas.openxmlformats.org/officeDocument/2006/relationships/tags" Target="../tags/tag119.xml"/><Relationship Id="rId118" Type="http://schemas.openxmlformats.org/officeDocument/2006/relationships/tags" Target="../tags/tag118.xml"/><Relationship Id="rId117" Type="http://schemas.openxmlformats.org/officeDocument/2006/relationships/tags" Target="../tags/tag117.xml"/><Relationship Id="rId116" Type="http://schemas.openxmlformats.org/officeDocument/2006/relationships/tags" Target="../tags/tag116.xml"/><Relationship Id="rId115" Type="http://schemas.openxmlformats.org/officeDocument/2006/relationships/tags" Target="../tags/tag115.xml"/><Relationship Id="rId114" Type="http://schemas.openxmlformats.org/officeDocument/2006/relationships/tags" Target="../tags/tag114.xml"/><Relationship Id="rId113" Type="http://schemas.openxmlformats.org/officeDocument/2006/relationships/tags" Target="../tags/tag113.xml"/><Relationship Id="rId112" Type="http://schemas.openxmlformats.org/officeDocument/2006/relationships/tags" Target="../tags/tag112.xml"/><Relationship Id="rId111" Type="http://schemas.openxmlformats.org/officeDocument/2006/relationships/tags" Target="../tags/tag111.xml"/><Relationship Id="rId110" Type="http://schemas.openxmlformats.org/officeDocument/2006/relationships/tags" Target="../tags/tag110.xml"/><Relationship Id="rId11" Type="http://schemas.openxmlformats.org/officeDocument/2006/relationships/tags" Target="../tags/tag11.xml"/><Relationship Id="rId109" Type="http://schemas.openxmlformats.org/officeDocument/2006/relationships/tags" Target="../tags/tag109.xml"/><Relationship Id="rId108" Type="http://schemas.openxmlformats.org/officeDocument/2006/relationships/tags" Target="../tags/tag108.xml"/><Relationship Id="rId107" Type="http://schemas.openxmlformats.org/officeDocument/2006/relationships/tags" Target="../tags/tag107.xml"/><Relationship Id="rId106" Type="http://schemas.openxmlformats.org/officeDocument/2006/relationships/tags" Target="../tags/tag106.xml"/><Relationship Id="rId105" Type="http://schemas.openxmlformats.org/officeDocument/2006/relationships/tags" Target="../tags/tag105.xml"/><Relationship Id="rId104" Type="http://schemas.openxmlformats.org/officeDocument/2006/relationships/tags" Target="../tags/tag104.xml"/><Relationship Id="rId103" Type="http://schemas.openxmlformats.org/officeDocument/2006/relationships/tags" Target="../tags/tag103.xml"/><Relationship Id="rId102" Type="http://schemas.openxmlformats.org/officeDocument/2006/relationships/tags" Target="../tags/tag102.xml"/><Relationship Id="rId101" Type="http://schemas.openxmlformats.org/officeDocument/2006/relationships/tags" Target="../tags/tag101.xml"/><Relationship Id="rId100" Type="http://schemas.openxmlformats.org/officeDocument/2006/relationships/tags" Target="../tags/tag100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6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37"/>
          <p:cNvSpPr txBox="1"/>
          <p:nvPr>
            <p:ph type="ctrTitle"/>
          </p:nvPr>
        </p:nvSpPr>
        <p:spPr>
          <a:xfrm>
            <a:off x="1367155" y="1410335"/>
            <a:ext cx="5927725" cy="255333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>
                <a:solidFill>
                  <a:schemeClr val="accent1"/>
                </a:solidFill>
              </a:rPr>
              <a:t>A NEW ADVENTURE IN ICECREAM</a:t>
            </a:r>
            <a:endParaRPr lang="en-US" sz="6800">
              <a:solidFill>
                <a:schemeClr val="accent1"/>
              </a:solidFill>
            </a:endParaRPr>
          </a:p>
        </p:txBody>
      </p:sp>
      <p:grpSp>
        <p:nvGrpSpPr>
          <p:cNvPr id="1224" name="Google Shape;1224;p37"/>
          <p:cNvGrpSpPr/>
          <p:nvPr/>
        </p:nvGrpSpPr>
        <p:grpSpPr>
          <a:xfrm rot="-3160207">
            <a:off x="7280065" y="2682573"/>
            <a:ext cx="910770" cy="372372"/>
            <a:chOff x="6810700" y="1337175"/>
            <a:chExt cx="300650" cy="122925"/>
          </a:xfrm>
        </p:grpSpPr>
        <p:sp>
          <p:nvSpPr>
            <p:cNvPr id="1225" name="Google Shape;1225;p37"/>
            <p:cNvSpPr/>
            <p:nvPr/>
          </p:nvSpPr>
          <p:spPr>
            <a:xfrm>
              <a:off x="6810700" y="1340300"/>
              <a:ext cx="113750" cy="119800"/>
            </a:xfrm>
            <a:custGeom>
              <a:avLst/>
              <a:gdLst/>
              <a:ahLst/>
              <a:cxnLst/>
              <a:rect l="l" t="t" r="r" b="b"/>
              <a:pathLst>
                <a:path w="4550" h="4792" extrusionOk="0">
                  <a:moveTo>
                    <a:pt x="2489" y="0"/>
                  </a:moveTo>
                  <a:cubicBezTo>
                    <a:pt x="2294" y="0"/>
                    <a:pt x="2091" y="60"/>
                    <a:pt x="1900" y="190"/>
                  </a:cubicBezTo>
                  <a:cubicBezTo>
                    <a:pt x="1026" y="787"/>
                    <a:pt x="0" y="1804"/>
                    <a:pt x="205" y="2982"/>
                  </a:cubicBezTo>
                  <a:cubicBezTo>
                    <a:pt x="399" y="4093"/>
                    <a:pt x="1292" y="4792"/>
                    <a:pt x="1932" y="4792"/>
                  </a:cubicBezTo>
                  <a:cubicBezTo>
                    <a:pt x="1970" y="4792"/>
                    <a:pt x="2007" y="4789"/>
                    <a:pt x="2043" y="4784"/>
                  </a:cubicBezTo>
                  <a:cubicBezTo>
                    <a:pt x="2677" y="4695"/>
                    <a:pt x="4238" y="4588"/>
                    <a:pt x="4389" y="3607"/>
                  </a:cubicBezTo>
                  <a:cubicBezTo>
                    <a:pt x="4550" y="2616"/>
                    <a:pt x="4113" y="2099"/>
                    <a:pt x="3471" y="1831"/>
                  </a:cubicBezTo>
                  <a:cubicBezTo>
                    <a:pt x="3791" y="753"/>
                    <a:pt x="3183" y="0"/>
                    <a:pt x="2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6" name="Google Shape;1226;p37"/>
            <p:cNvSpPr/>
            <p:nvPr/>
          </p:nvSpPr>
          <p:spPr>
            <a:xfrm>
              <a:off x="6887850" y="1337175"/>
              <a:ext cx="223500" cy="121350"/>
            </a:xfrm>
            <a:custGeom>
              <a:avLst/>
              <a:gdLst/>
              <a:ahLst/>
              <a:cxnLst/>
              <a:rect l="l" t="t" r="r" b="b"/>
              <a:pathLst>
                <a:path w="8940" h="4854" extrusionOk="0">
                  <a:moveTo>
                    <a:pt x="4793" y="1"/>
                  </a:moveTo>
                  <a:cubicBezTo>
                    <a:pt x="4593" y="1"/>
                    <a:pt x="4393" y="16"/>
                    <a:pt x="4194" y="47"/>
                  </a:cubicBezTo>
                  <a:cubicBezTo>
                    <a:pt x="3061" y="234"/>
                    <a:pt x="1999" y="698"/>
                    <a:pt x="1089" y="1367"/>
                  </a:cubicBezTo>
                  <a:cubicBezTo>
                    <a:pt x="875" y="1528"/>
                    <a:pt x="652" y="1671"/>
                    <a:pt x="385" y="1751"/>
                  </a:cubicBezTo>
                  <a:cubicBezTo>
                    <a:pt x="197" y="1813"/>
                    <a:pt x="1" y="1938"/>
                    <a:pt x="99" y="2322"/>
                  </a:cubicBezTo>
                  <a:cubicBezTo>
                    <a:pt x="206" y="2277"/>
                    <a:pt x="277" y="2260"/>
                    <a:pt x="340" y="2215"/>
                  </a:cubicBezTo>
                  <a:cubicBezTo>
                    <a:pt x="474" y="2126"/>
                    <a:pt x="599" y="2019"/>
                    <a:pt x="732" y="1921"/>
                  </a:cubicBezTo>
                  <a:cubicBezTo>
                    <a:pt x="1054" y="1689"/>
                    <a:pt x="1393" y="1466"/>
                    <a:pt x="1732" y="1251"/>
                  </a:cubicBezTo>
                  <a:cubicBezTo>
                    <a:pt x="1964" y="1109"/>
                    <a:pt x="2187" y="948"/>
                    <a:pt x="2427" y="841"/>
                  </a:cubicBezTo>
                  <a:cubicBezTo>
                    <a:pt x="2945" y="600"/>
                    <a:pt x="3489" y="431"/>
                    <a:pt x="4042" y="333"/>
                  </a:cubicBezTo>
                  <a:cubicBezTo>
                    <a:pt x="4351" y="273"/>
                    <a:pt x="4662" y="237"/>
                    <a:pt x="4971" y="237"/>
                  </a:cubicBezTo>
                  <a:cubicBezTo>
                    <a:pt x="5259" y="237"/>
                    <a:pt x="5546" y="268"/>
                    <a:pt x="5826" y="342"/>
                  </a:cubicBezTo>
                  <a:cubicBezTo>
                    <a:pt x="6388" y="484"/>
                    <a:pt x="6897" y="779"/>
                    <a:pt x="7361" y="1136"/>
                  </a:cubicBezTo>
                  <a:cubicBezTo>
                    <a:pt x="7628" y="1350"/>
                    <a:pt x="7887" y="1590"/>
                    <a:pt x="8119" y="1867"/>
                  </a:cubicBezTo>
                  <a:cubicBezTo>
                    <a:pt x="8342" y="2135"/>
                    <a:pt x="8556" y="2429"/>
                    <a:pt x="8681" y="2750"/>
                  </a:cubicBezTo>
                  <a:cubicBezTo>
                    <a:pt x="8699" y="2804"/>
                    <a:pt x="8690" y="2848"/>
                    <a:pt x="8699" y="2893"/>
                  </a:cubicBezTo>
                  <a:cubicBezTo>
                    <a:pt x="8690" y="2938"/>
                    <a:pt x="8681" y="2982"/>
                    <a:pt x="8672" y="3027"/>
                  </a:cubicBezTo>
                  <a:cubicBezTo>
                    <a:pt x="8654" y="3152"/>
                    <a:pt x="8610" y="3285"/>
                    <a:pt x="8556" y="3410"/>
                  </a:cubicBezTo>
                  <a:cubicBezTo>
                    <a:pt x="8512" y="3535"/>
                    <a:pt x="8440" y="3660"/>
                    <a:pt x="8378" y="3776"/>
                  </a:cubicBezTo>
                  <a:cubicBezTo>
                    <a:pt x="8235" y="4017"/>
                    <a:pt x="8066" y="4240"/>
                    <a:pt x="7860" y="4418"/>
                  </a:cubicBezTo>
                  <a:cubicBezTo>
                    <a:pt x="7771" y="4499"/>
                    <a:pt x="7673" y="4543"/>
                    <a:pt x="7566" y="4579"/>
                  </a:cubicBezTo>
                  <a:cubicBezTo>
                    <a:pt x="7517" y="4588"/>
                    <a:pt x="7463" y="4592"/>
                    <a:pt x="7409" y="4592"/>
                  </a:cubicBezTo>
                  <a:cubicBezTo>
                    <a:pt x="7354" y="4592"/>
                    <a:pt x="7298" y="4588"/>
                    <a:pt x="7245" y="4579"/>
                  </a:cubicBezTo>
                  <a:cubicBezTo>
                    <a:pt x="7040" y="4552"/>
                    <a:pt x="6826" y="4454"/>
                    <a:pt x="6674" y="4302"/>
                  </a:cubicBezTo>
                  <a:cubicBezTo>
                    <a:pt x="6513" y="4151"/>
                    <a:pt x="6406" y="3937"/>
                    <a:pt x="6397" y="3714"/>
                  </a:cubicBezTo>
                  <a:cubicBezTo>
                    <a:pt x="6397" y="3375"/>
                    <a:pt x="6576" y="3045"/>
                    <a:pt x="6826" y="2830"/>
                  </a:cubicBezTo>
                  <a:cubicBezTo>
                    <a:pt x="6888" y="2777"/>
                    <a:pt x="6959" y="2732"/>
                    <a:pt x="7031" y="2697"/>
                  </a:cubicBezTo>
                  <a:cubicBezTo>
                    <a:pt x="7090" y="2667"/>
                    <a:pt x="7155" y="2650"/>
                    <a:pt x="7206" y="2650"/>
                  </a:cubicBezTo>
                  <a:cubicBezTo>
                    <a:pt x="7217" y="2650"/>
                    <a:pt x="7227" y="2651"/>
                    <a:pt x="7236" y="2652"/>
                  </a:cubicBezTo>
                  <a:cubicBezTo>
                    <a:pt x="7316" y="2661"/>
                    <a:pt x="7396" y="2679"/>
                    <a:pt x="7450" y="2715"/>
                  </a:cubicBezTo>
                  <a:cubicBezTo>
                    <a:pt x="7503" y="2741"/>
                    <a:pt x="7530" y="2786"/>
                    <a:pt x="7557" y="2857"/>
                  </a:cubicBezTo>
                  <a:cubicBezTo>
                    <a:pt x="7566" y="2884"/>
                    <a:pt x="7557" y="2929"/>
                    <a:pt x="7584" y="2955"/>
                  </a:cubicBezTo>
                  <a:cubicBezTo>
                    <a:pt x="7619" y="2982"/>
                    <a:pt x="7682" y="3036"/>
                    <a:pt x="7735" y="3036"/>
                  </a:cubicBezTo>
                  <a:cubicBezTo>
                    <a:pt x="7798" y="3027"/>
                    <a:pt x="7896" y="2964"/>
                    <a:pt x="7905" y="2920"/>
                  </a:cubicBezTo>
                  <a:cubicBezTo>
                    <a:pt x="7923" y="2848"/>
                    <a:pt x="7878" y="2768"/>
                    <a:pt x="7825" y="2688"/>
                  </a:cubicBezTo>
                  <a:cubicBezTo>
                    <a:pt x="7789" y="2625"/>
                    <a:pt x="7727" y="2563"/>
                    <a:pt x="7655" y="2527"/>
                  </a:cubicBezTo>
                  <a:cubicBezTo>
                    <a:pt x="7584" y="2483"/>
                    <a:pt x="7512" y="2465"/>
                    <a:pt x="7450" y="2447"/>
                  </a:cubicBezTo>
                  <a:cubicBezTo>
                    <a:pt x="7396" y="2429"/>
                    <a:pt x="7343" y="2420"/>
                    <a:pt x="7289" y="2411"/>
                  </a:cubicBezTo>
                  <a:cubicBezTo>
                    <a:pt x="7272" y="2411"/>
                    <a:pt x="7236" y="2402"/>
                    <a:pt x="7200" y="2402"/>
                  </a:cubicBezTo>
                  <a:cubicBezTo>
                    <a:pt x="7156" y="2402"/>
                    <a:pt x="7129" y="2411"/>
                    <a:pt x="7093" y="2420"/>
                  </a:cubicBezTo>
                  <a:cubicBezTo>
                    <a:pt x="6977" y="2447"/>
                    <a:pt x="6870" y="2500"/>
                    <a:pt x="6781" y="2563"/>
                  </a:cubicBezTo>
                  <a:cubicBezTo>
                    <a:pt x="6602" y="2688"/>
                    <a:pt x="6460" y="2848"/>
                    <a:pt x="6344" y="3036"/>
                  </a:cubicBezTo>
                  <a:cubicBezTo>
                    <a:pt x="6237" y="3223"/>
                    <a:pt x="6165" y="3437"/>
                    <a:pt x="6156" y="3669"/>
                  </a:cubicBezTo>
                  <a:cubicBezTo>
                    <a:pt x="6148" y="3910"/>
                    <a:pt x="6237" y="4142"/>
                    <a:pt x="6362" y="4329"/>
                  </a:cubicBezTo>
                  <a:cubicBezTo>
                    <a:pt x="6540" y="4570"/>
                    <a:pt x="6790" y="4749"/>
                    <a:pt x="7075" y="4820"/>
                  </a:cubicBezTo>
                  <a:cubicBezTo>
                    <a:pt x="7167" y="4841"/>
                    <a:pt x="7256" y="4853"/>
                    <a:pt x="7347" y="4853"/>
                  </a:cubicBezTo>
                  <a:cubicBezTo>
                    <a:pt x="7406" y="4853"/>
                    <a:pt x="7467" y="4848"/>
                    <a:pt x="7530" y="4838"/>
                  </a:cubicBezTo>
                  <a:cubicBezTo>
                    <a:pt x="7700" y="4811"/>
                    <a:pt x="7825" y="4731"/>
                    <a:pt x="7941" y="4650"/>
                  </a:cubicBezTo>
                  <a:cubicBezTo>
                    <a:pt x="8164" y="4481"/>
                    <a:pt x="8333" y="4276"/>
                    <a:pt x="8476" y="4062"/>
                  </a:cubicBezTo>
                  <a:cubicBezTo>
                    <a:pt x="8628" y="3847"/>
                    <a:pt x="8744" y="3624"/>
                    <a:pt x="8833" y="3375"/>
                  </a:cubicBezTo>
                  <a:cubicBezTo>
                    <a:pt x="8886" y="3214"/>
                    <a:pt x="8940" y="3054"/>
                    <a:pt x="8913" y="2866"/>
                  </a:cubicBezTo>
                  <a:cubicBezTo>
                    <a:pt x="8886" y="2670"/>
                    <a:pt x="8806" y="2536"/>
                    <a:pt x="8735" y="2393"/>
                  </a:cubicBezTo>
                  <a:cubicBezTo>
                    <a:pt x="8583" y="2117"/>
                    <a:pt x="8396" y="1867"/>
                    <a:pt x="8190" y="1635"/>
                  </a:cubicBezTo>
                  <a:cubicBezTo>
                    <a:pt x="7593" y="921"/>
                    <a:pt x="6790" y="350"/>
                    <a:pt x="5871" y="136"/>
                  </a:cubicBezTo>
                  <a:cubicBezTo>
                    <a:pt x="5520" y="50"/>
                    <a:pt x="5157" y="1"/>
                    <a:pt x="4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7" name="Google Shape;1227;p37"/>
            <p:cNvSpPr/>
            <p:nvPr/>
          </p:nvSpPr>
          <p:spPr>
            <a:xfrm>
              <a:off x="6842750" y="1350575"/>
              <a:ext cx="36925" cy="18075"/>
            </a:xfrm>
            <a:custGeom>
              <a:avLst/>
              <a:gdLst/>
              <a:ahLst/>
              <a:cxnLst/>
              <a:rect l="l" t="t" r="r" b="b"/>
              <a:pathLst>
                <a:path w="1477" h="723" extrusionOk="0">
                  <a:moveTo>
                    <a:pt x="1114" y="0"/>
                  </a:moveTo>
                  <a:cubicBezTo>
                    <a:pt x="695" y="0"/>
                    <a:pt x="341" y="306"/>
                    <a:pt x="47" y="600"/>
                  </a:cubicBezTo>
                  <a:cubicBezTo>
                    <a:pt x="0" y="653"/>
                    <a:pt x="50" y="722"/>
                    <a:pt x="107" y="722"/>
                  </a:cubicBezTo>
                  <a:cubicBezTo>
                    <a:pt x="126" y="722"/>
                    <a:pt x="146" y="715"/>
                    <a:pt x="163" y="698"/>
                  </a:cubicBezTo>
                  <a:cubicBezTo>
                    <a:pt x="429" y="432"/>
                    <a:pt x="743" y="149"/>
                    <a:pt x="1121" y="149"/>
                  </a:cubicBezTo>
                  <a:cubicBezTo>
                    <a:pt x="1200" y="149"/>
                    <a:pt x="1282" y="161"/>
                    <a:pt x="1368" y="189"/>
                  </a:cubicBezTo>
                  <a:cubicBezTo>
                    <a:pt x="1375" y="191"/>
                    <a:pt x="1382" y="192"/>
                    <a:pt x="1389" y="192"/>
                  </a:cubicBezTo>
                  <a:cubicBezTo>
                    <a:pt x="1461" y="192"/>
                    <a:pt x="1476" y="71"/>
                    <a:pt x="1395" y="46"/>
                  </a:cubicBezTo>
                  <a:cubicBezTo>
                    <a:pt x="1298" y="15"/>
                    <a:pt x="1204" y="0"/>
                    <a:pt x="1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8" name="Google Shape;1228;p37"/>
            <p:cNvSpPr/>
            <p:nvPr/>
          </p:nvSpPr>
          <p:spPr>
            <a:xfrm>
              <a:off x="6880500" y="1355525"/>
              <a:ext cx="5150" cy="3800"/>
            </a:xfrm>
            <a:custGeom>
              <a:avLst/>
              <a:gdLst/>
              <a:ahLst/>
              <a:cxnLst/>
              <a:rect l="l" t="t" r="r" b="b"/>
              <a:pathLst>
                <a:path w="206" h="152" extrusionOk="0">
                  <a:moveTo>
                    <a:pt x="99" y="0"/>
                  </a:moveTo>
                  <a:cubicBezTo>
                    <a:pt x="1" y="0"/>
                    <a:pt x="9" y="152"/>
                    <a:pt x="108" y="152"/>
                  </a:cubicBezTo>
                  <a:cubicBezTo>
                    <a:pt x="206" y="152"/>
                    <a:pt x="197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29" name="Google Shape;1229;p37"/>
          <p:cNvGrpSpPr/>
          <p:nvPr/>
        </p:nvGrpSpPr>
        <p:grpSpPr>
          <a:xfrm rot="-6952845" flipH="1">
            <a:off x="936778" y="2250392"/>
            <a:ext cx="910767" cy="372374"/>
            <a:chOff x="6810700" y="1337175"/>
            <a:chExt cx="300650" cy="122925"/>
          </a:xfrm>
        </p:grpSpPr>
        <p:sp>
          <p:nvSpPr>
            <p:cNvPr id="1230" name="Google Shape;1230;p37"/>
            <p:cNvSpPr/>
            <p:nvPr/>
          </p:nvSpPr>
          <p:spPr>
            <a:xfrm>
              <a:off x="6810700" y="1340300"/>
              <a:ext cx="113750" cy="119800"/>
            </a:xfrm>
            <a:custGeom>
              <a:avLst/>
              <a:gdLst/>
              <a:ahLst/>
              <a:cxnLst/>
              <a:rect l="l" t="t" r="r" b="b"/>
              <a:pathLst>
                <a:path w="4550" h="4792" extrusionOk="0">
                  <a:moveTo>
                    <a:pt x="2489" y="0"/>
                  </a:moveTo>
                  <a:cubicBezTo>
                    <a:pt x="2294" y="0"/>
                    <a:pt x="2091" y="60"/>
                    <a:pt x="1900" y="190"/>
                  </a:cubicBezTo>
                  <a:cubicBezTo>
                    <a:pt x="1026" y="787"/>
                    <a:pt x="0" y="1804"/>
                    <a:pt x="205" y="2982"/>
                  </a:cubicBezTo>
                  <a:cubicBezTo>
                    <a:pt x="399" y="4093"/>
                    <a:pt x="1292" y="4792"/>
                    <a:pt x="1932" y="4792"/>
                  </a:cubicBezTo>
                  <a:cubicBezTo>
                    <a:pt x="1970" y="4792"/>
                    <a:pt x="2007" y="4789"/>
                    <a:pt x="2043" y="4784"/>
                  </a:cubicBezTo>
                  <a:cubicBezTo>
                    <a:pt x="2677" y="4695"/>
                    <a:pt x="4238" y="4588"/>
                    <a:pt x="4389" y="3607"/>
                  </a:cubicBezTo>
                  <a:cubicBezTo>
                    <a:pt x="4550" y="2616"/>
                    <a:pt x="4113" y="2099"/>
                    <a:pt x="3471" y="1831"/>
                  </a:cubicBezTo>
                  <a:cubicBezTo>
                    <a:pt x="3791" y="753"/>
                    <a:pt x="3183" y="0"/>
                    <a:pt x="2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1" name="Google Shape;1231;p37"/>
            <p:cNvSpPr/>
            <p:nvPr/>
          </p:nvSpPr>
          <p:spPr>
            <a:xfrm>
              <a:off x="6887850" y="1337175"/>
              <a:ext cx="223500" cy="121350"/>
            </a:xfrm>
            <a:custGeom>
              <a:avLst/>
              <a:gdLst/>
              <a:ahLst/>
              <a:cxnLst/>
              <a:rect l="l" t="t" r="r" b="b"/>
              <a:pathLst>
                <a:path w="8940" h="4854" extrusionOk="0">
                  <a:moveTo>
                    <a:pt x="4793" y="1"/>
                  </a:moveTo>
                  <a:cubicBezTo>
                    <a:pt x="4593" y="1"/>
                    <a:pt x="4393" y="16"/>
                    <a:pt x="4194" y="47"/>
                  </a:cubicBezTo>
                  <a:cubicBezTo>
                    <a:pt x="3061" y="234"/>
                    <a:pt x="1999" y="698"/>
                    <a:pt x="1089" y="1367"/>
                  </a:cubicBezTo>
                  <a:cubicBezTo>
                    <a:pt x="875" y="1528"/>
                    <a:pt x="652" y="1671"/>
                    <a:pt x="385" y="1751"/>
                  </a:cubicBezTo>
                  <a:cubicBezTo>
                    <a:pt x="197" y="1813"/>
                    <a:pt x="1" y="1938"/>
                    <a:pt x="99" y="2322"/>
                  </a:cubicBezTo>
                  <a:cubicBezTo>
                    <a:pt x="206" y="2277"/>
                    <a:pt x="277" y="2260"/>
                    <a:pt x="340" y="2215"/>
                  </a:cubicBezTo>
                  <a:cubicBezTo>
                    <a:pt x="474" y="2126"/>
                    <a:pt x="599" y="2019"/>
                    <a:pt x="732" y="1921"/>
                  </a:cubicBezTo>
                  <a:cubicBezTo>
                    <a:pt x="1054" y="1689"/>
                    <a:pt x="1393" y="1466"/>
                    <a:pt x="1732" y="1251"/>
                  </a:cubicBezTo>
                  <a:cubicBezTo>
                    <a:pt x="1964" y="1109"/>
                    <a:pt x="2187" y="948"/>
                    <a:pt x="2427" y="841"/>
                  </a:cubicBezTo>
                  <a:cubicBezTo>
                    <a:pt x="2945" y="600"/>
                    <a:pt x="3489" y="431"/>
                    <a:pt x="4042" y="333"/>
                  </a:cubicBezTo>
                  <a:cubicBezTo>
                    <a:pt x="4351" y="273"/>
                    <a:pt x="4662" y="237"/>
                    <a:pt x="4971" y="237"/>
                  </a:cubicBezTo>
                  <a:cubicBezTo>
                    <a:pt x="5259" y="237"/>
                    <a:pt x="5546" y="268"/>
                    <a:pt x="5826" y="342"/>
                  </a:cubicBezTo>
                  <a:cubicBezTo>
                    <a:pt x="6388" y="484"/>
                    <a:pt x="6897" y="779"/>
                    <a:pt x="7361" y="1136"/>
                  </a:cubicBezTo>
                  <a:cubicBezTo>
                    <a:pt x="7628" y="1350"/>
                    <a:pt x="7887" y="1590"/>
                    <a:pt x="8119" y="1867"/>
                  </a:cubicBezTo>
                  <a:cubicBezTo>
                    <a:pt x="8342" y="2135"/>
                    <a:pt x="8556" y="2429"/>
                    <a:pt x="8681" y="2750"/>
                  </a:cubicBezTo>
                  <a:cubicBezTo>
                    <a:pt x="8699" y="2804"/>
                    <a:pt x="8690" y="2848"/>
                    <a:pt x="8699" y="2893"/>
                  </a:cubicBezTo>
                  <a:cubicBezTo>
                    <a:pt x="8690" y="2938"/>
                    <a:pt x="8681" y="2982"/>
                    <a:pt x="8672" y="3027"/>
                  </a:cubicBezTo>
                  <a:cubicBezTo>
                    <a:pt x="8654" y="3152"/>
                    <a:pt x="8610" y="3285"/>
                    <a:pt x="8556" y="3410"/>
                  </a:cubicBezTo>
                  <a:cubicBezTo>
                    <a:pt x="8512" y="3535"/>
                    <a:pt x="8440" y="3660"/>
                    <a:pt x="8378" y="3776"/>
                  </a:cubicBezTo>
                  <a:cubicBezTo>
                    <a:pt x="8235" y="4017"/>
                    <a:pt x="8066" y="4240"/>
                    <a:pt x="7860" y="4418"/>
                  </a:cubicBezTo>
                  <a:cubicBezTo>
                    <a:pt x="7771" y="4499"/>
                    <a:pt x="7673" y="4543"/>
                    <a:pt x="7566" y="4579"/>
                  </a:cubicBezTo>
                  <a:cubicBezTo>
                    <a:pt x="7517" y="4588"/>
                    <a:pt x="7463" y="4592"/>
                    <a:pt x="7409" y="4592"/>
                  </a:cubicBezTo>
                  <a:cubicBezTo>
                    <a:pt x="7354" y="4592"/>
                    <a:pt x="7298" y="4588"/>
                    <a:pt x="7245" y="4579"/>
                  </a:cubicBezTo>
                  <a:cubicBezTo>
                    <a:pt x="7040" y="4552"/>
                    <a:pt x="6826" y="4454"/>
                    <a:pt x="6674" y="4302"/>
                  </a:cubicBezTo>
                  <a:cubicBezTo>
                    <a:pt x="6513" y="4151"/>
                    <a:pt x="6406" y="3937"/>
                    <a:pt x="6397" y="3714"/>
                  </a:cubicBezTo>
                  <a:cubicBezTo>
                    <a:pt x="6397" y="3375"/>
                    <a:pt x="6576" y="3045"/>
                    <a:pt x="6826" y="2830"/>
                  </a:cubicBezTo>
                  <a:cubicBezTo>
                    <a:pt x="6888" y="2777"/>
                    <a:pt x="6959" y="2732"/>
                    <a:pt x="7031" y="2697"/>
                  </a:cubicBezTo>
                  <a:cubicBezTo>
                    <a:pt x="7090" y="2667"/>
                    <a:pt x="7155" y="2650"/>
                    <a:pt x="7206" y="2650"/>
                  </a:cubicBezTo>
                  <a:cubicBezTo>
                    <a:pt x="7217" y="2650"/>
                    <a:pt x="7227" y="2651"/>
                    <a:pt x="7236" y="2652"/>
                  </a:cubicBezTo>
                  <a:cubicBezTo>
                    <a:pt x="7316" y="2661"/>
                    <a:pt x="7396" y="2679"/>
                    <a:pt x="7450" y="2715"/>
                  </a:cubicBezTo>
                  <a:cubicBezTo>
                    <a:pt x="7503" y="2741"/>
                    <a:pt x="7530" y="2786"/>
                    <a:pt x="7557" y="2857"/>
                  </a:cubicBezTo>
                  <a:cubicBezTo>
                    <a:pt x="7566" y="2884"/>
                    <a:pt x="7557" y="2929"/>
                    <a:pt x="7584" y="2955"/>
                  </a:cubicBezTo>
                  <a:cubicBezTo>
                    <a:pt x="7619" y="2982"/>
                    <a:pt x="7682" y="3036"/>
                    <a:pt x="7735" y="3036"/>
                  </a:cubicBezTo>
                  <a:cubicBezTo>
                    <a:pt x="7798" y="3027"/>
                    <a:pt x="7896" y="2964"/>
                    <a:pt x="7905" y="2920"/>
                  </a:cubicBezTo>
                  <a:cubicBezTo>
                    <a:pt x="7923" y="2848"/>
                    <a:pt x="7878" y="2768"/>
                    <a:pt x="7825" y="2688"/>
                  </a:cubicBezTo>
                  <a:cubicBezTo>
                    <a:pt x="7789" y="2625"/>
                    <a:pt x="7727" y="2563"/>
                    <a:pt x="7655" y="2527"/>
                  </a:cubicBezTo>
                  <a:cubicBezTo>
                    <a:pt x="7584" y="2483"/>
                    <a:pt x="7512" y="2465"/>
                    <a:pt x="7450" y="2447"/>
                  </a:cubicBezTo>
                  <a:cubicBezTo>
                    <a:pt x="7396" y="2429"/>
                    <a:pt x="7343" y="2420"/>
                    <a:pt x="7289" y="2411"/>
                  </a:cubicBezTo>
                  <a:cubicBezTo>
                    <a:pt x="7272" y="2411"/>
                    <a:pt x="7236" y="2402"/>
                    <a:pt x="7200" y="2402"/>
                  </a:cubicBezTo>
                  <a:cubicBezTo>
                    <a:pt x="7156" y="2402"/>
                    <a:pt x="7129" y="2411"/>
                    <a:pt x="7093" y="2420"/>
                  </a:cubicBezTo>
                  <a:cubicBezTo>
                    <a:pt x="6977" y="2447"/>
                    <a:pt x="6870" y="2500"/>
                    <a:pt x="6781" y="2563"/>
                  </a:cubicBezTo>
                  <a:cubicBezTo>
                    <a:pt x="6602" y="2688"/>
                    <a:pt x="6460" y="2848"/>
                    <a:pt x="6344" y="3036"/>
                  </a:cubicBezTo>
                  <a:cubicBezTo>
                    <a:pt x="6237" y="3223"/>
                    <a:pt x="6165" y="3437"/>
                    <a:pt x="6156" y="3669"/>
                  </a:cubicBezTo>
                  <a:cubicBezTo>
                    <a:pt x="6148" y="3910"/>
                    <a:pt x="6237" y="4142"/>
                    <a:pt x="6362" y="4329"/>
                  </a:cubicBezTo>
                  <a:cubicBezTo>
                    <a:pt x="6540" y="4570"/>
                    <a:pt x="6790" y="4749"/>
                    <a:pt x="7075" y="4820"/>
                  </a:cubicBezTo>
                  <a:cubicBezTo>
                    <a:pt x="7167" y="4841"/>
                    <a:pt x="7256" y="4853"/>
                    <a:pt x="7347" y="4853"/>
                  </a:cubicBezTo>
                  <a:cubicBezTo>
                    <a:pt x="7406" y="4853"/>
                    <a:pt x="7467" y="4848"/>
                    <a:pt x="7530" y="4838"/>
                  </a:cubicBezTo>
                  <a:cubicBezTo>
                    <a:pt x="7700" y="4811"/>
                    <a:pt x="7825" y="4731"/>
                    <a:pt x="7941" y="4650"/>
                  </a:cubicBezTo>
                  <a:cubicBezTo>
                    <a:pt x="8164" y="4481"/>
                    <a:pt x="8333" y="4276"/>
                    <a:pt x="8476" y="4062"/>
                  </a:cubicBezTo>
                  <a:cubicBezTo>
                    <a:pt x="8628" y="3847"/>
                    <a:pt x="8744" y="3624"/>
                    <a:pt x="8833" y="3375"/>
                  </a:cubicBezTo>
                  <a:cubicBezTo>
                    <a:pt x="8886" y="3214"/>
                    <a:pt x="8940" y="3054"/>
                    <a:pt x="8913" y="2866"/>
                  </a:cubicBezTo>
                  <a:cubicBezTo>
                    <a:pt x="8886" y="2670"/>
                    <a:pt x="8806" y="2536"/>
                    <a:pt x="8735" y="2393"/>
                  </a:cubicBezTo>
                  <a:cubicBezTo>
                    <a:pt x="8583" y="2117"/>
                    <a:pt x="8396" y="1867"/>
                    <a:pt x="8190" y="1635"/>
                  </a:cubicBezTo>
                  <a:cubicBezTo>
                    <a:pt x="7593" y="921"/>
                    <a:pt x="6790" y="350"/>
                    <a:pt x="5871" y="136"/>
                  </a:cubicBezTo>
                  <a:cubicBezTo>
                    <a:pt x="5520" y="50"/>
                    <a:pt x="5157" y="1"/>
                    <a:pt x="4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2" name="Google Shape;1232;p37"/>
            <p:cNvSpPr/>
            <p:nvPr/>
          </p:nvSpPr>
          <p:spPr>
            <a:xfrm>
              <a:off x="6842750" y="1350575"/>
              <a:ext cx="36925" cy="18075"/>
            </a:xfrm>
            <a:custGeom>
              <a:avLst/>
              <a:gdLst/>
              <a:ahLst/>
              <a:cxnLst/>
              <a:rect l="l" t="t" r="r" b="b"/>
              <a:pathLst>
                <a:path w="1477" h="723" extrusionOk="0">
                  <a:moveTo>
                    <a:pt x="1114" y="0"/>
                  </a:moveTo>
                  <a:cubicBezTo>
                    <a:pt x="695" y="0"/>
                    <a:pt x="341" y="306"/>
                    <a:pt x="47" y="600"/>
                  </a:cubicBezTo>
                  <a:cubicBezTo>
                    <a:pt x="0" y="653"/>
                    <a:pt x="50" y="722"/>
                    <a:pt x="107" y="722"/>
                  </a:cubicBezTo>
                  <a:cubicBezTo>
                    <a:pt x="126" y="722"/>
                    <a:pt x="146" y="715"/>
                    <a:pt x="163" y="698"/>
                  </a:cubicBezTo>
                  <a:cubicBezTo>
                    <a:pt x="429" y="432"/>
                    <a:pt x="743" y="149"/>
                    <a:pt x="1121" y="149"/>
                  </a:cubicBezTo>
                  <a:cubicBezTo>
                    <a:pt x="1200" y="149"/>
                    <a:pt x="1282" y="161"/>
                    <a:pt x="1368" y="189"/>
                  </a:cubicBezTo>
                  <a:cubicBezTo>
                    <a:pt x="1375" y="191"/>
                    <a:pt x="1382" y="192"/>
                    <a:pt x="1389" y="192"/>
                  </a:cubicBezTo>
                  <a:cubicBezTo>
                    <a:pt x="1461" y="192"/>
                    <a:pt x="1476" y="71"/>
                    <a:pt x="1395" y="46"/>
                  </a:cubicBezTo>
                  <a:cubicBezTo>
                    <a:pt x="1298" y="15"/>
                    <a:pt x="1204" y="0"/>
                    <a:pt x="1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3" name="Google Shape;1233;p37"/>
            <p:cNvSpPr/>
            <p:nvPr/>
          </p:nvSpPr>
          <p:spPr>
            <a:xfrm>
              <a:off x="6880500" y="1355525"/>
              <a:ext cx="5150" cy="3800"/>
            </a:xfrm>
            <a:custGeom>
              <a:avLst/>
              <a:gdLst/>
              <a:ahLst/>
              <a:cxnLst/>
              <a:rect l="l" t="t" r="r" b="b"/>
              <a:pathLst>
                <a:path w="206" h="152" extrusionOk="0">
                  <a:moveTo>
                    <a:pt x="99" y="0"/>
                  </a:moveTo>
                  <a:cubicBezTo>
                    <a:pt x="1" y="0"/>
                    <a:pt x="9" y="152"/>
                    <a:pt x="108" y="152"/>
                  </a:cubicBezTo>
                  <a:cubicBezTo>
                    <a:pt x="206" y="152"/>
                    <a:pt x="197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34" name="Google Shape;1234;p37"/>
          <p:cNvGrpSpPr/>
          <p:nvPr/>
        </p:nvGrpSpPr>
        <p:grpSpPr>
          <a:xfrm>
            <a:off x="2335070" y="2927587"/>
            <a:ext cx="4473860" cy="366336"/>
            <a:chOff x="2335070" y="2901587"/>
            <a:chExt cx="4473860" cy="366336"/>
          </a:xfrm>
        </p:grpSpPr>
        <p:sp>
          <p:nvSpPr>
            <p:cNvPr id="1235" name="Google Shape;1235;p37"/>
            <p:cNvSpPr/>
            <p:nvPr/>
          </p:nvSpPr>
          <p:spPr>
            <a:xfrm rot="-3599983">
              <a:off x="2414525" y="2924362"/>
              <a:ext cx="237801" cy="320786"/>
            </a:xfrm>
            <a:custGeom>
              <a:avLst/>
              <a:gdLst/>
              <a:ahLst/>
              <a:cxnLst/>
              <a:rect l="l" t="t" r="r" b="b"/>
              <a:pathLst>
                <a:path w="1244" h="1678" extrusionOk="0">
                  <a:moveTo>
                    <a:pt x="307" y="1"/>
                  </a:moveTo>
                  <a:cubicBezTo>
                    <a:pt x="147" y="1"/>
                    <a:pt x="0" y="186"/>
                    <a:pt x="95" y="375"/>
                  </a:cubicBezTo>
                  <a:cubicBezTo>
                    <a:pt x="309" y="795"/>
                    <a:pt x="514" y="1401"/>
                    <a:pt x="925" y="1651"/>
                  </a:cubicBezTo>
                  <a:cubicBezTo>
                    <a:pt x="956" y="1669"/>
                    <a:pt x="988" y="1678"/>
                    <a:pt x="1019" y="1678"/>
                  </a:cubicBezTo>
                  <a:cubicBezTo>
                    <a:pt x="1139" y="1678"/>
                    <a:pt x="1244" y="1557"/>
                    <a:pt x="1237" y="1437"/>
                  </a:cubicBezTo>
                  <a:cubicBezTo>
                    <a:pt x="1228" y="1187"/>
                    <a:pt x="1076" y="991"/>
                    <a:pt x="951" y="777"/>
                  </a:cubicBezTo>
                  <a:cubicBezTo>
                    <a:pt x="809" y="545"/>
                    <a:pt x="648" y="331"/>
                    <a:pt x="496" y="108"/>
                  </a:cubicBezTo>
                  <a:cubicBezTo>
                    <a:pt x="442" y="32"/>
                    <a:pt x="373" y="1"/>
                    <a:pt x="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1236" name="Google Shape;1236;p37"/>
            <p:cNvSpPr/>
            <p:nvPr/>
          </p:nvSpPr>
          <p:spPr>
            <a:xfrm rot="7199995">
              <a:off x="6491675" y="2924364"/>
              <a:ext cx="237804" cy="320782"/>
            </a:xfrm>
            <a:custGeom>
              <a:avLst/>
              <a:gdLst/>
              <a:ahLst/>
              <a:cxnLst/>
              <a:rect l="l" t="t" r="r" b="b"/>
              <a:pathLst>
                <a:path w="1244" h="1678" extrusionOk="0">
                  <a:moveTo>
                    <a:pt x="307" y="1"/>
                  </a:moveTo>
                  <a:cubicBezTo>
                    <a:pt x="147" y="1"/>
                    <a:pt x="0" y="186"/>
                    <a:pt x="95" y="375"/>
                  </a:cubicBezTo>
                  <a:cubicBezTo>
                    <a:pt x="309" y="795"/>
                    <a:pt x="514" y="1401"/>
                    <a:pt x="925" y="1651"/>
                  </a:cubicBezTo>
                  <a:cubicBezTo>
                    <a:pt x="956" y="1669"/>
                    <a:pt x="988" y="1678"/>
                    <a:pt x="1019" y="1678"/>
                  </a:cubicBezTo>
                  <a:cubicBezTo>
                    <a:pt x="1139" y="1678"/>
                    <a:pt x="1244" y="1557"/>
                    <a:pt x="1237" y="1437"/>
                  </a:cubicBezTo>
                  <a:cubicBezTo>
                    <a:pt x="1228" y="1187"/>
                    <a:pt x="1076" y="991"/>
                    <a:pt x="951" y="777"/>
                  </a:cubicBezTo>
                  <a:cubicBezTo>
                    <a:pt x="809" y="545"/>
                    <a:pt x="648" y="331"/>
                    <a:pt x="496" y="108"/>
                  </a:cubicBezTo>
                  <a:cubicBezTo>
                    <a:pt x="442" y="32"/>
                    <a:pt x="373" y="1"/>
                    <a:pt x="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</p:grpSp>
      <p:grpSp>
        <p:nvGrpSpPr>
          <p:cNvPr id="1237" name="Google Shape;1237;p37"/>
          <p:cNvGrpSpPr/>
          <p:nvPr/>
        </p:nvGrpSpPr>
        <p:grpSpPr>
          <a:xfrm rot="466763">
            <a:off x="254942" y="-412525"/>
            <a:ext cx="1275470" cy="1777842"/>
            <a:chOff x="-169957" y="-95540"/>
            <a:chExt cx="1464347" cy="2041112"/>
          </a:xfrm>
        </p:grpSpPr>
        <p:sp>
          <p:nvSpPr>
            <p:cNvPr id="1238" name="Google Shape;1238;p37"/>
            <p:cNvSpPr/>
            <p:nvPr/>
          </p:nvSpPr>
          <p:spPr>
            <a:xfrm flipH="1">
              <a:off x="-169957" y="-95540"/>
              <a:ext cx="1254399" cy="1565491"/>
            </a:xfrm>
            <a:custGeom>
              <a:avLst/>
              <a:gdLst/>
              <a:ahLst/>
              <a:cxnLst/>
              <a:rect l="l" t="t" r="r" b="b"/>
              <a:pathLst>
                <a:path w="13754" h="17165" extrusionOk="0">
                  <a:moveTo>
                    <a:pt x="12731" y="0"/>
                  </a:moveTo>
                  <a:cubicBezTo>
                    <a:pt x="12537" y="0"/>
                    <a:pt x="12341" y="66"/>
                    <a:pt x="12178" y="215"/>
                  </a:cubicBezTo>
                  <a:lnTo>
                    <a:pt x="0" y="11206"/>
                  </a:lnTo>
                  <a:lnTo>
                    <a:pt x="10661" y="17165"/>
                  </a:lnTo>
                  <a:lnTo>
                    <a:pt x="13650" y="1036"/>
                  </a:lnTo>
                  <a:cubicBezTo>
                    <a:pt x="13753" y="459"/>
                    <a:pt x="13246" y="0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9" name="Google Shape;1239;p37"/>
            <p:cNvSpPr/>
            <p:nvPr/>
          </p:nvSpPr>
          <p:spPr>
            <a:xfrm flipH="1">
              <a:off x="7729" y="278365"/>
              <a:ext cx="123123" cy="508819"/>
            </a:xfrm>
            <a:custGeom>
              <a:avLst/>
              <a:gdLst/>
              <a:ahLst/>
              <a:cxnLst/>
              <a:rect l="l" t="t" r="r" b="b"/>
              <a:pathLst>
                <a:path w="1350" h="5579" extrusionOk="0">
                  <a:moveTo>
                    <a:pt x="1289" y="0"/>
                  </a:moveTo>
                  <a:cubicBezTo>
                    <a:pt x="1270" y="0"/>
                    <a:pt x="1250" y="12"/>
                    <a:pt x="1242" y="36"/>
                  </a:cubicBezTo>
                  <a:cubicBezTo>
                    <a:pt x="912" y="884"/>
                    <a:pt x="805" y="1847"/>
                    <a:pt x="600" y="2740"/>
                  </a:cubicBezTo>
                  <a:cubicBezTo>
                    <a:pt x="395" y="3641"/>
                    <a:pt x="190" y="4550"/>
                    <a:pt x="11" y="5460"/>
                  </a:cubicBezTo>
                  <a:cubicBezTo>
                    <a:pt x="0" y="5531"/>
                    <a:pt x="56" y="5579"/>
                    <a:pt x="111" y="5579"/>
                  </a:cubicBezTo>
                  <a:cubicBezTo>
                    <a:pt x="146" y="5579"/>
                    <a:pt x="181" y="5559"/>
                    <a:pt x="199" y="5514"/>
                  </a:cubicBezTo>
                  <a:cubicBezTo>
                    <a:pt x="493" y="4577"/>
                    <a:pt x="725" y="3641"/>
                    <a:pt x="921" y="2686"/>
                  </a:cubicBezTo>
                  <a:cubicBezTo>
                    <a:pt x="1091" y="1830"/>
                    <a:pt x="1349" y="920"/>
                    <a:pt x="1332" y="45"/>
                  </a:cubicBezTo>
                  <a:cubicBezTo>
                    <a:pt x="1332" y="16"/>
                    <a:pt x="1311" y="0"/>
                    <a:pt x="12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0" name="Google Shape;1240;p37"/>
            <p:cNvSpPr/>
            <p:nvPr/>
          </p:nvSpPr>
          <p:spPr>
            <a:xfrm flipH="1">
              <a:off x="64731" y="346767"/>
              <a:ext cx="124218" cy="440690"/>
            </a:xfrm>
            <a:custGeom>
              <a:avLst/>
              <a:gdLst/>
              <a:ahLst/>
              <a:cxnLst/>
              <a:rect l="l" t="t" r="r" b="b"/>
              <a:pathLst>
                <a:path w="1362" h="4832" extrusionOk="0">
                  <a:moveTo>
                    <a:pt x="1296" y="1"/>
                  </a:moveTo>
                  <a:cubicBezTo>
                    <a:pt x="1276" y="1"/>
                    <a:pt x="1256" y="12"/>
                    <a:pt x="1246" y="36"/>
                  </a:cubicBezTo>
                  <a:cubicBezTo>
                    <a:pt x="871" y="732"/>
                    <a:pt x="720" y="1579"/>
                    <a:pt x="514" y="2337"/>
                  </a:cubicBezTo>
                  <a:cubicBezTo>
                    <a:pt x="300" y="3122"/>
                    <a:pt x="68" y="3908"/>
                    <a:pt x="6" y="4719"/>
                  </a:cubicBezTo>
                  <a:cubicBezTo>
                    <a:pt x="0" y="4786"/>
                    <a:pt x="66" y="4831"/>
                    <a:pt x="128" y="4831"/>
                  </a:cubicBezTo>
                  <a:cubicBezTo>
                    <a:pt x="166" y="4831"/>
                    <a:pt x="203" y="4814"/>
                    <a:pt x="220" y="4773"/>
                  </a:cubicBezTo>
                  <a:cubicBezTo>
                    <a:pt x="550" y="4032"/>
                    <a:pt x="720" y="3230"/>
                    <a:pt x="898" y="2444"/>
                  </a:cubicBezTo>
                  <a:cubicBezTo>
                    <a:pt x="1076" y="1686"/>
                    <a:pt x="1353" y="857"/>
                    <a:pt x="1362" y="72"/>
                  </a:cubicBezTo>
                  <a:cubicBezTo>
                    <a:pt x="1362" y="28"/>
                    <a:pt x="1328" y="1"/>
                    <a:pt x="12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1" name="Google Shape;1241;p37"/>
            <p:cNvSpPr/>
            <p:nvPr/>
          </p:nvSpPr>
          <p:spPr>
            <a:xfrm flipH="1">
              <a:off x="16667" y="622837"/>
              <a:ext cx="249074" cy="48885"/>
            </a:xfrm>
            <a:custGeom>
              <a:avLst/>
              <a:gdLst/>
              <a:ahLst/>
              <a:cxnLst/>
              <a:rect l="l" t="t" r="r" b="b"/>
              <a:pathLst>
                <a:path w="2731" h="536" extrusionOk="0">
                  <a:moveTo>
                    <a:pt x="662" y="1"/>
                  </a:moveTo>
                  <a:cubicBezTo>
                    <a:pt x="454" y="1"/>
                    <a:pt x="253" y="31"/>
                    <a:pt x="90" y="149"/>
                  </a:cubicBezTo>
                  <a:cubicBezTo>
                    <a:pt x="36" y="194"/>
                    <a:pt x="0" y="292"/>
                    <a:pt x="63" y="345"/>
                  </a:cubicBezTo>
                  <a:cubicBezTo>
                    <a:pt x="255" y="505"/>
                    <a:pt x="485" y="535"/>
                    <a:pt x="721" y="535"/>
                  </a:cubicBezTo>
                  <a:cubicBezTo>
                    <a:pt x="868" y="535"/>
                    <a:pt x="1017" y="524"/>
                    <a:pt x="1160" y="524"/>
                  </a:cubicBezTo>
                  <a:cubicBezTo>
                    <a:pt x="1312" y="527"/>
                    <a:pt x="1465" y="530"/>
                    <a:pt x="1618" y="530"/>
                  </a:cubicBezTo>
                  <a:cubicBezTo>
                    <a:pt x="1943" y="530"/>
                    <a:pt x="2269" y="513"/>
                    <a:pt x="2579" y="434"/>
                  </a:cubicBezTo>
                  <a:cubicBezTo>
                    <a:pt x="2730" y="390"/>
                    <a:pt x="2730" y="167"/>
                    <a:pt x="2579" y="122"/>
                  </a:cubicBezTo>
                  <a:cubicBezTo>
                    <a:pt x="2150" y="15"/>
                    <a:pt x="1695" y="42"/>
                    <a:pt x="1258" y="33"/>
                  </a:cubicBezTo>
                  <a:cubicBezTo>
                    <a:pt x="1070" y="29"/>
                    <a:pt x="863" y="1"/>
                    <a:pt x="6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2" name="Google Shape;1242;p37"/>
            <p:cNvSpPr/>
            <p:nvPr/>
          </p:nvSpPr>
          <p:spPr>
            <a:xfrm flipH="1">
              <a:off x="19951" y="522606"/>
              <a:ext cx="333710" cy="47699"/>
            </a:xfrm>
            <a:custGeom>
              <a:avLst/>
              <a:gdLst/>
              <a:ahLst/>
              <a:cxnLst/>
              <a:rect l="l" t="t" r="r" b="b"/>
              <a:pathLst>
                <a:path w="3659" h="523" extrusionOk="0">
                  <a:moveTo>
                    <a:pt x="796" y="0"/>
                  </a:moveTo>
                  <a:cubicBezTo>
                    <a:pt x="551" y="0"/>
                    <a:pt x="309" y="28"/>
                    <a:pt x="81" y="124"/>
                  </a:cubicBezTo>
                  <a:cubicBezTo>
                    <a:pt x="1" y="169"/>
                    <a:pt x="10" y="293"/>
                    <a:pt x="81" y="338"/>
                  </a:cubicBezTo>
                  <a:cubicBezTo>
                    <a:pt x="372" y="491"/>
                    <a:pt x="699" y="522"/>
                    <a:pt x="1030" y="522"/>
                  </a:cubicBezTo>
                  <a:cubicBezTo>
                    <a:pt x="1257" y="522"/>
                    <a:pt x="1486" y="508"/>
                    <a:pt x="1705" y="508"/>
                  </a:cubicBezTo>
                  <a:cubicBezTo>
                    <a:pt x="2320" y="508"/>
                    <a:pt x="2945" y="499"/>
                    <a:pt x="3551" y="365"/>
                  </a:cubicBezTo>
                  <a:cubicBezTo>
                    <a:pt x="3650" y="347"/>
                    <a:pt x="3659" y="186"/>
                    <a:pt x="3551" y="169"/>
                  </a:cubicBezTo>
                  <a:cubicBezTo>
                    <a:pt x="2945" y="62"/>
                    <a:pt x="2320" y="70"/>
                    <a:pt x="1705" y="53"/>
                  </a:cubicBezTo>
                  <a:cubicBezTo>
                    <a:pt x="1409" y="43"/>
                    <a:pt x="1100" y="0"/>
                    <a:pt x="7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3" name="Google Shape;1243;p37"/>
            <p:cNvSpPr/>
            <p:nvPr/>
          </p:nvSpPr>
          <p:spPr>
            <a:xfrm flipH="1">
              <a:off x="150917" y="384616"/>
              <a:ext cx="64024" cy="215968"/>
            </a:xfrm>
            <a:custGeom>
              <a:avLst/>
              <a:gdLst/>
              <a:ahLst/>
              <a:cxnLst/>
              <a:rect l="l" t="t" r="r" b="b"/>
              <a:pathLst>
                <a:path w="702" h="2368" extrusionOk="0">
                  <a:moveTo>
                    <a:pt x="570" y="1"/>
                  </a:moveTo>
                  <a:cubicBezTo>
                    <a:pt x="539" y="1"/>
                    <a:pt x="507" y="16"/>
                    <a:pt x="487" y="49"/>
                  </a:cubicBezTo>
                  <a:cubicBezTo>
                    <a:pt x="112" y="682"/>
                    <a:pt x="77" y="1512"/>
                    <a:pt x="5" y="2235"/>
                  </a:cubicBezTo>
                  <a:cubicBezTo>
                    <a:pt x="0" y="2319"/>
                    <a:pt x="79" y="2368"/>
                    <a:pt x="155" y="2368"/>
                  </a:cubicBezTo>
                  <a:cubicBezTo>
                    <a:pt x="216" y="2368"/>
                    <a:pt x="275" y="2337"/>
                    <a:pt x="291" y="2270"/>
                  </a:cubicBezTo>
                  <a:cubicBezTo>
                    <a:pt x="425" y="1566"/>
                    <a:pt x="701" y="816"/>
                    <a:pt x="674" y="103"/>
                  </a:cubicBezTo>
                  <a:cubicBezTo>
                    <a:pt x="674" y="41"/>
                    <a:pt x="622" y="1"/>
                    <a:pt x="5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4" name="Google Shape;1244;p37"/>
            <p:cNvSpPr/>
            <p:nvPr/>
          </p:nvSpPr>
          <p:spPr>
            <a:xfrm flipH="1">
              <a:off x="45943" y="371210"/>
              <a:ext cx="227915" cy="43777"/>
            </a:xfrm>
            <a:custGeom>
              <a:avLst/>
              <a:gdLst/>
              <a:ahLst/>
              <a:cxnLst/>
              <a:rect l="l" t="t" r="r" b="b"/>
              <a:pathLst>
                <a:path w="2499" h="480" extrusionOk="0">
                  <a:moveTo>
                    <a:pt x="2065" y="1"/>
                  </a:moveTo>
                  <a:cubicBezTo>
                    <a:pt x="1904" y="1"/>
                    <a:pt x="1733" y="35"/>
                    <a:pt x="1606" y="44"/>
                  </a:cubicBezTo>
                  <a:cubicBezTo>
                    <a:pt x="1124" y="71"/>
                    <a:pt x="571" y="71"/>
                    <a:pt x="107" y="232"/>
                  </a:cubicBezTo>
                  <a:cubicBezTo>
                    <a:pt x="18" y="267"/>
                    <a:pt x="0" y="410"/>
                    <a:pt x="107" y="437"/>
                  </a:cubicBezTo>
                  <a:cubicBezTo>
                    <a:pt x="281" y="469"/>
                    <a:pt x="458" y="480"/>
                    <a:pt x="637" y="480"/>
                  </a:cubicBezTo>
                  <a:cubicBezTo>
                    <a:pt x="853" y="480"/>
                    <a:pt x="1070" y="464"/>
                    <a:pt x="1285" y="455"/>
                  </a:cubicBezTo>
                  <a:cubicBezTo>
                    <a:pt x="1499" y="437"/>
                    <a:pt x="1722" y="428"/>
                    <a:pt x="1936" y="401"/>
                  </a:cubicBezTo>
                  <a:cubicBezTo>
                    <a:pt x="1973" y="401"/>
                    <a:pt x="2250" y="395"/>
                    <a:pt x="2274" y="361"/>
                  </a:cubicBezTo>
                  <a:lnTo>
                    <a:pt x="2274" y="361"/>
                  </a:lnTo>
                  <a:cubicBezTo>
                    <a:pt x="2286" y="364"/>
                    <a:pt x="2299" y="366"/>
                    <a:pt x="2312" y="366"/>
                  </a:cubicBezTo>
                  <a:cubicBezTo>
                    <a:pt x="2336" y="366"/>
                    <a:pt x="2361" y="360"/>
                    <a:pt x="2382" y="348"/>
                  </a:cubicBezTo>
                  <a:cubicBezTo>
                    <a:pt x="2391" y="348"/>
                    <a:pt x="2391" y="348"/>
                    <a:pt x="2400" y="339"/>
                  </a:cubicBezTo>
                  <a:cubicBezTo>
                    <a:pt x="2462" y="303"/>
                    <a:pt x="2498" y="205"/>
                    <a:pt x="2453" y="151"/>
                  </a:cubicBezTo>
                  <a:cubicBezTo>
                    <a:pt x="2366" y="33"/>
                    <a:pt x="2220" y="1"/>
                    <a:pt x="2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5" name="Google Shape;1245;p37"/>
            <p:cNvSpPr/>
            <p:nvPr/>
          </p:nvSpPr>
          <p:spPr>
            <a:xfrm flipH="1">
              <a:off x="-83223" y="52573"/>
              <a:ext cx="55907" cy="143735"/>
            </a:xfrm>
            <a:custGeom>
              <a:avLst/>
              <a:gdLst/>
              <a:ahLst/>
              <a:cxnLst/>
              <a:rect l="l" t="t" r="r" b="b"/>
              <a:pathLst>
                <a:path w="613" h="1576" extrusionOk="0">
                  <a:moveTo>
                    <a:pt x="482" y="0"/>
                  </a:moveTo>
                  <a:cubicBezTo>
                    <a:pt x="449" y="0"/>
                    <a:pt x="415" y="16"/>
                    <a:pt x="398" y="45"/>
                  </a:cubicBezTo>
                  <a:cubicBezTo>
                    <a:pt x="139" y="446"/>
                    <a:pt x="175" y="946"/>
                    <a:pt x="32" y="1383"/>
                  </a:cubicBezTo>
                  <a:cubicBezTo>
                    <a:pt x="0" y="1498"/>
                    <a:pt x="91" y="1576"/>
                    <a:pt x="184" y="1576"/>
                  </a:cubicBezTo>
                  <a:cubicBezTo>
                    <a:pt x="222" y="1576"/>
                    <a:pt x="260" y="1563"/>
                    <a:pt x="291" y="1535"/>
                  </a:cubicBezTo>
                  <a:cubicBezTo>
                    <a:pt x="452" y="1392"/>
                    <a:pt x="460" y="1089"/>
                    <a:pt x="505" y="884"/>
                  </a:cubicBezTo>
                  <a:cubicBezTo>
                    <a:pt x="550" y="625"/>
                    <a:pt x="612" y="331"/>
                    <a:pt x="559" y="63"/>
                  </a:cubicBezTo>
                  <a:cubicBezTo>
                    <a:pt x="554" y="20"/>
                    <a:pt x="519" y="0"/>
                    <a:pt x="4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6" name="Google Shape;1246;p37"/>
            <p:cNvSpPr/>
            <p:nvPr/>
          </p:nvSpPr>
          <p:spPr>
            <a:xfrm flipH="1">
              <a:off x="-36230" y="75805"/>
              <a:ext cx="55907" cy="143735"/>
            </a:xfrm>
            <a:custGeom>
              <a:avLst/>
              <a:gdLst/>
              <a:ahLst/>
              <a:cxnLst/>
              <a:rect l="l" t="t" r="r" b="b"/>
              <a:pathLst>
                <a:path w="613" h="1576" extrusionOk="0">
                  <a:moveTo>
                    <a:pt x="482" y="0"/>
                  </a:moveTo>
                  <a:cubicBezTo>
                    <a:pt x="449" y="0"/>
                    <a:pt x="415" y="16"/>
                    <a:pt x="398" y="45"/>
                  </a:cubicBezTo>
                  <a:cubicBezTo>
                    <a:pt x="139" y="446"/>
                    <a:pt x="175" y="946"/>
                    <a:pt x="32" y="1383"/>
                  </a:cubicBezTo>
                  <a:cubicBezTo>
                    <a:pt x="0" y="1498"/>
                    <a:pt x="91" y="1576"/>
                    <a:pt x="184" y="1576"/>
                  </a:cubicBezTo>
                  <a:cubicBezTo>
                    <a:pt x="222" y="1576"/>
                    <a:pt x="260" y="1563"/>
                    <a:pt x="291" y="1535"/>
                  </a:cubicBezTo>
                  <a:cubicBezTo>
                    <a:pt x="452" y="1392"/>
                    <a:pt x="460" y="1089"/>
                    <a:pt x="505" y="884"/>
                  </a:cubicBezTo>
                  <a:cubicBezTo>
                    <a:pt x="550" y="625"/>
                    <a:pt x="612" y="331"/>
                    <a:pt x="559" y="63"/>
                  </a:cubicBezTo>
                  <a:cubicBezTo>
                    <a:pt x="554" y="20"/>
                    <a:pt x="519" y="0"/>
                    <a:pt x="4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7" name="Google Shape;1247;p37"/>
            <p:cNvSpPr/>
            <p:nvPr/>
          </p:nvSpPr>
          <p:spPr>
            <a:xfrm flipH="1">
              <a:off x="-116512" y="726377"/>
              <a:ext cx="1410903" cy="791820"/>
            </a:xfrm>
            <a:custGeom>
              <a:avLst/>
              <a:gdLst/>
              <a:ahLst/>
              <a:cxnLst/>
              <a:rect l="l" t="t" r="r" b="b"/>
              <a:pathLst>
                <a:path w="15470" h="8682" extrusionOk="0">
                  <a:moveTo>
                    <a:pt x="6561" y="1"/>
                  </a:moveTo>
                  <a:cubicBezTo>
                    <a:pt x="5950" y="1"/>
                    <a:pt x="5311" y="83"/>
                    <a:pt x="4649" y="267"/>
                  </a:cubicBezTo>
                  <a:cubicBezTo>
                    <a:pt x="1" y="918"/>
                    <a:pt x="2927" y="3915"/>
                    <a:pt x="4622" y="5477"/>
                  </a:cubicBezTo>
                  <a:cubicBezTo>
                    <a:pt x="6382" y="7179"/>
                    <a:pt x="9267" y="8682"/>
                    <a:pt x="11646" y="8682"/>
                  </a:cubicBezTo>
                  <a:cubicBezTo>
                    <a:pt x="11836" y="8682"/>
                    <a:pt x="12022" y="8672"/>
                    <a:pt x="12205" y="8652"/>
                  </a:cubicBezTo>
                  <a:cubicBezTo>
                    <a:pt x="15470" y="8313"/>
                    <a:pt x="13605" y="4317"/>
                    <a:pt x="12232" y="2675"/>
                  </a:cubicBezTo>
                  <a:cubicBezTo>
                    <a:pt x="10950" y="1287"/>
                    <a:pt x="8975" y="1"/>
                    <a:pt x="65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8" name="Google Shape;1248;p37"/>
            <p:cNvSpPr/>
            <p:nvPr/>
          </p:nvSpPr>
          <p:spPr>
            <a:xfrm flipH="1">
              <a:off x="111312" y="726377"/>
              <a:ext cx="1020374" cy="334348"/>
            </a:xfrm>
            <a:custGeom>
              <a:avLst/>
              <a:gdLst/>
              <a:ahLst/>
              <a:cxnLst/>
              <a:rect l="l" t="t" r="r" b="b"/>
              <a:pathLst>
                <a:path w="11188" h="3666" extrusionOk="0">
                  <a:moveTo>
                    <a:pt x="4777" y="1"/>
                  </a:moveTo>
                  <a:cubicBezTo>
                    <a:pt x="4166" y="1"/>
                    <a:pt x="3527" y="83"/>
                    <a:pt x="2865" y="267"/>
                  </a:cubicBezTo>
                  <a:cubicBezTo>
                    <a:pt x="438" y="784"/>
                    <a:pt x="1" y="1605"/>
                    <a:pt x="572" y="2782"/>
                  </a:cubicBezTo>
                  <a:cubicBezTo>
                    <a:pt x="590" y="2720"/>
                    <a:pt x="617" y="2657"/>
                    <a:pt x="643" y="2586"/>
                  </a:cubicBezTo>
                  <a:cubicBezTo>
                    <a:pt x="741" y="2399"/>
                    <a:pt x="857" y="2203"/>
                    <a:pt x="1045" y="2042"/>
                  </a:cubicBezTo>
                  <a:cubicBezTo>
                    <a:pt x="1348" y="1774"/>
                    <a:pt x="1767" y="1605"/>
                    <a:pt x="2151" y="1471"/>
                  </a:cubicBezTo>
                  <a:cubicBezTo>
                    <a:pt x="3225" y="1098"/>
                    <a:pt x="4212" y="955"/>
                    <a:pt x="5096" y="955"/>
                  </a:cubicBezTo>
                  <a:cubicBezTo>
                    <a:pt x="5416" y="955"/>
                    <a:pt x="5722" y="974"/>
                    <a:pt x="6014" y="1007"/>
                  </a:cubicBezTo>
                  <a:cubicBezTo>
                    <a:pt x="7370" y="1159"/>
                    <a:pt x="8529" y="1596"/>
                    <a:pt x="9564" y="2265"/>
                  </a:cubicBezTo>
                  <a:cubicBezTo>
                    <a:pt x="10073" y="2586"/>
                    <a:pt x="10555" y="2961"/>
                    <a:pt x="10992" y="3443"/>
                  </a:cubicBezTo>
                  <a:cubicBezTo>
                    <a:pt x="11054" y="3514"/>
                    <a:pt x="11117" y="3585"/>
                    <a:pt x="11188" y="3666"/>
                  </a:cubicBezTo>
                  <a:cubicBezTo>
                    <a:pt x="10965" y="3291"/>
                    <a:pt x="10715" y="2952"/>
                    <a:pt x="10448" y="2675"/>
                  </a:cubicBezTo>
                  <a:cubicBezTo>
                    <a:pt x="9166" y="1287"/>
                    <a:pt x="7191" y="1"/>
                    <a:pt x="47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9" name="Google Shape;1249;p37"/>
            <p:cNvSpPr/>
            <p:nvPr/>
          </p:nvSpPr>
          <p:spPr>
            <a:xfrm flipH="1">
              <a:off x="105749" y="938696"/>
              <a:ext cx="1100541" cy="768472"/>
            </a:xfrm>
            <a:custGeom>
              <a:avLst/>
              <a:gdLst/>
              <a:ahLst/>
              <a:cxnLst/>
              <a:rect l="l" t="t" r="r" b="b"/>
              <a:pathLst>
                <a:path w="12067" h="8426" extrusionOk="0">
                  <a:moveTo>
                    <a:pt x="4088" y="1"/>
                  </a:moveTo>
                  <a:cubicBezTo>
                    <a:pt x="2184" y="1"/>
                    <a:pt x="0" y="627"/>
                    <a:pt x="1006" y="2934"/>
                  </a:cubicBezTo>
                  <a:cubicBezTo>
                    <a:pt x="2077" y="5423"/>
                    <a:pt x="4245" y="7805"/>
                    <a:pt x="7278" y="8341"/>
                  </a:cubicBezTo>
                  <a:cubicBezTo>
                    <a:pt x="7617" y="8394"/>
                    <a:pt x="7995" y="8425"/>
                    <a:pt x="8382" y="8425"/>
                  </a:cubicBezTo>
                  <a:cubicBezTo>
                    <a:pt x="10134" y="8425"/>
                    <a:pt x="12067" y="7777"/>
                    <a:pt x="11373" y="5548"/>
                  </a:cubicBezTo>
                  <a:cubicBezTo>
                    <a:pt x="10811" y="2881"/>
                    <a:pt x="7215" y="445"/>
                    <a:pt x="5494" y="115"/>
                  </a:cubicBezTo>
                  <a:cubicBezTo>
                    <a:pt x="5090" y="46"/>
                    <a:pt x="4599" y="1"/>
                    <a:pt x="40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0" name="Google Shape;1250;p37"/>
            <p:cNvSpPr/>
            <p:nvPr/>
          </p:nvSpPr>
          <p:spPr>
            <a:xfrm flipH="1">
              <a:off x="210540" y="938696"/>
              <a:ext cx="995749" cy="399467"/>
            </a:xfrm>
            <a:custGeom>
              <a:avLst/>
              <a:gdLst/>
              <a:ahLst/>
              <a:cxnLst/>
              <a:rect l="l" t="t" r="r" b="b"/>
              <a:pathLst>
                <a:path w="10918" h="4380" extrusionOk="0">
                  <a:moveTo>
                    <a:pt x="4088" y="1"/>
                  </a:moveTo>
                  <a:cubicBezTo>
                    <a:pt x="2184" y="1"/>
                    <a:pt x="0" y="627"/>
                    <a:pt x="1006" y="2934"/>
                  </a:cubicBezTo>
                  <a:cubicBezTo>
                    <a:pt x="1033" y="2988"/>
                    <a:pt x="1060" y="3050"/>
                    <a:pt x="1087" y="3113"/>
                  </a:cubicBezTo>
                  <a:cubicBezTo>
                    <a:pt x="1140" y="2640"/>
                    <a:pt x="1363" y="2140"/>
                    <a:pt x="1845" y="1891"/>
                  </a:cubicBezTo>
                  <a:cubicBezTo>
                    <a:pt x="2050" y="1784"/>
                    <a:pt x="2282" y="1730"/>
                    <a:pt x="2505" y="1685"/>
                  </a:cubicBezTo>
                  <a:cubicBezTo>
                    <a:pt x="3073" y="1569"/>
                    <a:pt x="3616" y="1521"/>
                    <a:pt x="4134" y="1521"/>
                  </a:cubicBezTo>
                  <a:cubicBezTo>
                    <a:pt x="4731" y="1521"/>
                    <a:pt x="5294" y="1585"/>
                    <a:pt x="5824" y="1685"/>
                  </a:cubicBezTo>
                  <a:cubicBezTo>
                    <a:pt x="7822" y="2033"/>
                    <a:pt x="9428" y="2908"/>
                    <a:pt x="10918" y="4380"/>
                  </a:cubicBezTo>
                  <a:cubicBezTo>
                    <a:pt x="9794" y="2167"/>
                    <a:pt x="6948" y="428"/>
                    <a:pt x="5494" y="115"/>
                  </a:cubicBezTo>
                  <a:cubicBezTo>
                    <a:pt x="5090" y="46"/>
                    <a:pt x="4599" y="1"/>
                    <a:pt x="4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1" name="Google Shape;1251;p37"/>
            <p:cNvSpPr/>
            <p:nvPr/>
          </p:nvSpPr>
          <p:spPr>
            <a:xfrm flipH="1">
              <a:off x="422039" y="1282712"/>
              <a:ext cx="738649" cy="662860"/>
            </a:xfrm>
            <a:custGeom>
              <a:avLst/>
              <a:gdLst/>
              <a:ahLst/>
              <a:cxnLst/>
              <a:rect l="l" t="t" r="r" b="b"/>
              <a:pathLst>
                <a:path w="8099" h="7268" extrusionOk="0">
                  <a:moveTo>
                    <a:pt x="3156" y="1"/>
                  </a:moveTo>
                  <a:cubicBezTo>
                    <a:pt x="1592" y="1"/>
                    <a:pt x="1" y="562"/>
                    <a:pt x="827" y="2552"/>
                  </a:cubicBezTo>
                  <a:cubicBezTo>
                    <a:pt x="1505" y="4310"/>
                    <a:pt x="5279" y="5443"/>
                    <a:pt x="1407" y="7209"/>
                  </a:cubicBezTo>
                  <a:cubicBezTo>
                    <a:pt x="1696" y="7247"/>
                    <a:pt x="2017" y="7268"/>
                    <a:pt x="2357" y="7268"/>
                  </a:cubicBezTo>
                  <a:cubicBezTo>
                    <a:pt x="4388" y="7268"/>
                    <a:pt x="7086" y="6551"/>
                    <a:pt x="7545" y="4747"/>
                  </a:cubicBezTo>
                  <a:cubicBezTo>
                    <a:pt x="8098" y="2633"/>
                    <a:pt x="6501" y="831"/>
                    <a:pt x="5047" y="269"/>
                  </a:cubicBezTo>
                  <a:cubicBezTo>
                    <a:pt x="4577" y="118"/>
                    <a:pt x="3870" y="1"/>
                    <a:pt x="31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2" name="Google Shape;1252;p37"/>
            <p:cNvSpPr/>
            <p:nvPr/>
          </p:nvSpPr>
          <p:spPr>
            <a:xfrm flipH="1">
              <a:off x="426964" y="1282712"/>
              <a:ext cx="733724" cy="425642"/>
            </a:xfrm>
            <a:custGeom>
              <a:avLst/>
              <a:gdLst/>
              <a:ahLst/>
              <a:cxnLst/>
              <a:rect l="l" t="t" r="r" b="b"/>
              <a:pathLst>
                <a:path w="8045" h="4667" extrusionOk="0">
                  <a:moveTo>
                    <a:pt x="3156" y="1"/>
                  </a:moveTo>
                  <a:cubicBezTo>
                    <a:pt x="1592" y="1"/>
                    <a:pt x="1" y="562"/>
                    <a:pt x="827" y="2552"/>
                  </a:cubicBezTo>
                  <a:cubicBezTo>
                    <a:pt x="1140" y="3275"/>
                    <a:pt x="1996" y="3971"/>
                    <a:pt x="2585" y="4604"/>
                  </a:cubicBezTo>
                  <a:cubicBezTo>
                    <a:pt x="2433" y="4328"/>
                    <a:pt x="2273" y="4051"/>
                    <a:pt x="2157" y="3775"/>
                  </a:cubicBezTo>
                  <a:cubicBezTo>
                    <a:pt x="1898" y="3168"/>
                    <a:pt x="1880" y="2365"/>
                    <a:pt x="2398" y="1964"/>
                  </a:cubicBezTo>
                  <a:cubicBezTo>
                    <a:pt x="2540" y="1848"/>
                    <a:pt x="2719" y="1776"/>
                    <a:pt x="2888" y="1714"/>
                  </a:cubicBezTo>
                  <a:cubicBezTo>
                    <a:pt x="3416" y="1528"/>
                    <a:pt x="3950" y="1435"/>
                    <a:pt x="4459" y="1435"/>
                  </a:cubicBezTo>
                  <a:cubicBezTo>
                    <a:pt x="4561" y="1435"/>
                    <a:pt x="4662" y="1439"/>
                    <a:pt x="4762" y="1446"/>
                  </a:cubicBezTo>
                  <a:cubicBezTo>
                    <a:pt x="5698" y="1526"/>
                    <a:pt x="6546" y="1999"/>
                    <a:pt x="7063" y="2847"/>
                  </a:cubicBezTo>
                  <a:cubicBezTo>
                    <a:pt x="7376" y="3364"/>
                    <a:pt x="7563" y="4024"/>
                    <a:pt x="7563" y="4667"/>
                  </a:cubicBezTo>
                  <a:cubicBezTo>
                    <a:pt x="8045" y="2588"/>
                    <a:pt x="6483" y="822"/>
                    <a:pt x="5047" y="269"/>
                  </a:cubicBezTo>
                  <a:cubicBezTo>
                    <a:pt x="4577" y="118"/>
                    <a:pt x="3870" y="1"/>
                    <a:pt x="31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53" name="Google Shape;1253;p37"/>
          <p:cNvGrpSpPr/>
          <p:nvPr/>
        </p:nvGrpSpPr>
        <p:grpSpPr>
          <a:xfrm>
            <a:off x="7613565" y="3343766"/>
            <a:ext cx="1504509" cy="2220487"/>
            <a:chOff x="7397272" y="3024191"/>
            <a:chExt cx="1721209" cy="2540313"/>
          </a:xfrm>
        </p:grpSpPr>
        <p:sp>
          <p:nvSpPr>
            <p:cNvPr id="1254" name="Google Shape;1254;p37"/>
            <p:cNvSpPr/>
            <p:nvPr/>
          </p:nvSpPr>
          <p:spPr>
            <a:xfrm rot="-665529">
              <a:off x="7492958" y="3151192"/>
              <a:ext cx="1430337" cy="1133581"/>
            </a:xfrm>
            <a:custGeom>
              <a:avLst/>
              <a:gdLst/>
              <a:ahLst/>
              <a:cxnLst/>
              <a:rect l="l" t="t" r="r" b="b"/>
              <a:pathLst>
                <a:path w="15729" h="12466" extrusionOk="0">
                  <a:moveTo>
                    <a:pt x="11527" y="1"/>
                  </a:moveTo>
                  <a:cubicBezTo>
                    <a:pt x="11323" y="1"/>
                    <a:pt x="10822" y="321"/>
                    <a:pt x="9956" y="533"/>
                  </a:cubicBezTo>
                  <a:cubicBezTo>
                    <a:pt x="8823" y="800"/>
                    <a:pt x="5897" y="533"/>
                    <a:pt x="4059" y="2014"/>
                  </a:cubicBezTo>
                  <a:cubicBezTo>
                    <a:pt x="2222" y="3495"/>
                    <a:pt x="2552" y="5859"/>
                    <a:pt x="2552" y="5859"/>
                  </a:cubicBezTo>
                  <a:cubicBezTo>
                    <a:pt x="2552" y="5859"/>
                    <a:pt x="1294" y="6135"/>
                    <a:pt x="741" y="8142"/>
                  </a:cubicBezTo>
                  <a:cubicBezTo>
                    <a:pt x="0" y="10845"/>
                    <a:pt x="946" y="11862"/>
                    <a:pt x="1044" y="11961"/>
                  </a:cubicBezTo>
                  <a:cubicBezTo>
                    <a:pt x="1124" y="11961"/>
                    <a:pt x="1222" y="11970"/>
                    <a:pt x="1347" y="11987"/>
                  </a:cubicBezTo>
                  <a:cubicBezTo>
                    <a:pt x="1633" y="12050"/>
                    <a:pt x="5112" y="12416"/>
                    <a:pt x="7904" y="12460"/>
                  </a:cubicBezTo>
                  <a:cubicBezTo>
                    <a:pt x="8148" y="12464"/>
                    <a:pt x="8383" y="12465"/>
                    <a:pt x="8610" y="12465"/>
                  </a:cubicBezTo>
                  <a:cubicBezTo>
                    <a:pt x="11863" y="12465"/>
                    <a:pt x="13354" y="12129"/>
                    <a:pt x="13980" y="12112"/>
                  </a:cubicBezTo>
                  <a:cubicBezTo>
                    <a:pt x="15728" y="8517"/>
                    <a:pt x="12374" y="6037"/>
                    <a:pt x="12374" y="6037"/>
                  </a:cubicBezTo>
                  <a:cubicBezTo>
                    <a:pt x="13587" y="3379"/>
                    <a:pt x="10313" y="1782"/>
                    <a:pt x="10581" y="1585"/>
                  </a:cubicBezTo>
                  <a:cubicBezTo>
                    <a:pt x="10679" y="1514"/>
                    <a:pt x="11669" y="417"/>
                    <a:pt x="11633" y="105"/>
                  </a:cubicBezTo>
                  <a:cubicBezTo>
                    <a:pt x="11625" y="31"/>
                    <a:pt x="11590" y="1"/>
                    <a:pt x="115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5" name="Google Shape;1255;p37"/>
            <p:cNvSpPr/>
            <p:nvPr/>
          </p:nvSpPr>
          <p:spPr>
            <a:xfrm rot="-665529">
              <a:off x="7669665" y="4232321"/>
              <a:ext cx="1255102" cy="116941"/>
            </a:xfrm>
            <a:custGeom>
              <a:avLst/>
              <a:gdLst/>
              <a:ahLst/>
              <a:cxnLst/>
              <a:rect l="l" t="t" r="r" b="b"/>
              <a:pathLst>
                <a:path w="13802" h="1286" extrusionOk="0">
                  <a:moveTo>
                    <a:pt x="331" y="1"/>
                  </a:moveTo>
                  <a:cubicBezTo>
                    <a:pt x="72" y="18"/>
                    <a:pt x="1" y="161"/>
                    <a:pt x="28" y="340"/>
                  </a:cubicBezTo>
                  <a:cubicBezTo>
                    <a:pt x="55" y="491"/>
                    <a:pt x="206" y="580"/>
                    <a:pt x="340" y="625"/>
                  </a:cubicBezTo>
                  <a:cubicBezTo>
                    <a:pt x="420" y="652"/>
                    <a:pt x="483" y="661"/>
                    <a:pt x="536" y="670"/>
                  </a:cubicBezTo>
                  <a:cubicBezTo>
                    <a:pt x="2972" y="1139"/>
                    <a:pt x="5973" y="1286"/>
                    <a:pt x="8398" y="1286"/>
                  </a:cubicBezTo>
                  <a:cubicBezTo>
                    <a:pt x="10440" y="1286"/>
                    <a:pt x="12073" y="1182"/>
                    <a:pt x="12615" y="1080"/>
                  </a:cubicBezTo>
                  <a:cubicBezTo>
                    <a:pt x="12785" y="1053"/>
                    <a:pt x="12928" y="1018"/>
                    <a:pt x="13052" y="982"/>
                  </a:cubicBezTo>
                  <a:cubicBezTo>
                    <a:pt x="13802" y="768"/>
                    <a:pt x="13757" y="473"/>
                    <a:pt x="13632" y="259"/>
                  </a:cubicBezTo>
                  <a:cubicBezTo>
                    <a:pt x="13579" y="179"/>
                    <a:pt x="13472" y="152"/>
                    <a:pt x="13267" y="152"/>
                  </a:cubicBezTo>
                  <a:cubicBezTo>
                    <a:pt x="12641" y="169"/>
                    <a:pt x="11150" y="505"/>
                    <a:pt x="7897" y="505"/>
                  </a:cubicBezTo>
                  <a:cubicBezTo>
                    <a:pt x="7670" y="505"/>
                    <a:pt x="7435" y="504"/>
                    <a:pt x="7191" y="500"/>
                  </a:cubicBezTo>
                  <a:cubicBezTo>
                    <a:pt x="4399" y="456"/>
                    <a:pt x="920" y="90"/>
                    <a:pt x="634" y="27"/>
                  </a:cubicBezTo>
                  <a:cubicBezTo>
                    <a:pt x="509" y="10"/>
                    <a:pt x="411" y="1"/>
                    <a:pt x="3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6" name="Google Shape;1256;p37"/>
            <p:cNvSpPr/>
            <p:nvPr/>
          </p:nvSpPr>
          <p:spPr>
            <a:xfrm rot="-665529">
              <a:off x="7785207" y="4279984"/>
              <a:ext cx="1231550" cy="1177047"/>
            </a:xfrm>
            <a:custGeom>
              <a:avLst/>
              <a:gdLst/>
              <a:ahLst/>
              <a:cxnLst/>
              <a:rect l="l" t="t" r="r" b="b"/>
              <a:pathLst>
                <a:path w="13543" h="12944" extrusionOk="0">
                  <a:moveTo>
                    <a:pt x="313" y="0"/>
                  </a:moveTo>
                  <a:lnTo>
                    <a:pt x="313" y="9"/>
                  </a:lnTo>
                  <a:cubicBezTo>
                    <a:pt x="313" y="9"/>
                    <a:pt x="1" y="4184"/>
                    <a:pt x="821" y="5433"/>
                  </a:cubicBezTo>
                  <a:cubicBezTo>
                    <a:pt x="1642" y="6682"/>
                    <a:pt x="2499" y="6878"/>
                    <a:pt x="2534" y="7119"/>
                  </a:cubicBezTo>
                  <a:cubicBezTo>
                    <a:pt x="2570" y="7324"/>
                    <a:pt x="3230" y="11981"/>
                    <a:pt x="3337" y="12775"/>
                  </a:cubicBezTo>
                  <a:cubicBezTo>
                    <a:pt x="3891" y="12822"/>
                    <a:pt x="5366" y="12944"/>
                    <a:pt x="6635" y="12944"/>
                  </a:cubicBezTo>
                  <a:cubicBezTo>
                    <a:pt x="6817" y="12944"/>
                    <a:pt x="6994" y="12941"/>
                    <a:pt x="7164" y="12935"/>
                  </a:cubicBezTo>
                  <a:cubicBezTo>
                    <a:pt x="8895" y="12873"/>
                    <a:pt x="10313" y="12561"/>
                    <a:pt x="10831" y="12516"/>
                  </a:cubicBezTo>
                  <a:lnTo>
                    <a:pt x="11634" y="6414"/>
                  </a:lnTo>
                  <a:cubicBezTo>
                    <a:pt x="11634" y="6414"/>
                    <a:pt x="12606" y="5709"/>
                    <a:pt x="13079" y="4692"/>
                  </a:cubicBezTo>
                  <a:cubicBezTo>
                    <a:pt x="13543" y="3676"/>
                    <a:pt x="13043" y="401"/>
                    <a:pt x="13043" y="401"/>
                  </a:cubicBezTo>
                  <a:lnTo>
                    <a:pt x="13025" y="357"/>
                  </a:lnTo>
                  <a:cubicBezTo>
                    <a:pt x="12901" y="393"/>
                    <a:pt x="12758" y="428"/>
                    <a:pt x="12588" y="455"/>
                  </a:cubicBezTo>
                  <a:cubicBezTo>
                    <a:pt x="12046" y="557"/>
                    <a:pt x="10413" y="661"/>
                    <a:pt x="8371" y="661"/>
                  </a:cubicBezTo>
                  <a:cubicBezTo>
                    <a:pt x="5946" y="661"/>
                    <a:pt x="2945" y="514"/>
                    <a:pt x="509" y="45"/>
                  </a:cubicBezTo>
                  <a:cubicBezTo>
                    <a:pt x="456" y="36"/>
                    <a:pt x="393" y="27"/>
                    <a:pt x="3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7" name="Google Shape;1257;p37"/>
            <p:cNvSpPr/>
            <p:nvPr/>
          </p:nvSpPr>
          <p:spPr>
            <a:xfrm rot="-665529">
              <a:off x="7675509" y="4270017"/>
              <a:ext cx="1234005" cy="86205"/>
            </a:xfrm>
            <a:custGeom>
              <a:avLst/>
              <a:gdLst/>
              <a:ahLst/>
              <a:cxnLst/>
              <a:rect l="l" t="t" r="r" b="b"/>
              <a:pathLst>
                <a:path w="13570" h="948" extrusionOk="0">
                  <a:moveTo>
                    <a:pt x="44" y="1"/>
                  </a:moveTo>
                  <a:cubicBezTo>
                    <a:pt x="35" y="1"/>
                    <a:pt x="26" y="3"/>
                    <a:pt x="19" y="11"/>
                  </a:cubicBezTo>
                  <a:cubicBezTo>
                    <a:pt x="1" y="20"/>
                    <a:pt x="1" y="47"/>
                    <a:pt x="19" y="64"/>
                  </a:cubicBezTo>
                  <a:cubicBezTo>
                    <a:pt x="19" y="64"/>
                    <a:pt x="28" y="73"/>
                    <a:pt x="45" y="100"/>
                  </a:cubicBezTo>
                  <a:cubicBezTo>
                    <a:pt x="63" y="127"/>
                    <a:pt x="90" y="154"/>
                    <a:pt x="135" y="180"/>
                  </a:cubicBezTo>
                  <a:cubicBezTo>
                    <a:pt x="161" y="198"/>
                    <a:pt x="188" y="216"/>
                    <a:pt x="215" y="234"/>
                  </a:cubicBezTo>
                  <a:cubicBezTo>
                    <a:pt x="251" y="243"/>
                    <a:pt x="268" y="252"/>
                    <a:pt x="313" y="270"/>
                  </a:cubicBezTo>
                  <a:cubicBezTo>
                    <a:pt x="384" y="288"/>
                    <a:pt x="456" y="314"/>
                    <a:pt x="563" y="332"/>
                  </a:cubicBezTo>
                  <a:cubicBezTo>
                    <a:pt x="929" y="395"/>
                    <a:pt x="1455" y="475"/>
                    <a:pt x="2088" y="582"/>
                  </a:cubicBezTo>
                  <a:cubicBezTo>
                    <a:pt x="2249" y="609"/>
                    <a:pt x="2410" y="626"/>
                    <a:pt x="2588" y="635"/>
                  </a:cubicBezTo>
                  <a:cubicBezTo>
                    <a:pt x="2757" y="653"/>
                    <a:pt x="2936" y="671"/>
                    <a:pt x="3114" y="689"/>
                  </a:cubicBezTo>
                  <a:cubicBezTo>
                    <a:pt x="3480" y="716"/>
                    <a:pt x="3873" y="760"/>
                    <a:pt x="4265" y="778"/>
                  </a:cubicBezTo>
                  <a:cubicBezTo>
                    <a:pt x="4667" y="805"/>
                    <a:pt x="5077" y="832"/>
                    <a:pt x="5496" y="858"/>
                  </a:cubicBezTo>
                  <a:cubicBezTo>
                    <a:pt x="5915" y="894"/>
                    <a:pt x="6344" y="903"/>
                    <a:pt x="6772" y="921"/>
                  </a:cubicBezTo>
                  <a:cubicBezTo>
                    <a:pt x="7200" y="930"/>
                    <a:pt x="7628" y="948"/>
                    <a:pt x="8048" y="948"/>
                  </a:cubicBezTo>
                  <a:lnTo>
                    <a:pt x="9279" y="948"/>
                  </a:lnTo>
                  <a:cubicBezTo>
                    <a:pt x="9680" y="939"/>
                    <a:pt x="10064" y="930"/>
                    <a:pt x="10438" y="921"/>
                  </a:cubicBezTo>
                  <a:cubicBezTo>
                    <a:pt x="10804" y="921"/>
                    <a:pt x="11152" y="894"/>
                    <a:pt x="11473" y="876"/>
                  </a:cubicBezTo>
                  <a:cubicBezTo>
                    <a:pt x="11634" y="858"/>
                    <a:pt x="11786" y="850"/>
                    <a:pt x="11928" y="841"/>
                  </a:cubicBezTo>
                  <a:cubicBezTo>
                    <a:pt x="12071" y="823"/>
                    <a:pt x="12214" y="805"/>
                    <a:pt x="12339" y="787"/>
                  </a:cubicBezTo>
                  <a:cubicBezTo>
                    <a:pt x="12410" y="778"/>
                    <a:pt x="12472" y="769"/>
                    <a:pt x="12526" y="760"/>
                  </a:cubicBezTo>
                  <a:cubicBezTo>
                    <a:pt x="12562" y="760"/>
                    <a:pt x="12579" y="751"/>
                    <a:pt x="12624" y="751"/>
                  </a:cubicBezTo>
                  <a:cubicBezTo>
                    <a:pt x="12651" y="742"/>
                    <a:pt x="12678" y="734"/>
                    <a:pt x="12704" y="725"/>
                  </a:cubicBezTo>
                  <a:cubicBezTo>
                    <a:pt x="12811" y="698"/>
                    <a:pt x="12918" y="671"/>
                    <a:pt x="13008" y="653"/>
                  </a:cubicBezTo>
                  <a:cubicBezTo>
                    <a:pt x="13195" y="591"/>
                    <a:pt x="13329" y="537"/>
                    <a:pt x="13418" y="484"/>
                  </a:cubicBezTo>
                  <a:cubicBezTo>
                    <a:pt x="13472" y="457"/>
                    <a:pt x="13498" y="430"/>
                    <a:pt x="13516" y="421"/>
                  </a:cubicBezTo>
                  <a:cubicBezTo>
                    <a:pt x="13543" y="403"/>
                    <a:pt x="13552" y="395"/>
                    <a:pt x="13552" y="395"/>
                  </a:cubicBezTo>
                  <a:cubicBezTo>
                    <a:pt x="13570" y="386"/>
                    <a:pt x="13570" y="359"/>
                    <a:pt x="13561" y="341"/>
                  </a:cubicBezTo>
                  <a:cubicBezTo>
                    <a:pt x="13555" y="330"/>
                    <a:pt x="13543" y="322"/>
                    <a:pt x="13530" y="322"/>
                  </a:cubicBezTo>
                  <a:cubicBezTo>
                    <a:pt x="13522" y="322"/>
                    <a:pt x="13514" y="325"/>
                    <a:pt x="13507" y="332"/>
                  </a:cubicBezTo>
                  <a:cubicBezTo>
                    <a:pt x="13507" y="332"/>
                    <a:pt x="13498" y="332"/>
                    <a:pt x="13472" y="350"/>
                  </a:cubicBezTo>
                  <a:cubicBezTo>
                    <a:pt x="13454" y="359"/>
                    <a:pt x="13418" y="386"/>
                    <a:pt x="13373" y="403"/>
                  </a:cubicBezTo>
                  <a:cubicBezTo>
                    <a:pt x="13293" y="448"/>
                    <a:pt x="13150" y="493"/>
                    <a:pt x="12981" y="537"/>
                  </a:cubicBezTo>
                  <a:cubicBezTo>
                    <a:pt x="12892" y="555"/>
                    <a:pt x="12785" y="573"/>
                    <a:pt x="12678" y="600"/>
                  </a:cubicBezTo>
                  <a:cubicBezTo>
                    <a:pt x="12651" y="600"/>
                    <a:pt x="12624" y="609"/>
                    <a:pt x="12588" y="618"/>
                  </a:cubicBezTo>
                  <a:cubicBezTo>
                    <a:pt x="12562" y="618"/>
                    <a:pt x="12535" y="618"/>
                    <a:pt x="12508" y="626"/>
                  </a:cubicBezTo>
                  <a:cubicBezTo>
                    <a:pt x="12446" y="626"/>
                    <a:pt x="12383" y="635"/>
                    <a:pt x="12321" y="644"/>
                  </a:cubicBezTo>
                  <a:cubicBezTo>
                    <a:pt x="12196" y="653"/>
                    <a:pt x="12053" y="671"/>
                    <a:pt x="11910" y="689"/>
                  </a:cubicBezTo>
                  <a:cubicBezTo>
                    <a:pt x="11768" y="698"/>
                    <a:pt x="11616" y="707"/>
                    <a:pt x="11455" y="716"/>
                  </a:cubicBezTo>
                  <a:cubicBezTo>
                    <a:pt x="11134" y="734"/>
                    <a:pt x="10795" y="760"/>
                    <a:pt x="10430" y="769"/>
                  </a:cubicBezTo>
                  <a:cubicBezTo>
                    <a:pt x="10064" y="778"/>
                    <a:pt x="9680" y="796"/>
                    <a:pt x="9279" y="805"/>
                  </a:cubicBezTo>
                  <a:cubicBezTo>
                    <a:pt x="8877" y="805"/>
                    <a:pt x="8467" y="814"/>
                    <a:pt x="8048" y="814"/>
                  </a:cubicBezTo>
                  <a:cubicBezTo>
                    <a:pt x="7988" y="815"/>
                    <a:pt x="7928" y="816"/>
                    <a:pt x="7867" y="816"/>
                  </a:cubicBezTo>
                  <a:cubicBezTo>
                    <a:pt x="7506" y="816"/>
                    <a:pt x="7139" y="796"/>
                    <a:pt x="6772" y="796"/>
                  </a:cubicBezTo>
                  <a:cubicBezTo>
                    <a:pt x="6353" y="787"/>
                    <a:pt x="5924" y="787"/>
                    <a:pt x="5505" y="760"/>
                  </a:cubicBezTo>
                  <a:cubicBezTo>
                    <a:pt x="5086" y="734"/>
                    <a:pt x="4675" y="716"/>
                    <a:pt x="4274" y="698"/>
                  </a:cubicBezTo>
                  <a:cubicBezTo>
                    <a:pt x="3873" y="662"/>
                    <a:pt x="3489" y="618"/>
                    <a:pt x="3132" y="573"/>
                  </a:cubicBezTo>
                  <a:cubicBezTo>
                    <a:pt x="2766" y="528"/>
                    <a:pt x="2418" y="511"/>
                    <a:pt x="2106" y="457"/>
                  </a:cubicBezTo>
                  <a:cubicBezTo>
                    <a:pt x="1473" y="359"/>
                    <a:pt x="946" y="288"/>
                    <a:pt x="581" y="234"/>
                  </a:cubicBezTo>
                  <a:cubicBezTo>
                    <a:pt x="491" y="225"/>
                    <a:pt x="411" y="198"/>
                    <a:pt x="340" y="180"/>
                  </a:cubicBezTo>
                  <a:cubicBezTo>
                    <a:pt x="313" y="172"/>
                    <a:pt x="277" y="163"/>
                    <a:pt x="251" y="145"/>
                  </a:cubicBezTo>
                  <a:cubicBezTo>
                    <a:pt x="224" y="136"/>
                    <a:pt x="206" y="127"/>
                    <a:pt x="188" y="109"/>
                  </a:cubicBezTo>
                  <a:cubicBezTo>
                    <a:pt x="144" y="82"/>
                    <a:pt x="117" y="64"/>
                    <a:pt x="108" y="47"/>
                  </a:cubicBezTo>
                  <a:cubicBezTo>
                    <a:pt x="90" y="29"/>
                    <a:pt x="81" y="20"/>
                    <a:pt x="81" y="20"/>
                  </a:cubicBezTo>
                  <a:lnTo>
                    <a:pt x="72" y="11"/>
                  </a:lnTo>
                  <a:cubicBezTo>
                    <a:pt x="67" y="6"/>
                    <a:pt x="56" y="1"/>
                    <a:pt x="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8" name="Google Shape;1258;p37"/>
            <p:cNvSpPr/>
            <p:nvPr/>
          </p:nvSpPr>
          <p:spPr>
            <a:xfrm rot="-665529">
              <a:off x="8177934" y="4879312"/>
              <a:ext cx="536251" cy="28917"/>
            </a:xfrm>
            <a:custGeom>
              <a:avLst/>
              <a:gdLst/>
              <a:ahLst/>
              <a:cxnLst/>
              <a:rect l="l" t="t" r="r" b="b"/>
              <a:pathLst>
                <a:path w="5897" h="318" extrusionOk="0">
                  <a:moveTo>
                    <a:pt x="5852" y="1"/>
                  </a:moveTo>
                  <a:cubicBezTo>
                    <a:pt x="5852" y="1"/>
                    <a:pt x="5754" y="10"/>
                    <a:pt x="5602" y="19"/>
                  </a:cubicBezTo>
                  <a:cubicBezTo>
                    <a:pt x="5442" y="37"/>
                    <a:pt x="5219" y="54"/>
                    <a:pt x="4942" y="90"/>
                  </a:cubicBezTo>
                  <a:cubicBezTo>
                    <a:pt x="4809" y="108"/>
                    <a:pt x="4666" y="117"/>
                    <a:pt x="4505" y="135"/>
                  </a:cubicBezTo>
                  <a:cubicBezTo>
                    <a:pt x="4354" y="153"/>
                    <a:pt x="4184" y="170"/>
                    <a:pt x="4015" y="179"/>
                  </a:cubicBezTo>
                  <a:cubicBezTo>
                    <a:pt x="3845" y="188"/>
                    <a:pt x="3667" y="197"/>
                    <a:pt x="3488" y="197"/>
                  </a:cubicBezTo>
                  <a:cubicBezTo>
                    <a:pt x="3310" y="197"/>
                    <a:pt x="3131" y="197"/>
                    <a:pt x="2953" y="188"/>
                  </a:cubicBezTo>
                  <a:cubicBezTo>
                    <a:pt x="2891" y="191"/>
                    <a:pt x="2829" y="192"/>
                    <a:pt x="2768" y="192"/>
                  </a:cubicBezTo>
                  <a:cubicBezTo>
                    <a:pt x="2647" y="192"/>
                    <a:pt x="2528" y="188"/>
                    <a:pt x="2409" y="188"/>
                  </a:cubicBezTo>
                  <a:cubicBezTo>
                    <a:pt x="2230" y="179"/>
                    <a:pt x="2052" y="179"/>
                    <a:pt x="1882" y="170"/>
                  </a:cubicBezTo>
                  <a:cubicBezTo>
                    <a:pt x="1543" y="153"/>
                    <a:pt x="1222" y="135"/>
                    <a:pt x="955" y="117"/>
                  </a:cubicBezTo>
                  <a:cubicBezTo>
                    <a:pt x="812" y="108"/>
                    <a:pt x="687" y="99"/>
                    <a:pt x="580" y="99"/>
                  </a:cubicBezTo>
                  <a:cubicBezTo>
                    <a:pt x="473" y="90"/>
                    <a:pt x="375" y="90"/>
                    <a:pt x="294" y="90"/>
                  </a:cubicBezTo>
                  <a:cubicBezTo>
                    <a:pt x="134" y="81"/>
                    <a:pt x="45" y="81"/>
                    <a:pt x="45" y="81"/>
                  </a:cubicBezTo>
                  <a:cubicBezTo>
                    <a:pt x="27" y="81"/>
                    <a:pt x="9" y="90"/>
                    <a:pt x="0" y="117"/>
                  </a:cubicBezTo>
                  <a:cubicBezTo>
                    <a:pt x="0" y="135"/>
                    <a:pt x="9" y="153"/>
                    <a:pt x="36" y="161"/>
                  </a:cubicBezTo>
                  <a:cubicBezTo>
                    <a:pt x="36" y="161"/>
                    <a:pt x="125" y="179"/>
                    <a:pt x="286" y="206"/>
                  </a:cubicBezTo>
                  <a:cubicBezTo>
                    <a:pt x="437" y="233"/>
                    <a:pt x="669" y="260"/>
                    <a:pt x="937" y="277"/>
                  </a:cubicBezTo>
                  <a:cubicBezTo>
                    <a:pt x="1213" y="304"/>
                    <a:pt x="1535" y="295"/>
                    <a:pt x="1874" y="313"/>
                  </a:cubicBezTo>
                  <a:lnTo>
                    <a:pt x="2409" y="313"/>
                  </a:lnTo>
                  <a:cubicBezTo>
                    <a:pt x="2528" y="313"/>
                    <a:pt x="2647" y="317"/>
                    <a:pt x="2768" y="317"/>
                  </a:cubicBezTo>
                  <a:cubicBezTo>
                    <a:pt x="2829" y="317"/>
                    <a:pt x="2891" y="316"/>
                    <a:pt x="2953" y="313"/>
                  </a:cubicBezTo>
                  <a:cubicBezTo>
                    <a:pt x="3131" y="304"/>
                    <a:pt x="3319" y="295"/>
                    <a:pt x="3497" y="295"/>
                  </a:cubicBezTo>
                  <a:cubicBezTo>
                    <a:pt x="3676" y="286"/>
                    <a:pt x="3854" y="277"/>
                    <a:pt x="4023" y="260"/>
                  </a:cubicBezTo>
                  <a:cubicBezTo>
                    <a:pt x="4193" y="251"/>
                    <a:pt x="4354" y="251"/>
                    <a:pt x="4514" y="242"/>
                  </a:cubicBezTo>
                  <a:cubicBezTo>
                    <a:pt x="4675" y="242"/>
                    <a:pt x="4817" y="233"/>
                    <a:pt x="4960" y="215"/>
                  </a:cubicBezTo>
                  <a:cubicBezTo>
                    <a:pt x="5228" y="179"/>
                    <a:pt x="5460" y="153"/>
                    <a:pt x="5611" y="126"/>
                  </a:cubicBezTo>
                  <a:cubicBezTo>
                    <a:pt x="5772" y="99"/>
                    <a:pt x="5861" y="81"/>
                    <a:pt x="5861" y="81"/>
                  </a:cubicBezTo>
                  <a:cubicBezTo>
                    <a:pt x="5879" y="81"/>
                    <a:pt x="5897" y="63"/>
                    <a:pt x="5897" y="37"/>
                  </a:cubicBezTo>
                  <a:cubicBezTo>
                    <a:pt x="5897" y="19"/>
                    <a:pt x="5870" y="1"/>
                    <a:pt x="58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9" name="Google Shape;1259;p37"/>
            <p:cNvSpPr/>
            <p:nvPr/>
          </p:nvSpPr>
          <p:spPr>
            <a:xfrm rot="-665529">
              <a:off x="7785523" y="3688471"/>
              <a:ext cx="774777" cy="87842"/>
            </a:xfrm>
            <a:custGeom>
              <a:avLst/>
              <a:gdLst/>
              <a:ahLst/>
              <a:cxnLst/>
              <a:rect l="l" t="t" r="r" b="b"/>
              <a:pathLst>
                <a:path w="8520" h="966" extrusionOk="0">
                  <a:moveTo>
                    <a:pt x="54" y="1"/>
                  </a:moveTo>
                  <a:cubicBezTo>
                    <a:pt x="36" y="1"/>
                    <a:pt x="18" y="10"/>
                    <a:pt x="9" y="28"/>
                  </a:cubicBezTo>
                  <a:cubicBezTo>
                    <a:pt x="0" y="54"/>
                    <a:pt x="9" y="81"/>
                    <a:pt x="36" y="99"/>
                  </a:cubicBezTo>
                  <a:cubicBezTo>
                    <a:pt x="36" y="99"/>
                    <a:pt x="152" y="161"/>
                    <a:pt x="375" y="251"/>
                  </a:cubicBezTo>
                  <a:cubicBezTo>
                    <a:pt x="482" y="295"/>
                    <a:pt x="616" y="340"/>
                    <a:pt x="776" y="384"/>
                  </a:cubicBezTo>
                  <a:cubicBezTo>
                    <a:pt x="937" y="438"/>
                    <a:pt x="1115" y="483"/>
                    <a:pt x="1311" y="527"/>
                  </a:cubicBezTo>
                  <a:cubicBezTo>
                    <a:pt x="1508" y="572"/>
                    <a:pt x="1722" y="616"/>
                    <a:pt x="1945" y="643"/>
                  </a:cubicBezTo>
                  <a:cubicBezTo>
                    <a:pt x="2177" y="670"/>
                    <a:pt x="2418" y="697"/>
                    <a:pt x="2667" y="715"/>
                  </a:cubicBezTo>
                  <a:cubicBezTo>
                    <a:pt x="2917" y="741"/>
                    <a:pt x="3176" y="759"/>
                    <a:pt x="3444" y="786"/>
                  </a:cubicBezTo>
                  <a:cubicBezTo>
                    <a:pt x="3702" y="822"/>
                    <a:pt x="3970" y="848"/>
                    <a:pt x="4238" y="884"/>
                  </a:cubicBezTo>
                  <a:cubicBezTo>
                    <a:pt x="4505" y="911"/>
                    <a:pt x="4773" y="946"/>
                    <a:pt x="5040" y="955"/>
                  </a:cubicBezTo>
                  <a:cubicBezTo>
                    <a:pt x="5195" y="961"/>
                    <a:pt x="5346" y="966"/>
                    <a:pt x="5495" y="966"/>
                  </a:cubicBezTo>
                  <a:cubicBezTo>
                    <a:pt x="5604" y="966"/>
                    <a:pt x="5711" y="963"/>
                    <a:pt x="5817" y="955"/>
                  </a:cubicBezTo>
                  <a:cubicBezTo>
                    <a:pt x="5941" y="946"/>
                    <a:pt x="6066" y="938"/>
                    <a:pt x="6191" y="929"/>
                  </a:cubicBezTo>
                  <a:cubicBezTo>
                    <a:pt x="6316" y="920"/>
                    <a:pt x="6432" y="911"/>
                    <a:pt x="6548" y="893"/>
                  </a:cubicBezTo>
                  <a:cubicBezTo>
                    <a:pt x="6780" y="857"/>
                    <a:pt x="6994" y="839"/>
                    <a:pt x="7199" y="795"/>
                  </a:cubicBezTo>
                  <a:cubicBezTo>
                    <a:pt x="7396" y="750"/>
                    <a:pt x="7574" y="706"/>
                    <a:pt x="7735" y="661"/>
                  </a:cubicBezTo>
                  <a:cubicBezTo>
                    <a:pt x="7895" y="625"/>
                    <a:pt x="8029" y="572"/>
                    <a:pt x="8145" y="536"/>
                  </a:cubicBezTo>
                  <a:cubicBezTo>
                    <a:pt x="8368" y="456"/>
                    <a:pt x="8493" y="402"/>
                    <a:pt x="8493" y="402"/>
                  </a:cubicBezTo>
                  <a:cubicBezTo>
                    <a:pt x="8511" y="393"/>
                    <a:pt x="8520" y="376"/>
                    <a:pt x="8520" y="358"/>
                  </a:cubicBezTo>
                  <a:cubicBezTo>
                    <a:pt x="8512" y="336"/>
                    <a:pt x="8499" y="320"/>
                    <a:pt x="8479" y="320"/>
                  </a:cubicBezTo>
                  <a:cubicBezTo>
                    <a:pt x="8475" y="320"/>
                    <a:pt x="8471" y="320"/>
                    <a:pt x="8466" y="322"/>
                  </a:cubicBezTo>
                  <a:cubicBezTo>
                    <a:pt x="8466" y="322"/>
                    <a:pt x="8332" y="331"/>
                    <a:pt x="8100" y="349"/>
                  </a:cubicBezTo>
                  <a:cubicBezTo>
                    <a:pt x="7984" y="367"/>
                    <a:pt x="7851" y="384"/>
                    <a:pt x="7690" y="402"/>
                  </a:cubicBezTo>
                  <a:cubicBezTo>
                    <a:pt x="7529" y="411"/>
                    <a:pt x="7342" y="420"/>
                    <a:pt x="7146" y="438"/>
                  </a:cubicBezTo>
                  <a:cubicBezTo>
                    <a:pt x="6950" y="447"/>
                    <a:pt x="6735" y="456"/>
                    <a:pt x="6512" y="465"/>
                  </a:cubicBezTo>
                  <a:cubicBezTo>
                    <a:pt x="6289" y="474"/>
                    <a:pt x="6048" y="474"/>
                    <a:pt x="5808" y="474"/>
                  </a:cubicBezTo>
                  <a:cubicBezTo>
                    <a:pt x="5745" y="478"/>
                    <a:pt x="5683" y="480"/>
                    <a:pt x="5620" y="480"/>
                  </a:cubicBezTo>
                  <a:cubicBezTo>
                    <a:pt x="5558" y="480"/>
                    <a:pt x="5495" y="478"/>
                    <a:pt x="5433" y="474"/>
                  </a:cubicBezTo>
                  <a:cubicBezTo>
                    <a:pt x="5308" y="483"/>
                    <a:pt x="5174" y="483"/>
                    <a:pt x="5049" y="483"/>
                  </a:cubicBezTo>
                  <a:cubicBezTo>
                    <a:pt x="4791" y="492"/>
                    <a:pt x="4523" y="492"/>
                    <a:pt x="4264" y="500"/>
                  </a:cubicBezTo>
                  <a:cubicBezTo>
                    <a:pt x="3997" y="492"/>
                    <a:pt x="3729" y="483"/>
                    <a:pt x="3470" y="465"/>
                  </a:cubicBezTo>
                  <a:cubicBezTo>
                    <a:pt x="3212" y="438"/>
                    <a:pt x="2962" y="411"/>
                    <a:pt x="2712" y="367"/>
                  </a:cubicBezTo>
                  <a:cubicBezTo>
                    <a:pt x="2596" y="340"/>
                    <a:pt x="2471" y="322"/>
                    <a:pt x="2355" y="295"/>
                  </a:cubicBezTo>
                  <a:cubicBezTo>
                    <a:pt x="2239" y="277"/>
                    <a:pt x="2123" y="251"/>
                    <a:pt x="2016" y="233"/>
                  </a:cubicBezTo>
                  <a:cubicBezTo>
                    <a:pt x="1793" y="197"/>
                    <a:pt x="1579" y="153"/>
                    <a:pt x="1383" y="126"/>
                  </a:cubicBezTo>
                  <a:cubicBezTo>
                    <a:pt x="1187" y="99"/>
                    <a:pt x="1008" y="72"/>
                    <a:pt x="848" y="54"/>
                  </a:cubicBezTo>
                  <a:cubicBezTo>
                    <a:pt x="687" y="37"/>
                    <a:pt x="544" y="28"/>
                    <a:pt x="428" y="19"/>
                  </a:cubicBezTo>
                  <a:cubicBezTo>
                    <a:pt x="196" y="1"/>
                    <a:pt x="54" y="1"/>
                    <a:pt x="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0" name="Google Shape;1260;p37"/>
            <p:cNvSpPr/>
            <p:nvPr/>
          </p:nvSpPr>
          <p:spPr>
            <a:xfrm rot="-665529">
              <a:off x="8338628" y="4970523"/>
              <a:ext cx="249893" cy="451032"/>
            </a:xfrm>
            <a:custGeom>
              <a:avLst/>
              <a:gdLst/>
              <a:ahLst/>
              <a:cxnLst/>
              <a:rect l="l" t="t" r="r" b="b"/>
              <a:pathLst>
                <a:path w="2748" h="4960" extrusionOk="0">
                  <a:moveTo>
                    <a:pt x="2698" y="1"/>
                  </a:moveTo>
                  <a:cubicBezTo>
                    <a:pt x="2683" y="1"/>
                    <a:pt x="2668" y="11"/>
                    <a:pt x="2668" y="31"/>
                  </a:cubicBezTo>
                  <a:cubicBezTo>
                    <a:pt x="2668" y="31"/>
                    <a:pt x="2534" y="352"/>
                    <a:pt x="2337" y="834"/>
                  </a:cubicBezTo>
                  <a:cubicBezTo>
                    <a:pt x="2284" y="959"/>
                    <a:pt x="2239" y="1084"/>
                    <a:pt x="2177" y="1226"/>
                  </a:cubicBezTo>
                  <a:cubicBezTo>
                    <a:pt x="2123" y="1360"/>
                    <a:pt x="2070" y="1512"/>
                    <a:pt x="1998" y="1663"/>
                  </a:cubicBezTo>
                  <a:cubicBezTo>
                    <a:pt x="1927" y="1806"/>
                    <a:pt x="1856" y="1958"/>
                    <a:pt x="1775" y="2110"/>
                  </a:cubicBezTo>
                  <a:cubicBezTo>
                    <a:pt x="1695" y="2261"/>
                    <a:pt x="1615" y="2413"/>
                    <a:pt x="1526" y="2565"/>
                  </a:cubicBezTo>
                  <a:cubicBezTo>
                    <a:pt x="1436" y="2716"/>
                    <a:pt x="1347" y="2868"/>
                    <a:pt x="1267" y="3011"/>
                  </a:cubicBezTo>
                  <a:cubicBezTo>
                    <a:pt x="1187" y="3162"/>
                    <a:pt x="1097" y="3305"/>
                    <a:pt x="1008" y="3439"/>
                  </a:cubicBezTo>
                  <a:cubicBezTo>
                    <a:pt x="910" y="3573"/>
                    <a:pt x="830" y="3706"/>
                    <a:pt x="741" y="3831"/>
                  </a:cubicBezTo>
                  <a:cubicBezTo>
                    <a:pt x="660" y="3956"/>
                    <a:pt x="580" y="4072"/>
                    <a:pt x="500" y="4179"/>
                  </a:cubicBezTo>
                  <a:cubicBezTo>
                    <a:pt x="196" y="4599"/>
                    <a:pt x="18" y="4893"/>
                    <a:pt x="18" y="4893"/>
                  </a:cubicBezTo>
                  <a:lnTo>
                    <a:pt x="18" y="4902"/>
                  </a:lnTo>
                  <a:cubicBezTo>
                    <a:pt x="0" y="4911"/>
                    <a:pt x="9" y="4938"/>
                    <a:pt x="18" y="4946"/>
                  </a:cubicBezTo>
                  <a:cubicBezTo>
                    <a:pt x="27" y="4955"/>
                    <a:pt x="38" y="4960"/>
                    <a:pt x="49" y="4960"/>
                  </a:cubicBezTo>
                  <a:cubicBezTo>
                    <a:pt x="60" y="4960"/>
                    <a:pt x="72" y="4955"/>
                    <a:pt x="80" y="4946"/>
                  </a:cubicBezTo>
                  <a:cubicBezTo>
                    <a:pt x="80" y="4946"/>
                    <a:pt x="312" y="4688"/>
                    <a:pt x="634" y="4268"/>
                  </a:cubicBezTo>
                  <a:cubicBezTo>
                    <a:pt x="678" y="4215"/>
                    <a:pt x="723" y="4161"/>
                    <a:pt x="758" y="4108"/>
                  </a:cubicBezTo>
                  <a:cubicBezTo>
                    <a:pt x="794" y="4045"/>
                    <a:pt x="839" y="3983"/>
                    <a:pt x="874" y="3921"/>
                  </a:cubicBezTo>
                  <a:cubicBezTo>
                    <a:pt x="955" y="3787"/>
                    <a:pt x="1035" y="3653"/>
                    <a:pt x="1124" y="3519"/>
                  </a:cubicBezTo>
                  <a:cubicBezTo>
                    <a:pt x="1213" y="3376"/>
                    <a:pt x="1303" y="3234"/>
                    <a:pt x="1383" y="3082"/>
                  </a:cubicBezTo>
                  <a:cubicBezTo>
                    <a:pt x="1463" y="2930"/>
                    <a:pt x="1543" y="2779"/>
                    <a:pt x="1633" y="2618"/>
                  </a:cubicBezTo>
                  <a:cubicBezTo>
                    <a:pt x="1713" y="2466"/>
                    <a:pt x="1784" y="2306"/>
                    <a:pt x="1856" y="2154"/>
                  </a:cubicBezTo>
                  <a:cubicBezTo>
                    <a:pt x="1927" y="1994"/>
                    <a:pt x="2007" y="1842"/>
                    <a:pt x="2079" y="1699"/>
                  </a:cubicBezTo>
                  <a:cubicBezTo>
                    <a:pt x="2141" y="1548"/>
                    <a:pt x="2213" y="1405"/>
                    <a:pt x="2284" y="1271"/>
                  </a:cubicBezTo>
                  <a:cubicBezTo>
                    <a:pt x="2346" y="1137"/>
                    <a:pt x="2409" y="1003"/>
                    <a:pt x="2453" y="878"/>
                  </a:cubicBezTo>
                  <a:cubicBezTo>
                    <a:pt x="2498" y="762"/>
                    <a:pt x="2543" y="647"/>
                    <a:pt x="2587" y="548"/>
                  </a:cubicBezTo>
                  <a:cubicBezTo>
                    <a:pt x="2614" y="441"/>
                    <a:pt x="2650" y="361"/>
                    <a:pt x="2668" y="281"/>
                  </a:cubicBezTo>
                  <a:cubicBezTo>
                    <a:pt x="2721" y="138"/>
                    <a:pt x="2739" y="58"/>
                    <a:pt x="2739" y="58"/>
                  </a:cubicBezTo>
                  <a:cubicBezTo>
                    <a:pt x="2748" y="31"/>
                    <a:pt x="2730" y="13"/>
                    <a:pt x="2712" y="4"/>
                  </a:cubicBezTo>
                  <a:cubicBezTo>
                    <a:pt x="2708" y="2"/>
                    <a:pt x="2703" y="1"/>
                    <a:pt x="26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1" name="Google Shape;1261;p37"/>
            <p:cNvSpPr/>
            <p:nvPr/>
          </p:nvSpPr>
          <p:spPr>
            <a:xfrm rot="-665529">
              <a:off x="8207706" y="5026572"/>
              <a:ext cx="156683" cy="336819"/>
            </a:xfrm>
            <a:custGeom>
              <a:avLst/>
              <a:gdLst/>
              <a:ahLst/>
              <a:cxnLst/>
              <a:rect l="l" t="t" r="r" b="b"/>
              <a:pathLst>
                <a:path w="1723" h="3704" extrusionOk="0">
                  <a:moveTo>
                    <a:pt x="1680" y="1"/>
                  </a:moveTo>
                  <a:cubicBezTo>
                    <a:pt x="1665" y="1"/>
                    <a:pt x="1649" y="9"/>
                    <a:pt x="1642" y="22"/>
                  </a:cubicBezTo>
                  <a:cubicBezTo>
                    <a:pt x="1642" y="22"/>
                    <a:pt x="1615" y="75"/>
                    <a:pt x="1571" y="182"/>
                  </a:cubicBezTo>
                  <a:cubicBezTo>
                    <a:pt x="1526" y="281"/>
                    <a:pt x="1473" y="423"/>
                    <a:pt x="1401" y="602"/>
                  </a:cubicBezTo>
                  <a:cubicBezTo>
                    <a:pt x="1339" y="771"/>
                    <a:pt x="1267" y="976"/>
                    <a:pt x="1187" y="1199"/>
                  </a:cubicBezTo>
                  <a:cubicBezTo>
                    <a:pt x="1116" y="1422"/>
                    <a:pt x="1009" y="1646"/>
                    <a:pt x="919" y="1877"/>
                  </a:cubicBezTo>
                  <a:cubicBezTo>
                    <a:pt x="884" y="1993"/>
                    <a:pt x="830" y="2109"/>
                    <a:pt x="786" y="2225"/>
                  </a:cubicBezTo>
                  <a:cubicBezTo>
                    <a:pt x="732" y="2341"/>
                    <a:pt x="687" y="2448"/>
                    <a:pt x="634" y="2555"/>
                  </a:cubicBezTo>
                  <a:cubicBezTo>
                    <a:pt x="589" y="2654"/>
                    <a:pt x="527" y="2752"/>
                    <a:pt x="473" y="2841"/>
                  </a:cubicBezTo>
                  <a:cubicBezTo>
                    <a:pt x="411" y="2939"/>
                    <a:pt x="366" y="3028"/>
                    <a:pt x="322" y="3109"/>
                  </a:cubicBezTo>
                  <a:cubicBezTo>
                    <a:pt x="277" y="3189"/>
                    <a:pt x="232" y="3260"/>
                    <a:pt x="188" y="3323"/>
                  </a:cubicBezTo>
                  <a:cubicBezTo>
                    <a:pt x="152" y="3385"/>
                    <a:pt x="117" y="3448"/>
                    <a:pt x="90" y="3492"/>
                  </a:cubicBezTo>
                  <a:cubicBezTo>
                    <a:pt x="36" y="3590"/>
                    <a:pt x="9" y="3644"/>
                    <a:pt x="9" y="3644"/>
                  </a:cubicBezTo>
                  <a:cubicBezTo>
                    <a:pt x="1" y="3662"/>
                    <a:pt x="1" y="3688"/>
                    <a:pt x="18" y="3697"/>
                  </a:cubicBezTo>
                  <a:cubicBezTo>
                    <a:pt x="26" y="3701"/>
                    <a:pt x="35" y="3703"/>
                    <a:pt x="43" y="3703"/>
                  </a:cubicBezTo>
                  <a:cubicBezTo>
                    <a:pt x="55" y="3703"/>
                    <a:pt x="67" y="3699"/>
                    <a:pt x="72" y="3688"/>
                  </a:cubicBezTo>
                  <a:cubicBezTo>
                    <a:pt x="72" y="3688"/>
                    <a:pt x="108" y="3635"/>
                    <a:pt x="179" y="3546"/>
                  </a:cubicBezTo>
                  <a:cubicBezTo>
                    <a:pt x="206" y="3501"/>
                    <a:pt x="250" y="3448"/>
                    <a:pt x="295" y="3385"/>
                  </a:cubicBezTo>
                  <a:cubicBezTo>
                    <a:pt x="331" y="3323"/>
                    <a:pt x="384" y="3251"/>
                    <a:pt x="429" y="3171"/>
                  </a:cubicBezTo>
                  <a:cubicBezTo>
                    <a:pt x="473" y="3082"/>
                    <a:pt x="527" y="2993"/>
                    <a:pt x="571" y="2894"/>
                  </a:cubicBezTo>
                  <a:cubicBezTo>
                    <a:pt x="607" y="2796"/>
                    <a:pt x="661" y="2698"/>
                    <a:pt x="714" y="2591"/>
                  </a:cubicBezTo>
                  <a:cubicBezTo>
                    <a:pt x="759" y="2484"/>
                    <a:pt x="812" y="2377"/>
                    <a:pt x="875" y="2261"/>
                  </a:cubicBezTo>
                  <a:cubicBezTo>
                    <a:pt x="928" y="2154"/>
                    <a:pt x="982" y="2047"/>
                    <a:pt x="1035" y="1931"/>
                  </a:cubicBezTo>
                  <a:cubicBezTo>
                    <a:pt x="1134" y="1699"/>
                    <a:pt x="1241" y="1467"/>
                    <a:pt x="1321" y="1253"/>
                  </a:cubicBezTo>
                  <a:cubicBezTo>
                    <a:pt x="1410" y="1030"/>
                    <a:pt x="1499" y="834"/>
                    <a:pt x="1553" y="655"/>
                  </a:cubicBezTo>
                  <a:cubicBezTo>
                    <a:pt x="1678" y="298"/>
                    <a:pt x="1722" y="49"/>
                    <a:pt x="1722" y="49"/>
                  </a:cubicBezTo>
                  <a:cubicBezTo>
                    <a:pt x="1722" y="31"/>
                    <a:pt x="1713" y="13"/>
                    <a:pt x="1696" y="4"/>
                  </a:cubicBezTo>
                  <a:cubicBezTo>
                    <a:pt x="1691" y="2"/>
                    <a:pt x="1685" y="1"/>
                    <a:pt x="16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2" name="Google Shape;1262;p37"/>
            <p:cNvSpPr/>
            <p:nvPr/>
          </p:nvSpPr>
          <p:spPr>
            <a:xfrm rot="-665529">
              <a:off x="8596259" y="4972130"/>
              <a:ext cx="159138" cy="386832"/>
            </a:xfrm>
            <a:custGeom>
              <a:avLst/>
              <a:gdLst/>
              <a:ahLst/>
              <a:cxnLst/>
              <a:rect l="l" t="t" r="r" b="b"/>
              <a:pathLst>
                <a:path w="1750" h="4254" extrusionOk="0">
                  <a:moveTo>
                    <a:pt x="1708" y="1"/>
                  </a:moveTo>
                  <a:cubicBezTo>
                    <a:pt x="1695" y="1"/>
                    <a:pt x="1682" y="9"/>
                    <a:pt x="1669" y="22"/>
                  </a:cubicBezTo>
                  <a:cubicBezTo>
                    <a:pt x="1669" y="22"/>
                    <a:pt x="1642" y="84"/>
                    <a:pt x="1598" y="200"/>
                  </a:cubicBezTo>
                  <a:cubicBezTo>
                    <a:pt x="1553" y="316"/>
                    <a:pt x="1491" y="477"/>
                    <a:pt x="1419" y="682"/>
                  </a:cubicBezTo>
                  <a:cubicBezTo>
                    <a:pt x="1348" y="878"/>
                    <a:pt x="1285" y="1119"/>
                    <a:pt x="1196" y="1369"/>
                  </a:cubicBezTo>
                  <a:cubicBezTo>
                    <a:pt x="1116" y="1619"/>
                    <a:pt x="1018" y="1877"/>
                    <a:pt x="929" y="2145"/>
                  </a:cubicBezTo>
                  <a:cubicBezTo>
                    <a:pt x="875" y="2279"/>
                    <a:pt x="839" y="2413"/>
                    <a:pt x="786" y="2546"/>
                  </a:cubicBezTo>
                  <a:cubicBezTo>
                    <a:pt x="741" y="2671"/>
                    <a:pt x="688" y="2796"/>
                    <a:pt x="643" y="2921"/>
                  </a:cubicBezTo>
                  <a:cubicBezTo>
                    <a:pt x="616" y="2984"/>
                    <a:pt x="590" y="3046"/>
                    <a:pt x="563" y="3100"/>
                  </a:cubicBezTo>
                  <a:cubicBezTo>
                    <a:pt x="536" y="3153"/>
                    <a:pt x="500" y="3216"/>
                    <a:pt x="474" y="3269"/>
                  </a:cubicBezTo>
                  <a:cubicBezTo>
                    <a:pt x="420" y="3376"/>
                    <a:pt x="376" y="3474"/>
                    <a:pt x="322" y="3572"/>
                  </a:cubicBezTo>
                  <a:cubicBezTo>
                    <a:pt x="304" y="3617"/>
                    <a:pt x="286" y="3662"/>
                    <a:pt x="268" y="3706"/>
                  </a:cubicBezTo>
                  <a:cubicBezTo>
                    <a:pt x="242" y="3751"/>
                    <a:pt x="215" y="3787"/>
                    <a:pt x="197" y="3822"/>
                  </a:cubicBezTo>
                  <a:cubicBezTo>
                    <a:pt x="161" y="3902"/>
                    <a:pt x="126" y="3965"/>
                    <a:pt x="99" y="4018"/>
                  </a:cubicBezTo>
                  <a:cubicBezTo>
                    <a:pt x="37" y="4126"/>
                    <a:pt x="10" y="4188"/>
                    <a:pt x="10" y="4188"/>
                  </a:cubicBezTo>
                  <a:lnTo>
                    <a:pt x="10" y="4197"/>
                  </a:lnTo>
                  <a:cubicBezTo>
                    <a:pt x="1" y="4215"/>
                    <a:pt x="1" y="4233"/>
                    <a:pt x="19" y="4250"/>
                  </a:cubicBezTo>
                  <a:cubicBezTo>
                    <a:pt x="23" y="4253"/>
                    <a:pt x="29" y="4254"/>
                    <a:pt x="34" y="4254"/>
                  </a:cubicBezTo>
                  <a:cubicBezTo>
                    <a:pt x="50" y="4254"/>
                    <a:pt x="66" y="4246"/>
                    <a:pt x="72" y="4233"/>
                  </a:cubicBezTo>
                  <a:cubicBezTo>
                    <a:pt x="72" y="4233"/>
                    <a:pt x="117" y="4179"/>
                    <a:pt x="179" y="4072"/>
                  </a:cubicBezTo>
                  <a:cubicBezTo>
                    <a:pt x="215" y="4018"/>
                    <a:pt x="260" y="3956"/>
                    <a:pt x="304" y="3885"/>
                  </a:cubicBezTo>
                  <a:cubicBezTo>
                    <a:pt x="322" y="3849"/>
                    <a:pt x="349" y="3804"/>
                    <a:pt x="376" y="3760"/>
                  </a:cubicBezTo>
                  <a:cubicBezTo>
                    <a:pt x="393" y="3715"/>
                    <a:pt x="420" y="3671"/>
                    <a:pt x="438" y="3626"/>
                  </a:cubicBezTo>
                  <a:cubicBezTo>
                    <a:pt x="527" y="3430"/>
                    <a:pt x="625" y="3207"/>
                    <a:pt x="715" y="2957"/>
                  </a:cubicBezTo>
                  <a:cubicBezTo>
                    <a:pt x="768" y="2832"/>
                    <a:pt x="822" y="2707"/>
                    <a:pt x="875" y="2582"/>
                  </a:cubicBezTo>
                  <a:cubicBezTo>
                    <a:pt x="938" y="2448"/>
                    <a:pt x="982" y="2323"/>
                    <a:pt x="1036" y="2190"/>
                  </a:cubicBezTo>
                  <a:cubicBezTo>
                    <a:pt x="1143" y="1931"/>
                    <a:pt x="1241" y="1663"/>
                    <a:pt x="1330" y="1414"/>
                  </a:cubicBezTo>
                  <a:cubicBezTo>
                    <a:pt x="1419" y="1164"/>
                    <a:pt x="1509" y="932"/>
                    <a:pt x="1571" y="727"/>
                  </a:cubicBezTo>
                  <a:cubicBezTo>
                    <a:pt x="1705" y="325"/>
                    <a:pt x="1749" y="49"/>
                    <a:pt x="1749" y="49"/>
                  </a:cubicBezTo>
                  <a:cubicBezTo>
                    <a:pt x="1749" y="31"/>
                    <a:pt x="1740" y="13"/>
                    <a:pt x="1723" y="4"/>
                  </a:cubicBezTo>
                  <a:cubicBezTo>
                    <a:pt x="1718" y="2"/>
                    <a:pt x="1713" y="1"/>
                    <a:pt x="17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3" name="Google Shape;1263;p37"/>
            <p:cNvSpPr/>
            <p:nvPr/>
          </p:nvSpPr>
          <p:spPr>
            <a:xfrm rot="-665529">
              <a:off x="8257913" y="5041222"/>
              <a:ext cx="483599" cy="231154"/>
            </a:xfrm>
            <a:custGeom>
              <a:avLst/>
              <a:gdLst/>
              <a:ahLst/>
              <a:cxnLst/>
              <a:rect l="l" t="t" r="r" b="b"/>
              <a:pathLst>
                <a:path w="5318" h="2542" extrusionOk="0">
                  <a:moveTo>
                    <a:pt x="36" y="1"/>
                  </a:moveTo>
                  <a:cubicBezTo>
                    <a:pt x="27" y="1"/>
                    <a:pt x="18" y="3"/>
                    <a:pt x="9" y="8"/>
                  </a:cubicBezTo>
                  <a:cubicBezTo>
                    <a:pt x="0" y="25"/>
                    <a:pt x="0" y="52"/>
                    <a:pt x="9" y="70"/>
                  </a:cubicBezTo>
                  <a:cubicBezTo>
                    <a:pt x="9" y="70"/>
                    <a:pt x="81" y="132"/>
                    <a:pt x="197" y="239"/>
                  </a:cubicBezTo>
                  <a:cubicBezTo>
                    <a:pt x="259" y="293"/>
                    <a:pt x="339" y="355"/>
                    <a:pt x="429" y="427"/>
                  </a:cubicBezTo>
                  <a:cubicBezTo>
                    <a:pt x="518" y="489"/>
                    <a:pt x="616" y="570"/>
                    <a:pt x="723" y="650"/>
                  </a:cubicBezTo>
                  <a:cubicBezTo>
                    <a:pt x="955" y="810"/>
                    <a:pt x="1231" y="971"/>
                    <a:pt x="1526" y="1149"/>
                  </a:cubicBezTo>
                  <a:cubicBezTo>
                    <a:pt x="1669" y="1230"/>
                    <a:pt x="1829" y="1319"/>
                    <a:pt x="1990" y="1408"/>
                  </a:cubicBezTo>
                  <a:cubicBezTo>
                    <a:pt x="2150" y="1488"/>
                    <a:pt x="2311" y="1578"/>
                    <a:pt x="2471" y="1658"/>
                  </a:cubicBezTo>
                  <a:cubicBezTo>
                    <a:pt x="2641" y="1729"/>
                    <a:pt x="2810" y="1810"/>
                    <a:pt x="2980" y="1872"/>
                  </a:cubicBezTo>
                  <a:cubicBezTo>
                    <a:pt x="3141" y="1943"/>
                    <a:pt x="3310" y="2015"/>
                    <a:pt x="3471" y="2068"/>
                  </a:cubicBezTo>
                  <a:cubicBezTo>
                    <a:pt x="3631" y="2131"/>
                    <a:pt x="3783" y="2193"/>
                    <a:pt x="3934" y="2247"/>
                  </a:cubicBezTo>
                  <a:cubicBezTo>
                    <a:pt x="4086" y="2291"/>
                    <a:pt x="4220" y="2345"/>
                    <a:pt x="4363" y="2381"/>
                  </a:cubicBezTo>
                  <a:cubicBezTo>
                    <a:pt x="4497" y="2407"/>
                    <a:pt x="4612" y="2434"/>
                    <a:pt x="4728" y="2461"/>
                  </a:cubicBezTo>
                  <a:cubicBezTo>
                    <a:pt x="4836" y="2488"/>
                    <a:pt x="4934" y="2496"/>
                    <a:pt x="5014" y="2505"/>
                  </a:cubicBezTo>
                  <a:cubicBezTo>
                    <a:pt x="5175" y="2523"/>
                    <a:pt x="5264" y="2541"/>
                    <a:pt x="5264" y="2541"/>
                  </a:cubicBezTo>
                  <a:cubicBezTo>
                    <a:pt x="5282" y="2541"/>
                    <a:pt x="5299" y="2523"/>
                    <a:pt x="5308" y="2505"/>
                  </a:cubicBezTo>
                  <a:cubicBezTo>
                    <a:pt x="5317" y="2488"/>
                    <a:pt x="5299" y="2461"/>
                    <a:pt x="5282" y="2461"/>
                  </a:cubicBezTo>
                  <a:lnTo>
                    <a:pt x="5273" y="2461"/>
                  </a:lnTo>
                  <a:cubicBezTo>
                    <a:pt x="5273" y="2461"/>
                    <a:pt x="5183" y="2434"/>
                    <a:pt x="5032" y="2407"/>
                  </a:cubicBezTo>
                  <a:cubicBezTo>
                    <a:pt x="4951" y="2389"/>
                    <a:pt x="4862" y="2372"/>
                    <a:pt x="4755" y="2345"/>
                  </a:cubicBezTo>
                  <a:cubicBezTo>
                    <a:pt x="4648" y="2318"/>
                    <a:pt x="4523" y="2291"/>
                    <a:pt x="4389" y="2256"/>
                  </a:cubicBezTo>
                  <a:cubicBezTo>
                    <a:pt x="4256" y="2229"/>
                    <a:pt x="4122" y="2175"/>
                    <a:pt x="3970" y="2140"/>
                  </a:cubicBezTo>
                  <a:cubicBezTo>
                    <a:pt x="3819" y="2104"/>
                    <a:pt x="3658" y="2050"/>
                    <a:pt x="3497" y="1988"/>
                  </a:cubicBezTo>
                  <a:cubicBezTo>
                    <a:pt x="3337" y="1934"/>
                    <a:pt x="3176" y="1854"/>
                    <a:pt x="3016" y="1783"/>
                  </a:cubicBezTo>
                  <a:cubicBezTo>
                    <a:pt x="2855" y="1711"/>
                    <a:pt x="2694" y="1622"/>
                    <a:pt x="2534" y="1542"/>
                  </a:cubicBezTo>
                  <a:cubicBezTo>
                    <a:pt x="2364" y="1462"/>
                    <a:pt x="2204" y="1372"/>
                    <a:pt x="2052" y="1292"/>
                  </a:cubicBezTo>
                  <a:cubicBezTo>
                    <a:pt x="1892" y="1203"/>
                    <a:pt x="1740" y="1114"/>
                    <a:pt x="1597" y="1025"/>
                  </a:cubicBezTo>
                  <a:cubicBezTo>
                    <a:pt x="1303" y="846"/>
                    <a:pt x="1044" y="668"/>
                    <a:pt x="821" y="516"/>
                  </a:cubicBezTo>
                  <a:cubicBezTo>
                    <a:pt x="366" y="213"/>
                    <a:pt x="63" y="8"/>
                    <a:pt x="63" y="8"/>
                  </a:cubicBezTo>
                  <a:cubicBezTo>
                    <a:pt x="54" y="3"/>
                    <a:pt x="45" y="1"/>
                    <a:pt x="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4" name="Google Shape;1264;p37"/>
            <p:cNvSpPr/>
            <p:nvPr/>
          </p:nvSpPr>
          <p:spPr>
            <a:xfrm rot="-665529">
              <a:off x="8193453" y="5165325"/>
              <a:ext cx="529795" cy="248249"/>
            </a:xfrm>
            <a:custGeom>
              <a:avLst/>
              <a:gdLst/>
              <a:ahLst/>
              <a:cxnLst/>
              <a:rect l="l" t="t" r="r" b="b"/>
              <a:pathLst>
                <a:path w="5826" h="2730" extrusionOk="0">
                  <a:moveTo>
                    <a:pt x="45" y="1"/>
                  </a:moveTo>
                  <a:cubicBezTo>
                    <a:pt x="34" y="1"/>
                    <a:pt x="23" y="5"/>
                    <a:pt x="18" y="15"/>
                  </a:cubicBezTo>
                  <a:cubicBezTo>
                    <a:pt x="0" y="33"/>
                    <a:pt x="0" y="60"/>
                    <a:pt x="18" y="69"/>
                  </a:cubicBezTo>
                  <a:cubicBezTo>
                    <a:pt x="18" y="69"/>
                    <a:pt x="330" y="328"/>
                    <a:pt x="839" y="640"/>
                  </a:cubicBezTo>
                  <a:cubicBezTo>
                    <a:pt x="1088" y="800"/>
                    <a:pt x="1401" y="970"/>
                    <a:pt x="1722" y="1148"/>
                  </a:cubicBezTo>
                  <a:cubicBezTo>
                    <a:pt x="2052" y="1336"/>
                    <a:pt x="2409" y="1514"/>
                    <a:pt x="2766" y="1693"/>
                  </a:cubicBezTo>
                  <a:cubicBezTo>
                    <a:pt x="2944" y="1773"/>
                    <a:pt x="3131" y="1853"/>
                    <a:pt x="3310" y="1933"/>
                  </a:cubicBezTo>
                  <a:cubicBezTo>
                    <a:pt x="3488" y="2005"/>
                    <a:pt x="3667" y="2085"/>
                    <a:pt x="3845" y="2156"/>
                  </a:cubicBezTo>
                  <a:cubicBezTo>
                    <a:pt x="4014" y="2219"/>
                    <a:pt x="4184" y="2290"/>
                    <a:pt x="4345" y="2362"/>
                  </a:cubicBezTo>
                  <a:cubicBezTo>
                    <a:pt x="4505" y="2424"/>
                    <a:pt x="4657" y="2478"/>
                    <a:pt x="4800" y="2522"/>
                  </a:cubicBezTo>
                  <a:cubicBezTo>
                    <a:pt x="4942" y="2558"/>
                    <a:pt x="5076" y="2594"/>
                    <a:pt x="5192" y="2629"/>
                  </a:cubicBezTo>
                  <a:cubicBezTo>
                    <a:pt x="5308" y="2656"/>
                    <a:pt x="5415" y="2674"/>
                    <a:pt x="5504" y="2692"/>
                  </a:cubicBezTo>
                  <a:cubicBezTo>
                    <a:pt x="5674" y="2718"/>
                    <a:pt x="5772" y="2727"/>
                    <a:pt x="5772" y="2727"/>
                  </a:cubicBezTo>
                  <a:cubicBezTo>
                    <a:pt x="5777" y="2729"/>
                    <a:pt x="5781" y="2730"/>
                    <a:pt x="5786" y="2730"/>
                  </a:cubicBezTo>
                  <a:cubicBezTo>
                    <a:pt x="5805" y="2730"/>
                    <a:pt x="5817" y="2715"/>
                    <a:pt x="5817" y="2701"/>
                  </a:cubicBezTo>
                  <a:cubicBezTo>
                    <a:pt x="5825" y="2683"/>
                    <a:pt x="5817" y="2656"/>
                    <a:pt x="5790" y="2656"/>
                  </a:cubicBezTo>
                  <a:cubicBezTo>
                    <a:pt x="5790" y="2656"/>
                    <a:pt x="5692" y="2629"/>
                    <a:pt x="5522" y="2585"/>
                  </a:cubicBezTo>
                  <a:cubicBezTo>
                    <a:pt x="5442" y="2567"/>
                    <a:pt x="5335" y="2549"/>
                    <a:pt x="5219" y="2513"/>
                  </a:cubicBezTo>
                  <a:cubicBezTo>
                    <a:pt x="5103" y="2478"/>
                    <a:pt x="4978" y="2442"/>
                    <a:pt x="4835" y="2397"/>
                  </a:cubicBezTo>
                  <a:cubicBezTo>
                    <a:pt x="4692" y="2353"/>
                    <a:pt x="4541" y="2308"/>
                    <a:pt x="4380" y="2255"/>
                  </a:cubicBezTo>
                  <a:cubicBezTo>
                    <a:pt x="4220" y="2201"/>
                    <a:pt x="4050" y="2139"/>
                    <a:pt x="3872" y="2076"/>
                  </a:cubicBezTo>
                  <a:cubicBezTo>
                    <a:pt x="3702" y="2005"/>
                    <a:pt x="3524" y="1924"/>
                    <a:pt x="3345" y="1844"/>
                  </a:cubicBezTo>
                  <a:cubicBezTo>
                    <a:pt x="3176" y="1755"/>
                    <a:pt x="2997" y="1675"/>
                    <a:pt x="2819" y="1577"/>
                  </a:cubicBezTo>
                  <a:cubicBezTo>
                    <a:pt x="2641" y="1487"/>
                    <a:pt x="2462" y="1398"/>
                    <a:pt x="2293" y="1309"/>
                  </a:cubicBezTo>
                  <a:cubicBezTo>
                    <a:pt x="2123" y="1211"/>
                    <a:pt x="1954" y="1122"/>
                    <a:pt x="1793" y="1032"/>
                  </a:cubicBezTo>
                  <a:cubicBezTo>
                    <a:pt x="1472" y="845"/>
                    <a:pt x="1178" y="658"/>
                    <a:pt x="919" y="506"/>
                  </a:cubicBezTo>
                  <a:cubicBezTo>
                    <a:pt x="410" y="203"/>
                    <a:pt x="62" y="6"/>
                    <a:pt x="62" y="6"/>
                  </a:cubicBezTo>
                  <a:cubicBezTo>
                    <a:pt x="59" y="3"/>
                    <a:pt x="52" y="1"/>
                    <a:pt x="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5" name="Google Shape;1265;p37"/>
            <p:cNvSpPr/>
            <p:nvPr/>
          </p:nvSpPr>
          <p:spPr>
            <a:xfrm rot="-665529">
              <a:off x="8420346" y="4948512"/>
              <a:ext cx="355379" cy="129217"/>
            </a:xfrm>
            <a:custGeom>
              <a:avLst/>
              <a:gdLst/>
              <a:ahLst/>
              <a:cxnLst/>
              <a:rect l="l" t="t" r="r" b="b"/>
              <a:pathLst>
                <a:path w="3908" h="1421" extrusionOk="0">
                  <a:moveTo>
                    <a:pt x="42" y="1"/>
                  </a:moveTo>
                  <a:cubicBezTo>
                    <a:pt x="30" y="1"/>
                    <a:pt x="15" y="7"/>
                    <a:pt x="9" y="13"/>
                  </a:cubicBezTo>
                  <a:cubicBezTo>
                    <a:pt x="0" y="31"/>
                    <a:pt x="0" y="58"/>
                    <a:pt x="18" y="76"/>
                  </a:cubicBezTo>
                  <a:cubicBezTo>
                    <a:pt x="18" y="76"/>
                    <a:pt x="223" y="236"/>
                    <a:pt x="562" y="415"/>
                  </a:cubicBezTo>
                  <a:cubicBezTo>
                    <a:pt x="732" y="513"/>
                    <a:pt x="937" y="602"/>
                    <a:pt x="1160" y="691"/>
                  </a:cubicBezTo>
                  <a:cubicBezTo>
                    <a:pt x="1383" y="790"/>
                    <a:pt x="1615" y="897"/>
                    <a:pt x="1856" y="986"/>
                  </a:cubicBezTo>
                  <a:cubicBezTo>
                    <a:pt x="1980" y="1030"/>
                    <a:pt x="2096" y="1066"/>
                    <a:pt x="2221" y="1102"/>
                  </a:cubicBezTo>
                  <a:cubicBezTo>
                    <a:pt x="2337" y="1146"/>
                    <a:pt x="2462" y="1173"/>
                    <a:pt x="2578" y="1209"/>
                  </a:cubicBezTo>
                  <a:cubicBezTo>
                    <a:pt x="2694" y="1253"/>
                    <a:pt x="2801" y="1280"/>
                    <a:pt x="2908" y="1316"/>
                  </a:cubicBezTo>
                  <a:cubicBezTo>
                    <a:pt x="3015" y="1343"/>
                    <a:pt x="3122" y="1360"/>
                    <a:pt x="3220" y="1387"/>
                  </a:cubicBezTo>
                  <a:cubicBezTo>
                    <a:pt x="3310" y="1405"/>
                    <a:pt x="3399" y="1405"/>
                    <a:pt x="3479" y="1414"/>
                  </a:cubicBezTo>
                  <a:cubicBezTo>
                    <a:pt x="3519" y="1418"/>
                    <a:pt x="3557" y="1421"/>
                    <a:pt x="3592" y="1421"/>
                  </a:cubicBezTo>
                  <a:cubicBezTo>
                    <a:pt x="3626" y="1421"/>
                    <a:pt x="3658" y="1418"/>
                    <a:pt x="3684" y="1414"/>
                  </a:cubicBezTo>
                  <a:cubicBezTo>
                    <a:pt x="3800" y="1414"/>
                    <a:pt x="3863" y="1405"/>
                    <a:pt x="3863" y="1405"/>
                  </a:cubicBezTo>
                  <a:cubicBezTo>
                    <a:pt x="3890" y="1405"/>
                    <a:pt x="3898" y="1387"/>
                    <a:pt x="3898" y="1369"/>
                  </a:cubicBezTo>
                  <a:cubicBezTo>
                    <a:pt x="3907" y="1352"/>
                    <a:pt x="3890" y="1325"/>
                    <a:pt x="3863" y="1325"/>
                  </a:cubicBezTo>
                  <a:cubicBezTo>
                    <a:pt x="3863" y="1325"/>
                    <a:pt x="3800" y="1325"/>
                    <a:pt x="3684" y="1316"/>
                  </a:cubicBezTo>
                  <a:cubicBezTo>
                    <a:pt x="3631" y="1316"/>
                    <a:pt x="3568" y="1307"/>
                    <a:pt x="3488" y="1298"/>
                  </a:cubicBezTo>
                  <a:cubicBezTo>
                    <a:pt x="3417" y="1280"/>
                    <a:pt x="3328" y="1280"/>
                    <a:pt x="3238" y="1262"/>
                  </a:cubicBezTo>
                  <a:cubicBezTo>
                    <a:pt x="3051" y="1227"/>
                    <a:pt x="2828" y="1200"/>
                    <a:pt x="2605" y="1129"/>
                  </a:cubicBezTo>
                  <a:cubicBezTo>
                    <a:pt x="2489" y="1093"/>
                    <a:pt x="2373" y="1057"/>
                    <a:pt x="2257" y="1013"/>
                  </a:cubicBezTo>
                  <a:cubicBezTo>
                    <a:pt x="2132" y="968"/>
                    <a:pt x="2016" y="923"/>
                    <a:pt x="1900" y="870"/>
                  </a:cubicBezTo>
                  <a:cubicBezTo>
                    <a:pt x="1668" y="772"/>
                    <a:pt x="1436" y="674"/>
                    <a:pt x="1213" y="567"/>
                  </a:cubicBezTo>
                  <a:cubicBezTo>
                    <a:pt x="999" y="468"/>
                    <a:pt x="812" y="352"/>
                    <a:pt x="633" y="272"/>
                  </a:cubicBezTo>
                  <a:cubicBezTo>
                    <a:pt x="294" y="103"/>
                    <a:pt x="54" y="4"/>
                    <a:pt x="54" y="4"/>
                  </a:cubicBezTo>
                  <a:cubicBezTo>
                    <a:pt x="51" y="2"/>
                    <a:pt x="47" y="1"/>
                    <a:pt x="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6" name="Google Shape;1266;p37"/>
            <p:cNvSpPr/>
            <p:nvPr/>
          </p:nvSpPr>
          <p:spPr>
            <a:xfrm rot="-665529">
              <a:off x="8305378" y="3113009"/>
              <a:ext cx="154228" cy="168319"/>
            </a:xfrm>
            <a:custGeom>
              <a:avLst/>
              <a:gdLst/>
              <a:ahLst/>
              <a:cxnLst/>
              <a:rect l="l" t="t" r="r" b="b"/>
              <a:pathLst>
                <a:path w="1696" h="1851" extrusionOk="0">
                  <a:moveTo>
                    <a:pt x="1630" y="1"/>
                  </a:moveTo>
                  <a:cubicBezTo>
                    <a:pt x="1608" y="1"/>
                    <a:pt x="1587" y="11"/>
                    <a:pt x="1580" y="31"/>
                  </a:cubicBezTo>
                  <a:cubicBezTo>
                    <a:pt x="1580" y="31"/>
                    <a:pt x="1517" y="173"/>
                    <a:pt x="1401" y="370"/>
                  </a:cubicBezTo>
                  <a:cubicBezTo>
                    <a:pt x="1348" y="468"/>
                    <a:pt x="1276" y="575"/>
                    <a:pt x="1205" y="691"/>
                  </a:cubicBezTo>
                  <a:cubicBezTo>
                    <a:pt x="1161" y="744"/>
                    <a:pt x="1125" y="798"/>
                    <a:pt x="1080" y="860"/>
                  </a:cubicBezTo>
                  <a:cubicBezTo>
                    <a:pt x="1036" y="914"/>
                    <a:pt x="991" y="967"/>
                    <a:pt x="937" y="1021"/>
                  </a:cubicBezTo>
                  <a:cubicBezTo>
                    <a:pt x="893" y="1083"/>
                    <a:pt x="839" y="1128"/>
                    <a:pt x="795" y="1182"/>
                  </a:cubicBezTo>
                  <a:cubicBezTo>
                    <a:pt x="741" y="1235"/>
                    <a:pt x="688" y="1280"/>
                    <a:pt x="643" y="1324"/>
                  </a:cubicBezTo>
                  <a:cubicBezTo>
                    <a:pt x="590" y="1369"/>
                    <a:pt x="536" y="1413"/>
                    <a:pt x="483" y="1449"/>
                  </a:cubicBezTo>
                  <a:cubicBezTo>
                    <a:pt x="438" y="1494"/>
                    <a:pt x="384" y="1529"/>
                    <a:pt x="340" y="1556"/>
                  </a:cubicBezTo>
                  <a:cubicBezTo>
                    <a:pt x="295" y="1592"/>
                    <a:pt x="251" y="1628"/>
                    <a:pt x="215" y="1645"/>
                  </a:cubicBezTo>
                  <a:cubicBezTo>
                    <a:pt x="179" y="1672"/>
                    <a:pt x="144" y="1699"/>
                    <a:pt x="117" y="1717"/>
                  </a:cubicBezTo>
                  <a:cubicBezTo>
                    <a:pt x="54" y="1752"/>
                    <a:pt x="28" y="1770"/>
                    <a:pt x="28" y="1770"/>
                  </a:cubicBezTo>
                  <a:lnTo>
                    <a:pt x="19" y="1779"/>
                  </a:lnTo>
                  <a:cubicBezTo>
                    <a:pt x="10" y="1788"/>
                    <a:pt x="1" y="1797"/>
                    <a:pt x="1" y="1815"/>
                  </a:cubicBezTo>
                  <a:cubicBezTo>
                    <a:pt x="10" y="1842"/>
                    <a:pt x="28" y="1851"/>
                    <a:pt x="54" y="1851"/>
                  </a:cubicBezTo>
                  <a:cubicBezTo>
                    <a:pt x="54" y="1851"/>
                    <a:pt x="90" y="1842"/>
                    <a:pt x="161" y="1833"/>
                  </a:cubicBezTo>
                  <a:cubicBezTo>
                    <a:pt x="197" y="1824"/>
                    <a:pt x="242" y="1815"/>
                    <a:pt x="286" y="1806"/>
                  </a:cubicBezTo>
                  <a:cubicBezTo>
                    <a:pt x="331" y="1788"/>
                    <a:pt x="384" y="1770"/>
                    <a:pt x="438" y="1752"/>
                  </a:cubicBezTo>
                  <a:cubicBezTo>
                    <a:pt x="500" y="1726"/>
                    <a:pt x="563" y="1708"/>
                    <a:pt x="625" y="1663"/>
                  </a:cubicBezTo>
                  <a:cubicBezTo>
                    <a:pt x="679" y="1628"/>
                    <a:pt x="750" y="1601"/>
                    <a:pt x="813" y="1556"/>
                  </a:cubicBezTo>
                  <a:cubicBezTo>
                    <a:pt x="875" y="1512"/>
                    <a:pt x="946" y="1467"/>
                    <a:pt x="1000" y="1413"/>
                  </a:cubicBezTo>
                  <a:cubicBezTo>
                    <a:pt x="1062" y="1360"/>
                    <a:pt x="1125" y="1306"/>
                    <a:pt x="1178" y="1235"/>
                  </a:cubicBezTo>
                  <a:cubicBezTo>
                    <a:pt x="1241" y="1182"/>
                    <a:pt x="1285" y="1110"/>
                    <a:pt x="1339" y="1048"/>
                  </a:cubicBezTo>
                  <a:cubicBezTo>
                    <a:pt x="1384" y="985"/>
                    <a:pt x="1419" y="914"/>
                    <a:pt x="1464" y="843"/>
                  </a:cubicBezTo>
                  <a:cubicBezTo>
                    <a:pt x="1535" y="709"/>
                    <a:pt x="1589" y="575"/>
                    <a:pt x="1624" y="459"/>
                  </a:cubicBezTo>
                  <a:cubicBezTo>
                    <a:pt x="1696" y="227"/>
                    <a:pt x="1687" y="58"/>
                    <a:pt x="1687" y="58"/>
                  </a:cubicBezTo>
                  <a:cubicBezTo>
                    <a:pt x="1687" y="40"/>
                    <a:pt x="1669" y="13"/>
                    <a:pt x="1651" y="4"/>
                  </a:cubicBezTo>
                  <a:cubicBezTo>
                    <a:pt x="1644" y="2"/>
                    <a:pt x="1637" y="1"/>
                    <a:pt x="16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7" name="Google Shape;1267;p37"/>
            <p:cNvSpPr/>
            <p:nvPr/>
          </p:nvSpPr>
          <p:spPr>
            <a:xfrm rot="-665529">
              <a:off x="8015913" y="3809169"/>
              <a:ext cx="822064" cy="389379"/>
            </a:xfrm>
            <a:custGeom>
              <a:avLst/>
              <a:gdLst/>
              <a:ahLst/>
              <a:cxnLst/>
              <a:rect l="l" t="t" r="r" b="b"/>
              <a:pathLst>
                <a:path w="9040" h="4282" extrusionOk="0">
                  <a:moveTo>
                    <a:pt x="7073" y="0"/>
                  </a:moveTo>
                  <a:cubicBezTo>
                    <a:pt x="7062" y="0"/>
                    <a:pt x="7051" y="1"/>
                    <a:pt x="7041" y="3"/>
                  </a:cubicBezTo>
                  <a:cubicBezTo>
                    <a:pt x="6345" y="128"/>
                    <a:pt x="6666" y="1725"/>
                    <a:pt x="5203" y="2322"/>
                  </a:cubicBezTo>
                  <a:cubicBezTo>
                    <a:pt x="3683" y="2939"/>
                    <a:pt x="2351" y="2977"/>
                    <a:pt x="1442" y="2977"/>
                  </a:cubicBezTo>
                  <a:cubicBezTo>
                    <a:pt x="1314" y="2977"/>
                    <a:pt x="1195" y="2977"/>
                    <a:pt x="1084" y="2977"/>
                  </a:cubicBezTo>
                  <a:cubicBezTo>
                    <a:pt x="560" y="2977"/>
                    <a:pt x="239" y="2993"/>
                    <a:pt x="189" y="3188"/>
                  </a:cubicBezTo>
                  <a:cubicBezTo>
                    <a:pt x="0" y="3949"/>
                    <a:pt x="2503" y="4281"/>
                    <a:pt x="4748" y="4281"/>
                  </a:cubicBezTo>
                  <a:cubicBezTo>
                    <a:pt x="6314" y="4281"/>
                    <a:pt x="7755" y="4120"/>
                    <a:pt x="8067" y="3830"/>
                  </a:cubicBezTo>
                  <a:cubicBezTo>
                    <a:pt x="9040" y="2927"/>
                    <a:pt x="7687" y="0"/>
                    <a:pt x="70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8" name="Google Shape;1268;p37"/>
            <p:cNvSpPr/>
            <p:nvPr/>
          </p:nvSpPr>
          <p:spPr>
            <a:xfrm rot="-665529">
              <a:off x="8187300" y="3321647"/>
              <a:ext cx="385206" cy="334364"/>
            </a:xfrm>
            <a:custGeom>
              <a:avLst/>
              <a:gdLst/>
              <a:ahLst/>
              <a:cxnLst/>
              <a:rect l="l" t="t" r="r" b="b"/>
              <a:pathLst>
                <a:path w="4236" h="3677" extrusionOk="0">
                  <a:moveTo>
                    <a:pt x="2445" y="1"/>
                  </a:moveTo>
                  <a:cubicBezTo>
                    <a:pt x="2416" y="1"/>
                    <a:pt x="2388" y="5"/>
                    <a:pt x="2362" y="14"/>
                  </a:cubicBezTo>
                  <a:cubicBezTo>
                    <a:pt x="1960" y="148"/>
                    <a:pt x="2192" y="1834"/>
                    <a:pt x="1835" y="2244"/>
                  </a:cubicBezTo>
                  <a:cubicBezTo>
                    <a:pt x="1470" y="2646"/>
                    <a:pt x="274" y="2574"/>
                    <a:pt x="176" y="2887"/>
                  </a:cubicBezTo>
                  <a:cubicBezTo>
                    <a:pt x="1" y="3422"/>
                    <a:pt x="733" y="3676"/>
                    <a:pt x="1580" y="3676"/>
                  </a:cubicBezTo>
                  <a:cubicBezTo>
                    <a:pt x="2412" y="3676"/>
                    <a:pt x="3355" y="3431"/>
                    <a:pt x="3655" y="2967"/>
                  </a:cubicBezTo>
                  <a:cubicBezTo>
                    <a:pt x="4236" y="2080"/>
                    <a:pt x="3078" y="1"/>
                    <a:pt x="24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40"/>
          <p:cNvSpPr txBox="1"/>
          <p:nvPr>
            <p:ph type="title"/>
          </p:nvPr>
        </p:nvSpPr>
        <p:spPr>
          <a:xfrm>
            <a:off x="349885" y="1491615"/>
            <a:ext cx="2620645" cy="77152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GROUP MEMBERS:</a:t>
            </a:r>
            <a:endParaRPr lang="en-US" altLang="en-GB"/>
          </a:p>
        </p:txBody>
      </p:sp>
      <p:sp>
        <p:nvSpPr>
          <p:cNvPr id="1350" name="Google Shape;1350;p40"/>
          <p:cNvSpPr txBox="1"/>
          <p:nvPr>
            <p:ph type="title" idx="3"/>
          </p:nvPr>
        </p:nvSpPr>
        <p:spPr>
          <a:xfrm>
            <a:off x="3347720" y="1707515"/>
            <a:ext cx="2305685" cy="9067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MUNEEB </a:t>
            </a:r>
            <a:br>
              <a:rPr lang="en-US" altLang="en-GB"/>
            </a:br>
            <a:r>
              <a:rPr lang="en-US" altLang="en-GB"/>
              <a:t>ALI</a:t>
            </a:r>
            <a:endParaRPr lang="en-US" altLang="en-GB"/>
          </a:p>
        </p:txBody>
      </p:sp>
      <p:sp>
        <p:nvSpPr>
          <p:cNvPr id="1352" name="Google Shape;1352;p40"/>
          <p:cNvSpPr txBox="1"/>
          <p:nvPr>
            <p:ph type="title" idx="5"/>
          </p:nvPr>
        </p:nvSpPr>
        <p:spPr>
          <a:xfrm>
            <a:off x="3419475" y="3772535"/>
            <a:ext cx="2305685" cy="95313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</a:t>
            </a:r>
            <a:r>
              <a:rPr lang="en-US" altLang="en-GB"/>
              <a:t>ZZA</a:t>
            </a:r>
            <a:br>
              <a:rPr lang="en-US" altLang="en-GB"/>
            </a:br>
            <a:r>
              <a:rPr lang="en-US" altLang="en-GB"/>
              <a:t>ADNAN</a:t>
            </a:r>
            <a:endParaRPr lang="en-US" altLang="en-GB"/>
          </a:p>
        </p:txBody>
      </p:sp>
      <p:sp>
        <p:nvSpPr>
          <p:cNvPr id="1354" name="Google Shape;1354;p40"/>
          <p:cNvSpPr txBox="1"/>
          <p:nvPr>
            <p:ph type="title" idx="7"/>
          </p:nvPr>
        </p:nvSpPr>
        <p:spPr>
          <a:xfrm>
            <a:off x="5986780" y="3591560"/>
            <a:ext cx="2437130" cy="12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IQRA</a:t>
            </a:r>
            <a:br>
              <a:rPr lang="en-US" altLang="en-GB"/>
            </a:br>
            <a:r>
              <a:rPr lang="en-US" altLang="en-GB"/>
              <a:t>SHEHZADI</a:t>
            </a:r>
            <a:endParaRPr lang="en-US" altLang="en-GB"/>
          </a:p>
        </p:txBody>
      </p:sp>
      <p:sp>
        <p:nvSpPr>
          <p:cNvPr id="1356" name="Google Shape;1356;p40"/>
          <p:cNvSpPr txBox="1"/>
          <p:nvPr>
            <p:ph type="title" idx="9"/>
          </p:nvPr>
        </p:nvSpPr>
        <p:spPr>
          <a:xfrm>
            <a:off x="6118860" y="1708150"/>
            <a:ext cx="2305685" cy="90614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HINA </a:t>
            </a:r>
            <a:br>
              <a:rPr lang="en-US" altLang="en-GB"/>
            </a:br>
            <a:r>
              <a:rPr lang="en-US" altLang="en-GB"/>
              <a:t>TARIQ</a:t>
            </a:r>
            <a:endParaRPr lang="en-US" altLang="en-GB"/>
          </a:p>
        </p:txBody>
      </p:sp>
      <p:sp>
        <p:nvSpPr>
          <p:cNvPr id="1359" name="Google Shape;1359;p40"/>
          <p:cNvSpPr txBox="1"/>
          <p:nvPr>
            <p:ph type="title" idx="15"/>
          </p:nvPr>
        </p:nvSpPr>
        <p:spPr>
          <a:xfrm>
            <a:off x="4004310" y="1274445"/>
            <a:ext cx="873760" cy="48450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74</a:t>
            </a:r>
            <a:r>
              <a:rPr lang="en-GB"/>
              <a:t>.</a:t>
            </a:r>
            <a:endParaRPr lang="en-GB"/>
          </a:p>
        </p:txBody>
      </p:sp>
      <p:sp>
        <p:nvSpPr>
          <p:cNvPr id="1360" name="Google Shape;1360;p40"/>
          <p:cNvSpPr txBox="1"/>
          <p:nvPr>
            <p:ph type="title" idx="16"/>
          </p:nvPr>
        </p:nvSpPr>
        <p:spPr>
          <a:xfrm>
            <a:off x="4067810" y="3240405"/>
            <a:ext cx="1072515" cy="48450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06</a:t>
            </a:r>
            <a:r>
              <a:rPr lang="en-GB"/>
              <a:t>.</a:t>
            </a:r>
            <a:endParaRPr lang="en-GB"/>
          </a:p>
        </p:txBody>
      </p:sp>
      <p:sp>
        <p:nvSpPr>
          <p:cNvPr id="1361" name="Google Shape;1361;p40"/>
          <p:cNvSpPr txBox="1"/>
          <p:nvPr>
            <p:ph type="title" idx="17"/>
          </p:nvPr>
        </p:nvSpPr>
        <p:spPr>
          <a:xfrm>
            <a:off x="6660515" y="3211195"/>
            <a:ext cx="1015365" cy="48450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20</a:t>
            </a:r>
            <a:r>
              <a:rPr lang="en-GB"/>
              <a:t>.</a:t>
            </a:r>
            <a:endParaRPr lang="en-GB"/>
          </a:p>
        </p:txBody>
      </p:sp>
      <p:sp>
        <p:nvSpPr>
          <p:cNvPr id="1362" name="Google Shape;1362;p40"/>
          <p:cNvSpPr txBox="1"/>
          <p:nvPr>
            <p:ph type="title" idx="18"/>
          </p:nvPr>
        </p:nvSpPr>
        <p:spPr>
          <a:xfrm>
            <a:off x="6647815" y="1274445"/>
            <a:ext cx="929640" cy="48450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69</a:t>
            </a:r>
            <a:r>
              <a:rPr lang="en-GB"/>
              <a:t>.</a:t>
            </a:r>
            <a:endParaRPr lang="en-GB"/>
          </a:p>
        </p:txBody>
      </p:sp>
      <p:grpSp>
        <p:nvGrpSpPr>
          <p:cNvPr id="1363" name="Google Shape;1363;p40"/>
          <p:cNvGrpSpPr/>
          <p:nvPr/>
        </p:nvGrpSpPr>
        <p:grpSpPr>
          <a:xfrm rot="1444293" flipH="1">
            <a:off x="514526" y="2980286"/>
            <a:ext cx="2319146" cy="1806156"/>
            <a:chOff x="-2266525" y="1926025"/>
            <a:chExt cx="709250" cy="552350"/>
          </a:xfrm>
        </p:grpSpPr>
        <p:sp>
          <p:nvSpPr>
            <p:cNvPr id="1364" name="Google Shape;1364;p40"/>
            <p:cNvSpPr/>
            <p:nvPr/>
          </p:nvSpPr>
          <p:spPr>
            <a:xfrm>
              <a:off x="-1711425" y="2117000"/>
              <a:ext cx="37275" cy="79425"/>
            </a:xfrm>
            <a:custGeom>
              <a:avLst/>
              <a:gdLst/>
              <a:ahLst/>
              <a:cxnLst/>
              <a:rect l="l" t="t" r="r" b="b"/>
              <a:pathLst>
                <a:path w="1491" h="3177" extrusionOk="0">
                  <a:moveTo>
                    <a:pt x="1161" y="0"/>
                  </a:moveTo>
                  <a:cubicBezTo>
                    <a:pt x="795" y="366"/>
                    <a:pt x="402" y="768"/>
                    <a:pt x="1" y="1187"/>
                  </a:cubicBezTo>
                  <a:cubicBezTo>
                    <a:pt x="179" y="1838"/>
                    <a:pt x="304" y="2498"/>
                    <a:pt x="367" y="3176"/>
                  </a:cubicBezTo>
                  <a:cubicBezTo>
                    <a:pt x="741" y="2775"/>
                    <a:pt x="1125" y="2373"/>
                    <a:pt x="1491" y="1990"/>
                  </a:cubicBezTo>
                  <a:cubicBezTo>
                    <a:pt x="1437" y="1321"/>
                    <a:pt x="1321" y="652"/>
                    <a:pt x="11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5" name="Google Shape;1365;p40"/>
            <p:cNvSpPr/>
            <p:nvPr/>
          </p:nvSpPr>
          <p:spPr>
            <a:xfrm>
              <a:off x="-1768950" y="2177000"/>
              <a:ext cx="38600" cy="78075"/>
            </a:xfrm>
            <a:custGeom>
              <a:avLst/>
              <a:gdLst/>
              <a:ahLst/>
              <a:cxnLst/>
              <a:rect l="l" t="t" r="r" b="b"/>
              <a:pathLst>
                <a:path w="1544" h="3123" extrusionOk="0">
                  <a:moveTo>
                    <a:pt x="1151" y="0"/>
                  </a:moveTo>
                  <a:cubicBezTo>
                    <a:pt x="732" y="437"/>
                    <a:pt x="339" y="857"/>
                    <a:pt x="0" y="1231"/>
                  </a:cubicBezTo>
                  <a:cubicBezTo>
                    <a:pt x="179" y="1847"/>
                    <a:pt x="321" y="2480"/>
                    <a:pt x="411" y="3123"/>
                  </a:cubicBezTo>
                  <a:cubicBezTo>
                    <a:pt x="705" y="2819"/>
                    <a:pt x="1098" y="2409"/>
                    <a:pt x="1544" y="1954"/>
                  </a:cubicBezTo>
                  <a:cubicBezTo>
                    <a:pt x="1463" y="1294"/>
                    <a:pt x="1330" y="634"/>
                    <a:pt x="11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6" name="Google Shape;1366;p40"/>
            <p:cNvSpPr/>
            <p:nvPr/>
          </p:nvSpPr>
          <p:spPr>
            <a:xfrm>
              <a:off x="-1801525" y="2207775"/>
              <a:ext cx="42850" cy="63350"/>
            </a:xfrm>
            <a:custGeom>
              <a:avLst/>
              <a:gdLst/>
              <a:ahLst/>
              <a:cxnLst/>
              <a:rect l="l" t="t" r="r" b="b"/>
              <a:pathLst>
                <a:path w="1714" h="2534" extrusionOk="0">
                  <a:moveTo>
                    <a:pt x="1303" y="0"/>
                  </a:moveTo>
                  <a:cubicBezTo>
                    <a:pt x="545" y="812"/>
                    <a:pt x="10" y="1410"/>
                    <a:pt x="1" y="1445"/>
                  </a:cubicBezTo>
                  <a:lnTo>
                    <a:pt x="1098" y="2534"/>
                  </a:lnTo>
                  <a:cubicBezTo>
                    <a:pt x="1098" y="2534"/>
                    <a:pt x="1330" y="2284"/>
                    <a:pt x="1714" y="1892"/>
                  </a:cubicBezTo>
                  <a:cubicBezTo>
                    <a:pt x="1624" y="1249"/>
                    <a:pt x="1482" y="616"/>
                    <a:pt x="1303" y="0"/>
                  </a:cubicBezTo>
                  <a:close/>
                </a:path>
              </a:pathLst>
            </a:custGeom>
            <a:solidFill>
              <a:srgbClr val="A3E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7" name="Google Shape;1367;p40"/>
            <p:cNvSpPr/>
            <p:nvPr/>
          </p:nvSpPr>
          <p:spPr>
            <a:xfrm>
              <a:off x="-1740175" y="2146650"/>
              <a:ext cx="37925" cy="79200"/>
            </a:xfrm>
            <a:custGeom>
              <a:avLst/>
              <a:gdLst/>
              <a:ahLst/>
              <a:cxnLst/>
              <a:rect l="l" t="t" r="r" b="b"/>
              <a:pathLst>
                <a:path w="1517" h="3168" extrusionOk="0">
                  <a:moveTo>
                    <a:pt x="1151" y="1"/>
                  </a:moveTo>
                  <a:cubicBezTo>
                    <a:pt x="767" y="402"/>
                    <a:pt x="375" y="813"/>
                    <a:pt x="0" y="1214"/>
                  </a:cubicBezTo>
                  <a:cubicBezTo>
                    <a:pt x="179" y="1848"/>
                    <a:pt x="312" y="2508"/>
                    <a:pt x="393" y="3168"/>
                  </a:cubicBezTo>
                  <a:cubicBezTo>
                    <a:pt x="741" y="2802"/>
                    <a:pt x="1124" y="2401"/>
                    <a:pt x="1517" y="1990"/>
                  </a:cubicBezTo>
                  <a:cubicBezTo>
                    <a:pt x="1445" y="1312"/>
                    <a:pt x="1329" y="652"/>
                    <a:pt x="11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8" name="Google Shape;1368;p40"/>
            <p:cNvSpPr/>
            <p:nvPr/>
          </p:nvSpPr>
          <p:spPr>
            <a:xfrm>
              <a:off x="-1682425" y="2088675"/>
              <a:ext cx="36375" cy="78075"/>
            </a:xfrm>
            <a:custGeom>
              <a:avLst/>
              <a:gdLst/>
              <a:ahLst/>
              <a:cxnLst/>
              <a:rect l="l" t="t" r="r" b="b"/>
              <a:pathLst>
                <a:path w="1455" h="3123" extrusionOk="0">
                  <a:moveTo>
                    <a:pt x="1169" y="0"/>
                  </a:moveTo>
                  <a:cubicBezTo>
                    <a:pt x="857" y="286"/>
                    <a:pt x="447" y="678"/>
                    <a:pt x="1" y="1133"/>
                  </a:cubicBezTo>
                  <a:cubicBezTo>
                    <a:pt x="161" y="1785"/>
                    <a:pt x="277" y="2454"/>
                    <a:pt x="331" y="3123"/>
                  </a:cubicBezTo>
                  <a:cubicBezTo>
                    <a:pt x="732" y="2695"/>
                    <a:pt x="1116" y="2293"/>
                    <a:pt x="1455" y="1918"/>
                  </a:cubicBezTo>
                  <a:cubicBezTo>
                    <a:pt x="1410" y="1276"/>
                    <a:pt x="1312" y="634"/>
                    <a:pt x="1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9" name="Google Shape;1369;p40"/>
            <p:cNvSpPr/>
            <p:nvPr/>
          </p:nvSpPr>
          <p:spPr>
            <a:xfrm>
              <a:off x="-1653200" y="2077300"/>
              <a:ext cx="39950" cy="59350"/>
            </a:xfrm>
            <a:custGeom>
              <a:avLst/>
              <a:gdLst/>
              <a:ahLst/>
              <a:cxnLst/>
              <a:rect l="l" t="t" r="r" b="b"/>
              <a:pathLst>
                <a:path w="1598" h="2374" extrusionOk="0">
                  <a:moveTo>
                    <a:pt x="601" y="0"/>
                  </a:moveTo>
                  <a:cubicBezTo>
                    <a:pt x="525" y="0"/>
                    <a:pt x="313" y="168"/>
                    <a:pt x="0" y="455"/>
                  </a:cubicBezTo>
                  <a:cubicBezTo>
                    <a:pt x="143" y="1089"/>
                    <a:pt x="241" y="1731"/>
                    <a:pt x="286" y="2373"/>
                  </a:cubicBezTo>
                  <a:cubicBezTo>
                    <a:pt x="1053" y="1553"/>
                    <a:pt x="1588" y="937"/>
                    <a:pt x="1588" y="857"/>
                  </a:cubicBezTo>
                  <a:cubicBezTo>
                    <a:pt x="1597" y="571"/>
                    <a:pt x="1017" y="45"/>
                    <a:pt x="607" y="0"/>
                  </a:cubicBezTo>
                  <a:cubicBezTo>
                    <a:pt x="605" y="0"/>
                    <a:pt x="603" y="0"/>
                    <a:pt x="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0" name="Google Shape;1370;p40"/>
            <p:cNvSpPr/>
            <p:nvPr/>
          </p:nvSpPr>
          <p:spPr>
            <a:xfrm>
              <a:off x="-1673275" y="2201750"/>
              <a:ext cx="42625" cy="70050"/>
            </a:xfrm>
            <a:custGeom>
              <a:avLst/>
              <a:gdLst/>
              <a:ahLst/>
              <a:cxnLst/>
              <a:rect l="l" t="t" r="r" b="b"/>
              <a:pathLst>
                <a:path w="1705" h="2802" extrusionOk="0">
                  <a:moveTo>
                    <a:pt x="1704" y="0"/>
                  </a:moveTo>
                  <a:cubicBezTo>
                    <a:pt x="1249" y="241"/>
                    <a:pt x="750" y="509"/>
                    <a:pt x="241" y="794"/>
                  </a:cubicBezTo>
                  <a:cubicBezTo>
                    <a:pt x="215" y="1463"/>
                    <a:pt x="134" y="2141"/>
                    <a:pt x="0" y="2802"/>
                  </a:cubicBezTo>
                  <a:cubicBezTo>
                    <a:pt x="482" y="2534"/>
                    <a:pt x="964" y="2266"/>
                    <a:pt x="1428" y="2008"/>
                  </a:cubicBezTo>
                  <a:cubicBezTo>
                    <a:pt x="1571" y="1347"/>
                    <a:pt x="1669" y="678"/>
                    <a:pt x="17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1" name="Google Shape;1371;p40"/>
            <p:cNvSpPr/>
            <p:nvPr/>
          </p:nvSpPr>
          <p:spPr>
            <a:xfrm>
              <a:off x="-1744650" y="2241900"/>
              <a:ext cx="40850" cy="69150"/>
            </a:xfrm>
            <a:custGeom>
              <a:avLst/>
              <a:gdLst/>
              <a:ahLst/>
              <a:cxnLst/>
              <a:rect l="l" t="t" r="r" b="b"/>
              <a:pathLst>
                <a:path w="1634" h="2766" extrusionOk="0">
                  <a:moveTo>
                    <a:pt x="1633" y="0"/>
                  </a:moveTo>
                  <a:lnTo>
                    <a:pt x="1633" y="0"/>
                  </a:lnTo>
                  <a:cubicBezTo>
                    <a:pt x="1116" y="295"/>
                    <a:pt x="607" y="580"/>
                    <a:pt x="170" y="830"/>
                  </a:cubicBezTo>
                  <a:cubicBezTo>
                    <a:pt x="161" y="1481"/>
                    <a:pt x="108" y="2132"/>
                    <a:pt x="1" y="2766"/>
                  </a:cubicBezTo>
                  <a:cubicBezTo>
                    <a:pt x="375" y="2560"/>
                    <a:pt x="875" y="2293"/>
                    <a:pt x="1428" y="1981"/>
                  </a:cubicBezTo>
                  <a:cubicBezTo>
                    <a:pt x="1553" y="1329"/>
                    <a:pt x="1615" y="660"/>
                    <a:pt x="16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2" name="Google Shape;1372;p40"/>
            <p:cNvSpPr/>
            <p:nvPr/>
          </p:nvSpPr>
          <p:spPr>
            <a:xfrm>
              <a:off x="-1782325" y="2262625"/>
              <a:ext cx="41950" cy="59125"/>
            </a:xfrm>
            <a:custGeom>
              <a:avLst/>
              <a:gdLst/>
              <a:ahLst/>
              <a:cxnLst/>
              <a:rect l="l" t="t" r="r" b="b"/>
              <a:pathLst>
                <a:path w="1678" h="2365" extrusionOk="0">
                  <a:moveTo>
                    <a:pt x="1677" y="1"/>
                  </a:moveTo>
                  <a:cubicBezTo>
                    <a:pt x="714" y="563"/>
                    <a:pt x="27" y="964"/>
                    <a:pt x="0" y="1000"/>
                  </a:cubicBezTo>
                  <a:lnTo>
                    <a:pt x="732" y="2365"/>
                  </a:lnTo>
                  <a:cubicBezTo>
                    <a:pt x="732" y="2365"/>
                    <a:pt x="1026" y="2204"/>
                    <a:pt x="1508" y="1937"/>
                  </a:cubicBezTo>
                  <a:cubicBezTo>
                    <a:pt x="1615" y="1303"/>
                    <a:pt x="1668" y="652"/>
                    <a:pt x="1677" y="1"/>
                  </a:cubicBezTo>
                  <a:close/>
                </a:path>
              </a:pathLst>
            </a:custGeom>
            <a:solidFill>
              <a:srgbClr val="A3E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3" name="Google Shape;1373;p40"/>
            <p:cNvSpPr/>
            <p:nvPr/>
          </p:nvSpPr>
          <p:spPr>
            <a:xfrm>
              <a:off x="-1708950" y="2221600"/>
              <a:ext cx="41725" cy="69825"/>
            </a:xfrm>
            <a:custGeom>
              <a:avLst/>
              <a:gdLst/>
              <a:ahLst/>
              <a:cxnLst/>
              <a:rect l="l" t="t" r="r" b="b"/>
              <a:pathLst>
                <a:path w="1669" h="2793" extrusionOk="0">
                  <a:moveTo>
                    <a:pt x="1668" y="0"/>
                  </a:moveTo>
                  <a:lnTo>
                    <a:pt x="1668" y="0"/>
                  </a:lnTo>
                  <a:cubicBezTo>
                    <a:pt x="1178" y="268"/>
                    <a:pt x="687" y="545"/>
                    <a:pt x="205" y="812"/>
                  </a:cubicBezTo>
                  <a:cubicBezTo>
                    <a:pt x="187" y="1472"/>
                    <a:pt x="125" y="2141"/>
                    <a:pt x="0" y="2793"/>
                  </a:cubicBezTo>
                  <a:cubicBezTo>
                    <a:pt x="446" y="2552"/>
                    <a:pt x="937" y="2284"/>
                    <a:pt x="1427" y="2008"/>
                  </a:cubicBezTo>
                  <a:cubicBezTo>
                    <a:pt x="1561" y="1347"/>
                    <a:pt x="1642" y="669"/>
                    <a:pt x="16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4" name="Google Shape;1374;p40"/>
            <p:cNvSpPr/>
            <p:nvPr/>
          </p:nvSpPr>
          <p:spPr>
            <a:xfrm>
              <a:off x="-1637600" y="2183450"/>
              <a:ext cx="43075" cy="68500"/>
            </a:xfrm>
            <a:custGeom>
              <a:avLst/>
              <a:gdLst/>
              <a:ahLst/>
              <a:cxnLst/>
              <a:rect l="l" t="t" r="r" b="b"/>
              <a:pathLst>
                <a:path w="1723" h="2740" extrusionOk="0">
                  <a:moveTo>
                    <a:pt x="1723" y="1"/>
                  </a:moveTo>
                  <a:cubicBezTo>
                    <a:pt x="1348" y="179"/>
                    <a:pt x="839" y="438"/>
                    <a:pt x="277" y="732"/>
                  </a:cubicBezTo>
                  <a:cubicBezTo>
                    <a:pt x="242" y="1410"/>
                    <a:pt x="144" y="2079"/>
                    <a:pt x="1" y="2740"/>
                  </a:cubicBezTo>
                  <a:cubicBezTo>
                    <a:pt x="509" y="2445"/>
                    <a:pt x="1000" y="2169"/>
                    <a:pt x="1428" y="1928"/>
                  </a:cubicBezTo>
                  <a:cubicBezTo>
                    <a:pt x="1580" y="1294"/>
                    <a:pt x="1678" y="652"/>
                    <a:pt x="1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5" name="Google Shape;1375;p40"/>
            <p:cNvSpPr/>
            <p:nvPr/>
          </p:nvSpPr>
          <p:spPr>
            <a:xfrm>
              <a:off x="-1601900" y="2177100"/>
              <a:ext cx="44625" cy="54550"/>
            </a:xfrm>
            <a:custGeom>
              <a:avLst/>
              <a:gdLst/>
              <a:ahLst/>
              <a:cxnLst/>
              <a:rect l="l" t="t" r="r" b="b"/>
              <a:pathLst>
                <a:path w="1785" h="2182" extrusionOk="0">
                  <a:moveTo>
                    <a:pt x="989" y="1"/>
                  </a:moveTo>
                  <a:cubicBezTo>
                    <a:pt x="895" y="1"/>
                    <a:pt x="644" y="96"/>
                    <a:pt x="295" y="255"/>
                  </a:cubicBezTo>
                  <a:cubicBezTo>
                    <a:pt x="250" y="906"/>
                    <a:pt x="152" y="1548"/>
                    <a:pt x="0" y="2182"/>
                  </a:cubicBezTo>
                  <a:cubicBezTo>
                    <a:pt x="981" y="1611"/>
                    <a:pt x="1677" y="1192"/>
                    <a:pt x="1704" y="1111"/>
                  </a:cubicBezTo>
                  <a:cubicBezTo>
                    <a:pt x="1784" y="844"/>
                    <a:pt x="1392" y="166"/>
                    <a:pt x="1017" y="5"/>
                  </a:cubicBezTo>
                  <a:cubicBezTo>
                    <a:pt x="1010" y="2"/>
                    <a:pt x="1001" y="1"/>
                    <a:pt x="9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6" name="Google Shape;1376;p40"/>
            <p:cNvSpPr/>
            <p:nvPr/>
          </p:nvSpPr>
          <p:spPr>
            <a:xfrm>
              <a:off x="-2016075" y="1937725"/>
              <a:ext cx="104400" cy="200875"/>
            </a:xfrm>
            <a:custGeom>
              <a:avLst/>
              <a:gdLst/>
              <a:ahLst/>
              <a:cxnLst/>
              <a:rect l="l" t="t" r="r" b="b"/>
              <a:pathLst>
                <a:path w="4176" h="8035" extrusionOk="0">
                  <a:moveTo>
                    <a:pt x="2765" y="0"/>
                  </a:moveTo>
                  <a:cubicBezTo>
                    <a:pt x="2627" y="0"/>
                    <a:pt x="2481" y="35"/>
                    <a:pt x="2320" y="97"/>
                  </a:cubicBezTo>
                  <a:cubicBezTo>
                    <a:pt x="1767" y="320"/>
                    <a:pt x="634" y="1640"/>
                    <a:pt x="286" y="3755"/>
                  </a:cubicBezTo>
                  <a:cubicBezTo>
                    <a:pt x="1" y="5467"/>
                    <a:pt x="170" y="7716"/>
                    <a:pt x="786" y="7983"/>
                  </a:cubicBezTo>
                  <a:cubicBezTo>
                    <a:pt x="861" y="8017"/>
                    <a:pt x="949" y="8034"/>
                    <a:pt x="1047" y="8034"/>
                  </a:cubicBezTo>
                  <a:cubicBezTo>
                    <a:pt x="1749" y="8034"/>
                    <a:pt x="2953" y="7149"/>
                    <a:pt x="3525" y="5191"/>
                  </a:cubicBezTo>
                  <a:cubicBezTo>
                    <a:pt x="4176" y="2961"/>
                    <a:pt x="3890" y="900"/>
                    <a:pt x="3507" y="427"/>
                  </a:cubicBezTo>
                  <a:cubicBezTo>
                    <a:pt x="3256" y="124"/>
                    <a:pt x="3025" y="0"/>
                    <a:pt x="27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7" name="Google Shape;1377;p40"/>
            <p:cNvSpPr/>
            <p:nvPr/>
          </p:nvSpPr>
          <p:spPr>
            <a:xfrm>
              <a:off x="-2001800" y="1937675"/>
              <a:ext cx="90125" cy="200925"/>
            </a:xfrm>
            <a:custGeom>
              <a:avLst/>
              <a:gdLst/>
              <a:ahLst/>
              <a:cxnLst/>
              <a:rect l="l" t="t" r="r" b="b"/>
              <a:pathLst>
                <a:path w="3605" h="8037" extrusionOk="0">
                  <a:moveTo>
                    <a:pt x="2195" y="1"/>
                  </a:moveTo>
                  <a:cubicBezTo>
                    <a:pt x="2249" y="54"/>
                    <a:pt x="2311" y="117"/>
                    <a:pt x="2374" y="188"/>
                  </a:cubicBezTo>
                  <a:cubicBezTo>
                    <a:pt x="2757" y="661"/>
                    <a:pt x="3043" y="2722"/>
                    <a:pt x="2392" y="4952"/>
                  </a:cubicBezTo>
                  <a:cubicBezTo>
                    <a:pt x="1847" y="6825"/>
                    <a:pt x="714" y="7718"/>
                    <a:pt x="1" y="7789"/>
                  </a:cubicBezTo>
                  <a:cubicBezTo>
                    <a:pt x="63" y="7887"/>
                    <a:pt x="135" y="7950"/>
                    <a:pt x="215" y="7985"/>
                  </a:cubicBezTo>
                  <a:cubicBezTo>
                    <a:pt x="290" y="8019"/>
                    <a:pt x="378" y="8036"/>
                    <a:pt x="476" y="8036"/>
                  </a:cubicBezTo>
                  <a:cubicBezTo>
                    <a:pt x="1178" y="8036"/>
                    <a:pt x="2382" y="7151"/>
                    <a:pt x="2954" y="5193"/>
                  </a:cubicBezTo>
                  <a:cubicBezTo>
                    <a:pt x="3605" y="2963"/>
                    <a:pt x="3319" y="902"/>
                    <a:pt x="2936" y="429"/>
                  </a:cubicBezTo>
                  <a:cubicBezTo>
                    <a:pt x="2686" y="126"/>
                    <a:pt x="2454" y="1"/>
                    <a:pt x="21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8" name="Google Shape;1378;p40"/>
            <p:cNvSpPr/>
            <p:nvPr/>
          </p:nvSpPr>
          <p:spPr>
            <a:xfrm>
              <a:off x="-2026775" y="1932700"/>
              <a:ext cx="88125" cy="197075"/>
            </a:xfrm>
            <a:custGeom>
              <a:avLst/>
              <a:gdLst/>
              <a:ahLst/>
              <a:cxnLst/>
              <a:rect l="l" t="t" r="r" b="b"/>
              <a:pathLst>
                <a:path w="3525" h="7883" extrusionOk="0">
                  <a:moveTo>
                    <a:pt x="2487" y="0"/>
                  </a:moveTo>
                  <a:cubicBezTo>
                    <a:pt x="2328" y="0"/>
                    <a:pt x="2162" y="36"/>
                    <a:pt x="2008" y="75"/>
                  </a:cubicBezTo>
                  <a:lnTo>
                    <a:pt x="45" y="6641"/>
                  </a:lnTo>
                  <a:cubicBezTo>
                    <a:pt x="1" y="6900"/>
                    <a:pt x="9" y="7167"/>
                    <a:pt x="81" y="7417"/>
                  </a:cubicBezTo>
                  <a:cubicBezTo>
                    <a:pt x="143" y="7631"/>
                    <a:pt x="277" y="7863"/>
                    <a:pt x="500" y="7881"/>
                  </a:cubicBezTo>
                  <a:cubicBezTo>
                    <a:pt x="510" y="7882"/>
                    <a:pt x="521" y="7882"/>
                    <a:pt x="531" y="7882"/>
                  </a:cubicBezTo>
                  <a:cubicBezTo>
                    <a:pt x="619" y="7882"/>
                    <a:pt x="706" y="7849"/>
                    <a:pt x="786" y="7810"/>
                  </a:cubicBezTo>
                  <a:cubicBezTo>
                    <a:pt x="1428" y="7533"/>
                    <a:pt x="1981" y="7060"/>
                    <a:pt x="2356" y="6480"/>
                  </a:cubicBezTo>
                  <a:cubicBezTo>
                    <a:pt x="2713" y="5918"/>
                    <a:pt x="2909" y="5276"/>
                    <a:pt x="3105" y="4643"/>
                  </a:cubicBezTo>
                  <a:cubicBezTo>
                    <a:pt x="3292" y="4009"/>
                    <a:pt x="3489" y="3367"/>
                    <a:pt x="3507" y="2698"/>
                  </a:cubicBezTo>
                  <a:cubicBezTo>
                    <a:pt x="3524" y="2002"/>
                    <a:pt x="3337" y="1315"/>
                    <a:pt x="3159" y="646"/>
                  </a:cubicBezTo>
                  <a:cubicBezTo>
                    <a:pt x="3114" y="459"/>
                    <a:pt x="3060" y="271"/>
                    <a:pt x="2927" y="146"/>
                  </a:cubicBezTo>
                  <a:cubicBezTo>
                    <a:pt x="2804" y="38"/>
                    <a:pt x="2650" y="0"/>
                    <a:pt x="24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9" name="Google Shape;1379;p40"/>
            <p:cNvSpPr/>
            <p:nvPr/>
          </p:nvSpPr>
          <p:spPr>
            <a:xfrm>
              <a:off x="-2051075" y="1926025"/>
              <a:ext cx="104400" cy="200950"/>
            </a:xfrm>
            <a:custGeom>
              <a:avLst/>
              <a:gdLst/>
              <a:ahLst/>
              <a:cxnLst/>
              <a:rect l="l" t="t" r="r" b="b"/>
              <a:pathLst>
                <a:path w="4176" h="8038" extrusionOk="0">
                  <a:moveTo>
                    <a:pt x="2764" y="0"/>
                  </a:moveTo>
                  <a:cubicBezTo>
                    <a:pt x="2626" y="0"/>
                    <a:pt x="2480" y="36"/>
                    <a:pt x="2320" y="101"/>
                  </a:cubicBezTo>
                  <a:cubicBezTo>
                    <a:pt x="1767" y="315"/>
                    <a:pt x="634" y="1636"/>
                    <a:pt x="286" y="3750"/>
                  </a:cubicBezTo>
                  <a:cubicBezTo>
                    <a:pt x="0" y="5472"/>
                    <a:pt x="170" y="7711"/>
                    <a:pt x="785" y="7987"/>
                  </a:cubicBezTo>
                  <a:cubicBezTo>
                    <a:pt x="860" y="8021"/>
                    <a:pt x="947" y="8038"/>
                    <a:pt x="1044" y="8038"/>
                  </a:cubicBezTo>
                  <a:cubicBezTo>
                    <a:pt x="1746" y="8038"/>
                    <a:pt x="2952" y="7146"/>
                    <a:pt x="3524" y="5186"/>
                  </a:cubicBezTo>
                  <a:cubicBezTo>
                    <a:pt x="4175" y="2965"/>
                    <a:pt x="3890" y="895"/>
                    <a:pt x="3506" y="431"/>
                  </a:cubicBezTo>
                  <a:cubicBezTo>
                    <a:pt x="3256" y="128"/>
                    <a:pt x="3024" y="0"/>
                    <a:pt x="2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0" name="Google Shape;1380;p40"/>
            <p:cNvSpPr/>
            <p:nvPr/>
          </p:nvSpPr>
          <p:spPr>
            <a:xfrm>
              <a:off x="-2036800" y="1926100"/>
              <a:ext cx="90125" cy="200875"/>
            </a:xfrm>
            <a:custGeom>
              <a:avLst/>
              <a:gdLst/>
              <a:ahLst/>
              <a:cxnLst/>
              <a:rect l="l" t="t" r="r" b="b"/>
              <a:pathLst>
                <a:path w="3605" h="8035" extrusionOk="0">
                  <a:moveTo>
                    <a:pt x="2195" y="0"/>
                  </a:moveTo>
                  <a:cubicBezTo>
                    <a:pt x="2248" y="54"/>
                    <a:pt x="2311" y="116"/>
                    <a:pt x="2373" y="187"/>
                  </a:cubicBezTo>
                  <a:cubicBezTo>
                    <a:pt x="2757" y="651"/>
                    <a:pt x="3033" y="2712"/>
                    <a:pt x="2391" y="4942"/>
                  </a:cubicBezTo>
                  <a:cubicBezTo>
                    <a:pt x="1838" y="6825"/>
                    <a:pt x="714" y="7717"/>
                    <a:pt x="0" y="7788"/>
                  </a:cubicBezTo>
                  <a:cubicBezTo>
                    <a:pt x="63" y="7886"/>
                    <a:pt x="134" y="7949"/>
                    <a:pt x="214" y="7984"/>
                  </a:cubicBezTo>
                  <a:cubicBezTo>
                    <a:pt x="289" y="8018"/>
                    <a:pt x="376" y="8035"/>
                    <a:pt x="473" y="8035"/>
                  </a:cubicBezTo>
                  <a:cubicBezTo>
                    <a:pt x="1175" y="8035"/>
                    <a:pt x="2381" y="7143"/>
                    <a:pt x="2953" y="5183"/>
                  </a:cubicBezTo>
                  <a:cubicBezTo>
                    <a:pt x="3604" y="2962"/>
                    <a:pt x="3319" y="892"/>
                    <a:pt x="2935" y="428"/>
                  </a:cubicBezTo>
                  <a:cubicBezTo>
                    <a:pt x="2685" y="125"/>
                    <a:pt x="2453" y="0"/>
                    <a:pt x="2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1" name="Google Shape;1381;p40"/>
            <p:cNvSpPr/>
            <p:nvPr/>
          </p:nvSpPr>
          <p:spPr>
            <a:xfrm>
              <a:off x="-1949150" y="2066900"/>
              <a:ext cx="158150" cy="143900"/>
            </a:xfrm>
            <a:custGeom>
              <a:avLst/>
              <a:gdLst/>
              <a:ahLst/>
              <a:cxnLst/>
              <a:rect l="l" t="t" r="r" b="b"/>
              <a:pathLst>
                <a:path w="6326" h="5756" extrusionOk="0">
                  <a:moveTo>
                    <a:pt x="5333" y="0"/>
                  </a:moveTo>
                  <a:cubicBezTo>
                    <a:pt x="4682" y="0"/>
                    <a:pt x="3296" y="506"/>
                    <a:pt x="2079" y="1853"/>
                  </a:cubicBezTo>
                  <a:cubicBezTo>
                    <a:pt x="990" y="3048"/>
                    <a:pt x="0" y="4886"/>
                    <a:pt x="348" y="5412"/>
                  </a:cubicBezTo>
                  <a:cubicBezTo>
                    <a:pt x="483" y="5619"/>
                    <a:pt x="817" y="5756"/>
                    <a:pt x="1272" y="5756"/>
                  </a:cubicBezTo>
                  <a:cubicBezTo>
                    <a:pt x="1956" y="5756"/>
                    <a:pt x="2915" y="5447"/>
                    <a:pt x="3890" y="4600"/>
                  </a:cubicBezTo>
                  <a:cubicBezTo>
                    <a:pt x="5513" y="3182"/>
                    <a:pt x="6325" y="1425"/>
                    <a:pt x="6263" y="871"/>
                  </a:cubicBezTo>
                  <a:cubicBezTo>
                    <a:pt x="6200" y="309"/>
                    <a:pt x="5959" y="104"/>
                    <a:pt x="5504" y="15"/>
                  </a:cubicBezTo>
                  <a:cubicBezTo>
                    <a:pt x="5455" y="5"/>
                    <a:pt x="5398" y="0"/>
                    <a:pt x="53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2" name="Google Shape;1382;p40"/>
            <p:cNvSpPr/>
            <p:nvPr/>
          </p:nvSpPr>
          <p:spPr>
            <a:xfrm>
              <a:off x="-1942250" y="2070825"/>
              <a:ext cx="151250" cy="139975"/>
            </a:xfrm>
            <a:custGeom>
              <a:avLst/>
              <a:gdLst/>
              <a:ahLst/>
              <a:cxnLst/>
              <a:rect l="l" t="t" r="r" b="b"/>
              <a:pathLst>
                <a:path w="6050" h="5599" extrusionOk="0">
                  <a:moveTo>
                    <a:pt x="5621" y="1"/>
                  </a:moveTo>
                  <a:cubicBezTo>
                    <a:pt x="5639" y="72"/>
                    <a:pt x="5657" y="152"/>
                    <a:pt x="5666" y="242"/>
                  </a:cubicBezTo>
                  <a:cubicBezTo>
                    <a:pt x="5728" y="795"/>
                    <a:pt x="4916" y="2552"/>
                    <a:pt x="3293" y="3971"/>
                  </a:cubicBezTo>
                  <a:cubicBezTo>
                    <a:pt x="2321" y="4815"/>
                    <a:pt x="1363" y="5126"/>
                    <a:pt x="680" y="5126"/>
                  </a:cubicBezTo>
                  <a:cubicBezTo>
                    <a:pt x="403" y="5126"/>
                    <a:pt x="170" y="5075"/>
                    <a:pt x="1" y="4988"/>
                  </a:cubicBezTo>
                  <a:lnTo>
                    <a:pt x="1" y="4988"/>
                  </a:lnTo>
                  <a:cubicBezTo>
                    <a:pt x="1" y="5095"/>
                    <a:pt x="27" y="5184"/>
                    <a:pt x="72" y="5255"/>
                  </a:cubicBezTo>
                  <a:cubicBezTo>
                    <a:pt x="207" y="5462"/>
                    <a:pt x="541" y="5599"/>
                    <a:pt x="996" y="5599"/>
                  </a:cubicBezTo>
                  <a:cubicBezTo>
                    <a:pt x="1680" y="5599"/>
                    <a:pt x="2639" y="5290"/>
                    <a:pt x="3614" y="4443"/>
                  </a:cubicBezTo>
                  <a:cubicBezTo>
                    <a:pt x="5237" y="3025"/>
                    <a:pt x="6049" y="1268"/>
                    <a:pt x="5987" y="714"/>
                  </a:cubicBezTo>
                  <a:cubicBezTo>
                    <a:pt x="5942" y="349"/>
                    <a:pt x="5826" y="135"/>
                    <a:pt x="56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3" name="Google Shape;1383;p40"/>
            <p:cNvSpPr/>
            <p:nvPr/>
          </p:nvSpPr>
          <p:spPr>
            <a:xfrm>
              <a:off x="-1954525" y="2053650"/>
              <a:ext cx="149475" cy="136825"/>
            </a:xfrm>
            <a:custGeom>
              <a:avLst/>
              <a:gdLst/>
              <a:ahLst/>
              <a:cxnLst/>
              <a:rect l="l" t="t" r="r" b="b"/>
              <a:pathLst>
                <a:path w="5979" h="5473" extrusionOk="0">
                  <a:moveTo>
                    <a:pt x="5255" y="1"/>
                  </a:moveTo>
                  <a:lnTo>
                    <a:pt x="420" y="4140"/>
                  </a:lnTo>
                  <a:cubicBezTo>
                    <a:pt x="260" y="4319"/>
                    <a:pt x="135" y="4533"/>
                    <a:pt x="63" y="4765"/>
                  </a:cubicBezTo>
                  <a:cubicBezTo>
                    <a:pt x="1" y="4970"/>
                    <a:pt x="1" y="5220"/>
                    <a:pt x="162" y="5345"/>
                  </a:cubicBezTo>
                  <a:cubicBezTo>
                    <a:pt x="233" y="5398"/>
                    <a:pt x="331" y="5416"/>
                    <a:pt x="420" y="5434"/>
                  </a:cubicBezTo>
                  <a:cubicBezTo>
                    <a:pt x="587" y="5460"/>
                    <a:pt x="757" y="5472"/>
                    <a:pt x="926" y="5472"/>
                  </a:cubicBezTo>
                  <a:cubicBezTo>
                    <a:pt x="1401" y="5472"/>
                    <a:pt x="1878" y="5372"/>
                    <a:pt x="2312" y="5175"/>
                  </a:cubicBezTo>
                  <a:cubicBezTo>
                    <a:pt x="2874" y="4916"/>
                    <a:pt x="3346" y="4515"/>
                    <a:pt x="3819" y="4113"/>
                  </a:cubicBezTo>
                  <a:cubicBezTo>
                    <a:pt x="4283" y="3712"/>
                    <a:pt x="4756" y="3311"/>
                    <a:pt x="5104" y="2802"/>
                  </a:cubicBezTo>
                  <a:cubicBezTo>
                    <a:pt x="5470" y="2267"/>
                    <a:pt x="5666" y="1642"/>
                    <a:pt x="5871" y="1018"/>
                  </a:cubicBezTo>
                  <a:cubicBezTo>
                    <a:pt x="5925" y="857"/>
                    <a:pt x="5978" y="679"/>
                    <a:pt x="5933" y="509"/>
                  </a:cubicBezTo>
                  <a:cubicBezTo>
                    <a:pt x="5853" y="224"/>
                    <a:pt x="5532" y="90"/>
                    <a:pt x="52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4" name="Google Shape;1384;p40"/>
            <p:cNvSpPr/>
            <p:nvPr/>
          </p:nvSpPr>
          <p:spPr>
            <a:xfrm>
              <a:off x="-1970575" y="2040125"/>
              <a:ext cx="158150" cy="144075"/>
            </a:xfrm>
            <a:custGeom>
              <a:avLst/>
              <a:gdLst/>
              <a:ahLst/>
              <a:cxnLst/>
              <a:rect l="l" t="t" r="r" b="b"/>
              <a:pathLst>
                <a:path w="6326" h="5763" extrusionOk="0">
                  <a:moveTo>
                    <a:pt x="5329" y="1"/>
                  </a:moveTo>
                  <a:cubicBezTo>
                    <a:pt x="4685" y="1"/>
                    <a:pt x="3290" y="513"/>
                    <a:pt x="2079" y="1853"/>
                  </a:cubicBezTo>
                  <a:cubicBezTo>
                    <a:pt x="991" y="3049"/>
                    <a:pt x="1" y="4886"/>
                    <a:pt x="340" y="5413"/>
                  </a:cubicBezTo>
                  <a:cubicBezTo>
                    <a:pt x="479" y="5624"/>
                    <a:pt x="815" y="5763"/>
                    <a:pt x="1272" y="5763"/>
                  </a:cubicBezTo>
                  <a:cubicBezTo>
                    <a:pt x="1956" y="5763"/>
                    <a:pt x="2912" y="5451"/>
                    <a:pt x="3890" y="4601"/>
                  </a:cubicBezTo>
                  <a:cubicBezTo>
                    <a:pt x="5514" y="3182"/>
                    <a:pt x="6326" y="1434"/>
                    <a:pt x="6254" y="872"/>
                  </a:cubicBezTo>
                  <a:cubicBezTo>
                    <a:pt x="6192" y="319"/>
                    <a:pt x="5951" y="105"/>
                    <a:pt x="5496" y="16"/>
                  </a:cubicBezTo>
                  <a:cubicBezTo>
                    <a:pt x="5448" y="6"/>
                    <a:pt x="5392" y="1"/>
                    <a:pt x="53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5" name="Google Shape;1385;p40"/>
            <p:cNvSpPr/>
            <p:nvPr/>
          </p:nvSpPr>
          <p:spPr>
            <a:xfrm>
              <a:off x="-1963650" y="2044300"/>
              <a:ext cx="151225" cy="139900"/>
            </a:xfrm>
            <a:custGeom>
              <a:avLst/>
              <a:gdLst/>
              <a:ahLst/>
              <a:cxnLst/>
              <a:rect l="l" t="t" r="r" b="b"/>
              <a:pathLst>
                <a:path w="6049" h="5596" extrusionOk="0">
                  <a:moveTo>
                    <a:pt x="5620" y="0"/>
                  </a:moveTo>
                  <a:lnTo>
                    <a:pt x="5620" y="0"/>
                  </a:lnTo>
                  <a:cubicBezTo>
                    <a:pt x="5638" y="72"/>
                    <a:pt x="5647" y="143"/>
                    <a:pt x="5665" y="232"/>
                  </a:cubicBezTo>
                  <a:cubicBezTo>
                    <a:pt x="5728" y="794"/>
                    <a:pt x="4916" y="2543"/>
                    <a:pt x="3292" y="3961"/>
                  </a:cubicBezTo>
                  <a:cubicBezTo>
                    <a:pt x="2313" y="4813"/>
                    <a:pt x="1356" y="5121"/>
                    <a:pt x="674" y="5121"/>
                  </a:cubicBezTo>
                  <a:cubicBezTo>
                    <a:pt x="399" y="5121"/>
                    <a:pt x="169" y="5072"/>
                    <a:pt x="0" y="4987"/>
                  </a:cubicBezTo>
                  <a:lnTo>
                    <a:pt x="0" y="4987"/>
                  </a:lnTo>
                  <a:cubicBezTo>
                    <a:pt x="0" y="5085"/>
                    <a:pt x="18" y="5174"/>
                    <a:pt x="63" y="5246"/>
                  </a:cubicBezTo>
                  <a:cubicBezTo>
                    <a:pt x="202" y="5457"/>
                    <a:pt x="538" y="5596"/>
                    <a:pt x="995" y="5596"/>
                  </a:cubicBezTo>
                  <a:cubicBezTo>
                    <a:pt x="1679" y="5596"/>
                    <a:pt x="2635" y="5284"/>
                    <a:pt x="3613" y="4434"/>
                  </a:cubicBezTo>
                  <a:cubicBezTo>
                    <a:pt x="5237" y="3015"/>
                    <a:pt x="6049" y="1267"/>
                    <a:pt x="5977" y="705"/>
                  </a:cubicBezTo>
                  <a:cubicBezTo>
                    <a:pt x="5942" y="339"/>
                    <a:pt x="5817" y="125"/>
                    <a:pt x="56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6" name="Google Shape;1386;p40"/>
            <p:cNvSpPr/>
            <p:nvPr/>
          </p:nvSpPr>
          <p:spPr>
            <a:xfrm>
              <a:off x="-2255150" y="2113225"/>
              <a:ext cx="341700" cy="328550"/>
            </a:xfrm>
            <a:custGeom>
              <a:avLst/>
              <a:gdLst/>
              <a:ahLst/>
              <a:cxnLst/>
              <a:rect l="l" t="t" r="r" b="b"/>
              <a:pathLst>
                <a:path w="13668" h="13142" extrusionOk="0">
                  <a:moveTo>
                    <a:pt x="6992" y="1"/>
                  </a:moveTo>
                  <a:cubicBezTo>
                    <a:pt x="6040" y="1"/>
                    <a:pt x="5082" y="288"/>
                    <a:pt x="4247" y="749"/>
                  </a:cubicBezTo>
                  <a:cubicBezTo>
                    <a:pt x="3899" y="936"/>
                    <a:pt x="3551" y="1159"/>
                    <a:pt x="3158" y="1186"/>
                  </a:cubicBezTo>
                  <a:cubicBezTo>
                    <a:pt x="3109" y="1191"/>
                    <a:pt x="3060" y="1193"/>
                    <a:pt x="3011" y="1193"/>
                  </a:cubicBezTo>
                  <a:cubicBezTo>
                    <a:pt x="2874" y="1193"/>
                    <a:pt x="2738" y="1179"/>
                    <a:pt x="2603" y="1179"/>
                  </a:cubicBezTo>
                  <a:cubicBezTo>
                    <a:pt x="2532" y="1179"/>
                    <a:pt x="2461" y="1183"/>
                    <a:pt x="2391" y="1195"/>
                  </a:cubicBezTo>
                  <a:cubicBezTo>
                    <a:pt x="1660" y="1338"/>
                    <a:pt x="1437" y="2275"/>
                    <a:pt x="1446" y="3015"/>
                  </a:cubicBezTo>
                  <a:lnTo>
                    <a:pt x="1562" y="2899"/>
                  </a:lnTo>
                  <a:lnTo>
                    <a:pt x="1562" y="2899"/>
                  </a:lnTo>
                  <a:cubicBezTo>
                    <a:pt x="1553" y="2917"/>
                    <a:pt x="1544" y="2926"/>
                    <a:pt x="1544" y="2944"/>
                  </a:cubicBezTo>
                  <a:cubicBezTo>
                    <a:pt x="1374" y="3381"/>
                    <a:pt x="1303" y="3854"/>
                    <a:pt x="1107" y="4273"/>
                  </a:cubicBezTo>
                  <a:cubicBezTo>
                    <a:pt x="857" y="4799"/>
                    <a:pt x="411" y="5236"/>
                    <a:pt x="259" y="5798"/>
                  </a:cubicBezTo>
                  <a:cubicBezTo>
                    <a:pt x="0" y="6744"/>
                    <a:pt x="634" y="7681"/>
                    <a:pt x="803" y="8644"/>
                  </a:cubicBezTo>
                  <a:cubicBezTo>
                    <a:pt x="893" y="9153"/>
                    <a:pt x="866" y="9724"/>
                    <a:pt x="1178" y="10134"/>
                  </a:cubicBezTo>
                  <a:cubicBezTo>
                    <a:pt x="1544" y="10616"/>
                    <a:pt x="2231" y="10705"/>
                    <a:pt x="2677" y="11097"/>
                  </a:cubicBezTo>
                  <a:cubicBezTo>
                    <a:pt x="3141" y="11499"/>
                    <a:pt x="3364" y="12195"/>
                    <a:pt x="3944" y="12373"/>
                  </a:cubicBezTo>
                  <a:cubicBezTo>
                    <a:pt x="4073" y="12411"/>
                    <a:pt x="4206" y="12418"/>
                    <a:pt x="4340" y="12418"/>
                  </a:cubicBezTo>
                  <a:cubicBezTo>
                    <a:pt x="4431" y="12418"/>
                    <a:pt x="4522" y="12415"/>
                    <a:pt x="4612" y="12415"/>
                  </a:cubicBezTo>
                  <a:cubicBezTo>
                    <a:pt x="4737" y="12415"/>
                    <a:pt x="4860" y="12421"/>
                    <a:pt x="4978" y="12453"/>
                  </a:cubicBezTo>
                  <a:cubicBezTo>
                    <a:pt x="5460" y="12569"/>
                    <a:pt x="5799" y="13060"/>
                    <a:pt x="6290" y="13131"/>
                  </a:cubicBezTo>
                  <a:cubicBezTo>
                    <a:pt x="6335" y="13138"/>
                    <a:pt x="6379" y="13141"/>
                    <a:pt x="6423" y="13141"/>
                  </a:cubicBezTo>
                  <a:cubicBezTo>
                    <a:pt x="7064" y="13141"/>
                    <a:pt x="7604" y="12462"/>
                    <a:pt x="8267" y="12462"/>
                  </a:cubicBezTo>
                  <a:cubicBezTo>
                    <a:pt x="8271" y="12462"/>
                    <a:pt x="8275" y="12462"/>
                    <a:pt x="8279" y="12462"/>
                  </a:cubicBezTo>
                  <a:cubicBezTo>
                    <a:pt x="8565" y="12462"/>
                    <a:pt x="8823" y="12596"/>
                    <a:pt x="9100" y="12605"/>
                  </a:cubicBezTo>
                  <a:cubicBezTo>
                    <a:pt x="9112" y="12606"/>
                    <a:pt x="9125" y="12606"/>
                    <a:pt x="9137" y="12606"/>
                  </a:cubicBezTo>
                  <a:cubicBezTo>
                    <a:pt x="9918" y="12606"/>
                    <a:pt x="10412" y="11786"/>
                    <a:pt x="11027" y="11303"/>
                  </a:cubicBezTo>
                  <a:cubicBezTo>
                    <a:pt x="11642" y="10830"/>
                    <a:pt x="12499" y="10616"/>
                    <a:pt x="12891" y="9956"/>
                  </a:cubicBezTo>
                  <a:cubicBezTo>
                    <a:pt x="13016" y="9750"/>
                    <a:pt x="13079" y="9518"/>
                    <a:pt x="13141" y="9287"/>
                  </a:cubicBezTo>
                  <a:cubicBezTo>
                    <a:pt x="13516" y="7815"/>
                    <a:pt x="13667" y="6298"/>
                    <a:pt x="13587" y="4781"/>
                  </a:cubicBezTo>
                  <a:cubicBezTo>
                    <a:pt x="13578" y="4514"/>
                    <a:pt x="13534" y="4219"/>
                    <a:pt x="13328" y="4059"/>
                  </a:cubicBezTo>
                  <a:cubicBezTo>
                    <a:pt x="13230" y="3979"/>
                    <a:pt x="13097" y="3943"/>
                    <a:pt x="13043" y="3827"/>
                  </a:cubicBezTo>
                  <a:cubicBezTo>
                    <a:pt x="12981" y="3702"/>
                    <a:pt x="13043" y="3559"/>
                    <a:pt x="13079" y="3425"/>
                  </a:cubicBezTo>
                  <a:cubicBezTo>
                    <a:pt x="13257" y="2658"/>
                    <a:pt x="12410" y="2078"/>
                    <a:pt x="11696" y="1739"/>
                  </a:cubicBezTo>
                  <a:cubicBezTo>
                    <a:pt x="10920" y="1374"/>
                    <a:pt x="10135" y="1008"/>
                    <a:pt x="9359" y="642"/>
                  </a:cubicBezTo>
                  <a:cubicBezTo>
                    <a:pt x="8984" y="464"/>
                    <a:pt x="8600" y="285"/>
                    <a:pt x="8208" y="169"/>
                  </a:cubicBezTo>
                  <a:cubicBezTo>
                    <a:pt x="7810" y="54"/>
                    <a:pt x="7402" y="1"/>
                    <a:pt x="69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7" name="Google Shape;1387;p40"/>
            <p:cNvSpPr/>
            <p:nvPr/>
          </p:nvSpPr>
          <p:spPr>
            <a:xfrm>
              <a:off x="-2266525" y="2098825"/>
              <a:ext cx="359100" cy="226725"/>
            </a:xfrm>
            <a:custGeom>
              <a:avLst/>
              <a:gdLst/>
              <a:ahLst/>
              <a:cxnLst/>
              <a:rect l="l" t="t" r="r" b="b"/>
              <a:pathLst>
                <a:path w="14364" h="9069" extrusionOk="0">
                  <a:moveTo>
                    <a:pt x="5904" y="0"/>
                  </a:moveTo>
                  <a:cubicBezTo>
                    <a:pt x="5667" y="0"/>
                    <a:pt x="5432" y="86"/>
                    <a:pt x="5210" y="165"/>
                  </a:cubicBezTo>
                  <a:cubicBezTo>
                    <a:pt x="4461" y="433"/>
                    <a:pt x="3694" y="710"/>
                    <a:pt x="3105" y="1236"/>
                  </a:cubicBezTo>
                  <a:lnTo>
                    <a:pt x="3373" y="1182"/>
                  </a:lnTo>
                  <a:lnTo>
                    <a:pt x="3373" y="1182"/>
                  </a:lnTo>
                  <a:cubicBezTo>
                    <a:pt x="2579" y="1361"/>
                    <a:pt x="1794" y="1807"/>
                    <a:pt x="1526" y="2565"/>
                  </a:cubicBezTo>
                  <a:cubicBezTo>
                    <a:pt x="1383" y="2967"/>
                    <a:pt x="1410" y="3422"/>
                    <a:pt x="1285" y="3832"/>
                  </a:cubicBezTo>
                  <a:cubicBezTo>
                    <a:pt x="1187" y="4135"/>
                    <a:pt x="1017" y="4403"/>
                    <a:pt x="875" y="4679"/>
                  </a:cubicBezTo>
                  <a:cubicBezTo>
                    <a:pt x="545" y="5313"/>
                    <a:pt x="339" y="6000"/>
                    <a:pt x="143" y="6687"/>
                  </a:cubicBezTo>
                  <a:cubicBezTo>
                    <a:pt x="72" y="6936"/>
                    <a:pt x="0" y="7186"/>
                    <a:pt x="36" y="7445"/>
                  </a:cubicBezTo>
                  <a:cubicBezTo>
                    <a:pt x="63" y="7695"/>
                    <a:pt x="215" y="7953"/>
                    <a:pt x="455" y="8034"/>
                  </a:cubicBezTo>
                  <a:cubicBezTo>
                    <a:pt x="502" y="8047"/>
                    <a:pt x="549" y="8053"/>
                    <a:pt x="597" y="8053"/>
                  </a:cubicBezTo>
                  <a:cubicBezTo>
                    <a:pt x="804" y="8053"/>
                    <a:pt x="1013" y="7935"/>
                    <a:pt x="1151" y="7775"/>
                  </a:cubicBezTo>
                  <a:cubicBezTo>
                    <a:pt x="1321" y="7579"/>
                    <a:pt x="1419" y="7329"/>
                    <a:pt x="1526" y="7088"/>
                  </a:cubicBezTo>
                  <a:cubicBezTo>
                    <a:pt x="1588" y="6936"/>
                    <a:pt x="1669" y="6785"/>
                    <a:pt x="1803" y="6713"/>
                  </a:cubicBezTo>
                  <a:cubicBezTo>
                    <a:pt x="1851" y="6684"/>
                    <a:pt x="1911" y="6669"/>
                    <a:pt x="1969" y="6669"/>
                  </a:cubicBezTo>
                  <a:cubicBezTo>
                    <a:pt x="2071" y="6669"/>
                    <a:pt x="2170" y="6715"/>
                    <a:pt x="2204" y="6812"/>
                  </a:cubicBezTo>
                  <a:cubicBezTo>
                    <a:pt x="2240" y="6892"/>
                    <a:pt x="2213" y="6990"/>
                    <a:pt x="2213" y="7079"/>
                  </a:cubicBezTo>
                  <a:cubicBezTo>
                    <a:pt x="2204" y="7293"/>
                    <a:pt x="2356" y="7507"/>
                    <a:pt x="2561" y="7552"/>
                  </a:cubicBezTo>
                  <a:cubicBezTo>
                    <a:pt x="2591" y="7558"/>
                    <a:pt x="2620" y="7561"/>
                    <a:pt x="2648" y="7561"/>
                  </a:cubicBezTo>
                  <a:cubicBezTo>
                    <a:pt x="3013" y="7561"/>
                    <a:pt x="3220" y="7049"/>
                    <a:pt x="3212" y="6651"/>
                  </a:cubicBezTo>
                  <a:cubicBezTo>
                    <a:pt x="3194" y="6223"/>
                    <a:pt x="3150" y="5696"/>
                    <a:pt x="3515" y="5473"/>
                  </a:cubicBezTo>
                  <a:cubicBezTo>
                    <a:pt x="3599" y="5424"/>
                    <a:pt x="3691" y="5402"/>
                    <a:pt x="3784" y="5402"/>
                  </a:cubicBezTo>
                  <a:cubicBezTo>
                    <a:pt x="4028" y="5402"/>
                    <a:pt x="4281" y="5555"/>
                    <a:pt x="4416" y="5768"/>
                  </a:cubicBezTo>
                  <a:cubicBezTo>
                    <a:pt x="4613" y="6062"/>
                    <a:pt x="4622" y="6428"/>
                    <a:pt x="4613" y="6785"/>
                  </a:cubicBezTo>
                  <a:cubicBezTo>
                    <a:pt x="4604" y="7168"/>
                    <a:pt x="4666" y="7677"/>
                    <a:pt x="5041" y="7748"/>
                  </a:cubicBezTo>
                  <a:cubicBezTo>
                    <a:pt x="5074" y="7754"/>
                    <a:pt x="5108" y="7756"/>
                    <a:pt x="5143" y="7756"/>
                  </a:cubicBezTo>
                  <a:cubicBezTo>
                    <a:pt x="5227" y="7756"/>
                    <a:pt x="5313" y="7744"/>
                    <a:pt x="5394" y="7744"/>
                  </a:cubicBezTo>
                  <a:cubicBezTo>
                    <a:pt x="5488" y="7744"/>
                    <a:pt x="5574" y="7760"/>
                    <a:pt x="5639" y="7829"/>
                  </a:cubicBezTo>
                  <a:cubicBezTo>
                    <a:pt x="5790" y="8007"/>
                    <a:pt x="5585" y="8266"/>
                    <a:pt x="5576" y="8507"/>
                  </a:cubicBezTo>
                  <a:cubicBezTo>
                    <a:pt x="5552" y="8790"/>
                    <a:pt x="5837" y="8967"/>
                    <a:pt x="6127" y="8967"/>
                  </a:cubicBezTo>
                  <a:cubicBezTo>
                    <a:pt x="6266" y="8967"/>
                    <a:pt x="6406" y="8926"/>
                    <a:pt x="6513" y="8837"/>
                  </a:cubicBezTo>
                  <a:cubicBezTo>
                    <a:pt x="6834" y="8569"/>
                    <a:pt x="6879" y="8087"/>
                    <a:pt x="6843" y="7668"/>
                  </a:cubicBezTo>
                  <a:cubicBezTo>
                    <a:pt x="6816" y="7338"/>
                    <a:pt x="6772" y="6972"/>
                    <a:pt x="6932" y="6687"/>
                  </a:cubicBezTo>
                  <a:cubicBezTo>
                    <a:pt x="7027" y="6521"/>
                    <a:pt x="7230" y="6423"/>
                    <a:pt x="7413" y="6423"/>
                  </a:cubicBezTo>
                  <a:cubicBezTo>
                    <a:pt x="7555" y="6423"/>
                    <a:pt x="7685" y="6483"/>
                    <a:pt x="7744" y="6615"/>
                  </a:cubicBezTo>
                  <a:cubicBezTo>
                    <a:pt x="7913" y="6223"/>
                    <a:pt x="7940" y="5705"/>
                    <a:pt x="8315" y="5482"/>
                  </a:cubicBezTo>
                  <a:cubicBezTo>
                    <a:pt x="8407" y="5429"/>
                    <a:pt x="8505" y="5406"/>
                    <a:pt x="8604" y="5406"/>
                  </a:cubicBezTo>
                  <a:cubicBezTo>
                    <a:pt x="8939" y="5406"/>
                    <a:pt x="9287" y="5676"/>
                    <a:pt x="9439" y="6000"/>
                  </a:cubicBezTo>
                  <a:cubicBezTo>
                    <a:pt x="9644" y="6419"/>
                    <a:pt x="9635" y="6910"/>
                    <a:pt x="9724" y="7365"/>
                  </a:cubicBezTo>
                  <a:cubicBezTo>
                    <a:pt x="9769" y="7552"/>
                    <a:pt x="9840" y="7748"/>
                    <a:pt x="10001" y="7855"/>
                  </a:cubicBezTo>
                  <a:cubicBezTo>
                    <a:pt x="10079" y="7907"/>
                    <a:pt x="10162" y="7928"/>
                    <a:pt x="10247" y="7928"/>
                  </a:cubicBezTo>
                  <a:cubicBezTo>
                    <a:pt x="10502" y="7928"/>
                    <a:pt x="10775" y="7733"/>
                    <a:pt x="10982" y="7552"/>
                  </a:cubicBezTo>
                  <a:cubicBezTo>
                    <a:pt x="11286" y="7998"/>
                    <a:pt x="11080" y="8738"/>
                    <a:pt x="11553" y="9006"/>
                  </a:cubicBezTo>
                  <a:cubicBezTo>
                    <a:pt x="11629" y="9049"/>
                    <a:pt x="11710" y="9069"/>
                    <a:pt x="11790" y="9069"/>
                  </a:cubicBezTo>
                  <a:cubicBezTo>
                    <a:pt x="12125" y="9069"/>
                    <a:pt x="12468" y="8734"/>
                    <a:pt x="12561" y="8382"/>
                  </a:cubicBezTo>
                  <a:cubicBezTo>
                    <a:pt x="12677" y="7936"/>
                    <a:pt x="12570" y="7463"/>
                    <a:pt x="12642" y="7008"/>
                  </a:cubicBezTo>
                  <a:cubicBezTo>
                    <a:pt x="12650" y="6936"/>
                    <a:pt x="12668" y="6865"/>
                    <a:pt x="12713" y="6812"/>
                  </a:cubicBezTo>
                  <a:cubicBezTo>
                    <a:pt x="12757" y="6760"/>
                    <a:pt x="12812" y="6738"/>
                    <a:pt x="12870" y="6738"/>
                  </a:cubicBezTo>
                  <a:cubicBezTo>
                    <a:pt x="13024" y="6738"/>
                    <a:pt x="13198" y="6893"/>
                    <a:pt x="13230" y="7061"/>
                  </a:cubicBezTo>
                  <a:cubicBezTo>
                    <a:pt x="13266" y="7302"/>
                    <a:pt x="13159" y="7534"/>
                    <a:pt x="13150" y="7775"/>
                  </a:cubicBezTo>
                  <a:cubicBezTo>
                    <a:pt x="13142" y="7993"/>
                    <a:pt x="13287" y="8248"/>
                    <a:pt x="13487" y="8248"/>
                  </a:cubicBezTo>
                  <a:cubicBezTo>
                    <a:pt x="13508" y="8248"/>
                    <a:pt x="13530" y="8245"/>
                    <a:pt x="13552" y="8239"/>
                  </a:cubicBezTo>
                  <a:cubicBezTo>
                    <a:pt x="13641" y="8212"/>
                    <a:pt x="13712" y="8132"/>
                    <a:pt x="13775" y="8060"/>
                  </a:cubicBezTo>
                  <a:cubicBezTo>
                    <a:pt x="14087" y="7668"/>
                    <a:pt x="14274" y="7177"/>
                    <a:pt x="14319" y="6669"/>
                  </a:cubicBezTo>
                  <a:cubicBezTo>
                    <a:pt x="14363" y="6169"/>
                    <a:pt x="14256" y="5670"/>
                    <a:pt x="14274" y="5170"/>
                  </a:cubicBezTo>
                  <a:cubicBezTo>
                    <a:pt x="14283" y="4813"/>
                    <a:pt x="14354" y="4456"/>
                    <a:pt x="14337" y="4100"/>
                  </a:cubicBezTo>
                  <a:cubicBezTo>
                    <a:pt x="14292" y="3261"/>
                    <a:pt x="13748" y="2512"/>
                    <a:pt x="13070" y="2021"/>
                  </a:cubicBezTo>
                  <a:cubicBezTo>
                    <a:pt x="12392" y="1530"/>
                    <a:pt x="11580" y="1263"/>
                    <a:pt x="10786" y="986"/>
                  </a:cubicBezTo>
                  <a:lnTo>
                    <a:pt x="9305" y="487"/>
                  </a:lnTo>
                  <a:cubicBezTo>
                    <a:pt x="8904" y="353"/>
                    <a:pt x="8502" y="219"/>
                    <a:pt x="8083" y="192"/>
                  </a:cubicBezTo>
                  <a:cubicBezTo>
                    <a:pt x="8015" y="187"/>
                    <a:pt x="7947" y="185"/>
                    <a:pt x="7878" y="185"/>
                  </a:cubicBezTo>
                  <a:cubicBezTo>
                    <a:pt x="7617" y="185"/>
                    <a:pt x="7356" y="213"/>
                    <a:pt x="7098" y="213"/>
                  </a:cubicBezTo>
                  <a:cubicBezTo>
                    <a:pt x="6922" y="213"/>
                    <a:pt x="6748" y="200"/>
                    <a:pt x="6575" y="156"/>
                  </a:cubicBezTo>
                  <a:cubicBezTo>
                    <a:pt x="6388" y="112"/>
                    <a:pt x="6201" y="32"/>
                    <a:pt x="5995" y="5"/>
                  </a:cubicBezTo>
                  <a:cubicBezTo>
                    <a:pt x="5965" y="2"/>
                    <a:pt x="5934" y="0"/>
                    <a:pt x="59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8" name="Google Shape;1388;p40"/>
            <p:cNvSpPr/>
            <p:nvPr/>
          </p:nvSpPr>
          <p:spPr>
            <a:xfrm>
              <a:off x="-2006925" y="2193250"/>
              <a:ext cx="299325" cy="285125"/>
            </a:xfrm>
            <a:custGeom>
              <a:avLst/>
              <a:gdLst/>
              <a:ahLst/>
              <a:cxnLst/>
              <a:rect l="l" t="t" r="r" b="b"/>
              <a:pathLst>
                <a:path w="11973" h="11405" extrusionOk="0">
                  <a:moveTo>
                    <a:pt x="6667" y="1"/>
                  </a:moveTo>
                  <a:cubicBezTo>
                    <a:pt x="6392" y="1"/>
                    <a:pt x="6118" y="26"/>
                    <a:pt x="5844" y="46"/>
                  </a:cubicBezTo>
                  <a:lnTo>
                    <a:pt x="3569" y="224"/>
                  </a:lnTo>
                  <a:cubicBezTo>
                    <a:pt x="2873" y="278"/>
                    <a:pt x="1999" y="501"/>
                    <a:pt x="1910" y="1188"/>
                  </a:cubicBezTo>
                  <a:cubicBezTo>
                    <a:pt x="1892" y="1313"/>
                    <a:pt x="1901" y="1447"/>
                    <a:pt x="1812" y="1527"/>
                  </a:cubicBezTo>
                  <a:cubicBezTo>
                    <a:pt x="1731" y="1607"/>
                    <a:pt x="1606" y="1598"/>
                    <a:pt x="1508" y="1625"/>
                  </a:cubicBezTo>
                  <a:cubicBezTo>
                    <a:pt x="1285" y="1696"/>
                    <a:pt x="1160" y="1928"/>
                    <a:pt x="1062" y="2142"/>
                  </a:cubicBezTo>
                  <a:cubicBezTo>
                    <a:pt x="527" y="3365"/>
                    <a:pt x="179" y="4676"/>
                    <a:pt x="36" y="5996"/>
                  </a:cubicBezTo>
                  <a:cubicBezTo>
                    <a:pt x="9" y="6210"/>
                    <a:pt x="1" y="6416"/>
                    <a:pt x="36" y="6630"/>
                  </a:cubicBezTo>
                  <a:cubicBezTo>
                    <a:pt x="152" y="7299"/>
                    <a:pt x="795" y="7736"/>
                    <a:pt x="1151" y="8325"/>
                  </a:cubicBezTo>
                  <a:cubicBezTo>
                    <a:pt x="1517" y="8922"/>
                    <a:pt x="1669" y="9770"/>
                    <a:pt x="2329" y="9993"/>
                  </a:cubicBezTo>
                  <a:cubicBezTo>
                    <a:pt x="2570" y="10064"/>
                    <a:pt x="2820" y="10046"/>
                    <a:pt x="3052" y="10127"/>
                  </a:cubicBezTo>
                  <a:cubicBezTo>
                    <a:pt x="3640" y="10350"/>
                    <a:pt x="3872" y="11170"/>
                    <a:pt x="4488" y="11304"/>
                  </a:cubicBezTo>
                  <a:cubicBezTo>
                    <a:pt x="4543" y="11316"/>
                    <a:pt x="4599" y="11321"/>
                    <a:pt x="4654" y="11321"/>
                  </a:cubicBezTo>
                  <a:cubicBezTo>
                    <a:pt x="4992" y="11321"/>
                    <a:pt x="5330" y="11137"/>
                    <a:pt x="5674" y="11137"/>
                  </a:cubicBezTo>
                  <a:cubicBezTo>
                    <a:pt x="5710" y="11137"/>
                    <a:pt x="5746" y="11139"/>
                    <a:pt x="5781" y="11144"/>
                  </a:cubicBezTo>
                  <a:cubicBezTo>
                    <a:pt x="6085" y="11179"/>
                    <a:pt x="6352" y="11385"/>
                    <a:pt x="6656" y="11402"/>
                  </a:cubicBezTo>
                  <a:cubicBezTo>
                    <a:pt x="6674" y="11404"/>
                    <a:pt x="6692" y="11404"/>
                    <a:pt x="6709" y="11404"/>
                  </a:cubicBezTo>
                  <a:cubicBezTo>
                    <a:pt x="7219" y="11404"/>
                    <a:pt x="7618" y="10923"/>
                    <a:pt x="8101" y="10742"/>
                  </a:cubicBezTo>
                  <a:cubicBezTo>
                    <a:pt x="8592" y="10564"/>
                    <a:pt x="9189" y="10698"/>
                    <a:pt x="9635" y="10421"/>
                  </a:cubicBezTo>
                  <a:cubicBezTo>
                    <a:pt x="10019" y="10171"/>
                    <a:pt x="10171" y="9699"/>
                    <a:pt x="10411" y="9306"/>
                  </a:cubicBezTo>
                  <a:cubicBezTo>
                    <a:pt x="10849" y="8566"/>
                    <a:pt x="11660" y="7986"/>
                    <a:pt x="11741" y="7129"/>
                  </a:cubicBezTo>
                  <a:cubicBezTo>
                    <a:pt x="11794" y="6612"/>
                    <a:pt x="11562" y="6121"/>
                    <a:pt x="11518" y="5604"/>
                  </a:cubicBezTo>
                  <a:cubicBezTo>
                    <a:pt x="11482" y="5193"/>
                    <a:pt x="11571" y="4783"/>
                    <a:pt x="11571" y="4373"/>
                  </a:cubicBezTo>
                  <a:cubicBezTo>
                    <a:pt x="11571" y="4355"/>
                    <a:pt x="11571" y="4346"/>
                    <a:pt x="11571" y="4328"/>
                  </a:cubicBezTo>
                  <a:lnTo>
                    <a:pt x="11625" y="4462"/>
                  </a:lnTo>
                  <a:cubicBezTo>
                    <a:pt x="11874" y="3855"/>
                    <a:pt x="11973" y="3008"/>
                    <a:pt x="11411" y="2669"/>
                  </a:cubicBezTo>
                  <a:cubicBezTo>
                    <a:pt x="11223" y="2553"/>
                    <a:pt x="10991" y="2517"/>
                    <a:pt x="10786" y="2428"/>
                  </a:cubicBezTo>
                  <a:cubicBezTo>
                    <a:pt x="10474" y="2276"/>
                    <a:pt x="10251" y="1982"/>
                    <a:pt x="10028" y="1723"/>
                  </a:cubicBezTo>
                  <a:cubicBezTo>
                    <a:pt x="9243" y="804"/>
                    <a:pt x="8145" y="100"/>
                    <a:pt x="6941" y="10"/>
                  </a:cubicBezTo>
                  <a:cubicBezTo>
                    <a:pt x="6850" y="4"/>
                    <a:pt x="6758" y="1"/>
                    <a:pt x="66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9" name="Google Shape;1389;p40"/>
            <p:cNvSpPr/>
            <p:nvPr/>
          </p:nvSpPr>
          <p:spPr>
            <a:xfrm>
              <a:off x="-1999350" y="2181650"/>
              <a:ext cx="299325" cy="225975"/>
            </a:xfrm>
            <a:custGeom>
              <a:avLst/>
              <a:gdLst/>
              <a:ahLst/>
              <a:cxnLst/>
              <a:rect l="l" t="t" r="r" b="b"/>
              <a:pathLst>
                <a:path w="11973" h="9039" extrusionOk="0">
                  <a:moveTo>
                    <a:pt x="4034" y="1"/>
                  </a:moveTo>
                  <a:cubicBezTo>
                    <a:pt x="3550" y="1"/>
                    <a:pt x="3066" y="34"/>
                    <a:pt x="2606" y="162"/>
                  </a:cubicBezTo>
                  <a:cubicBezTo>
                    <a:pt x="1892" y="358"/>
                    <a:pt x="1205" y="795"/>
                    <a:pt x="911" y="1473"/>
                  </a:cubicBezTo>
                  <a:cubicBezTo>
                    <a:pt x="786" y="1768"/>
                    <a:pt x="732" y="2080"/>
                    <a:pt x="625" y="2383"/>
                  </a:cubicBezTo>
                  <a:cubicBezTo>
                    <a:pt x="483" y="2803"/>
                    <a:pt x="242" y="3186"/>
                    <a:pt x="126" y="3606"/>
                  </a:cubicBezTo>
                  <a:cubicBezTo>
                    <a:pt x="1" y="4034"/>
                    <a:pt x="10" y="4498"/>
                    <a:pt x="144" y="4926"/>
                  </a:cubicBezTo>
                  <a:cubicBezTo>
                    <a:pt x="170" y="5006"/>
                    <a:pt x="206" y="5086"/>
                    <a:pt x="268" y="5131"/>
                  </a:cubicBezTo>
                  <a:cubicBezTo>
                    <a:pt x="308" y="5160"/>
                    <a:pt x="351" y="5173"/>
                    <a:pt x="394" y="5173"/>
                  </a:cubicBezTo>
                  <a:cubicBezTo>
                    <a:pt x="540" y="5173"/>
                    <a:pt x="695" y="5032"/>
                    <a:pt x="750" y="4881"/>
                  </a:cubicBezTo>
                  <a:cubicBezTo>
                    <a:pt x="813" y="4676"/>
                    <a:pt x="804" y="4453"/>
                    <a:pt x="902" y="4275"/>
                  </a:cubicBezTo>
                  <a:cubicBezTo>
                    <a:pt x="964" y="4167"/>
                    <a:pt x="1097" y="4097"/>
                    <a:pt x="1212" y="4097"/>
                  </a:cubicBezTo>
                  <a:cubicBezTo>
                    <a:pt x="1296" y="4097"/>
                    <a:pt x="1371" y="4134"/>
                    <a:pt x="1401" y="4221"/>
                  </a:cubicBezTo>
                  <a:cubicBezTo>
                    <a:pt x="1428" y="4275"/>
                    <a:pt x="1419" y="4346"/>
                    <a:pt x="1401" y="4408"/>
                  </a:cubicBezTo>
                  <a:cubicBezTo>
                    <a:pt x="1321" y="4801"/>
                    <a:pt x="1089" y="5158"/>
                    <a:pt x="1045" y="5559"/>
                  </a:cubicBezTo>
                  <a:cubicBezTo>
                    <a:pt x="1003" y="5937"/>
                    <a:pt x="1253" y="6394"/>
                    <a:pt x="1618" y="6394"/>
                  </a:cubicBezTo>
                  <a:cubicBezTo>
                    <a:pt x="1640" y="6394"/>
                    <a:pt x="1663" y="6393"/>
                    <a:pt x="1687" y="6389"/>
                  </a:cubicBezTo>
                  <a:cubicBezTo>
                    <a:pt x="2151" y="6318"/>
                    <a:pt x="2222" y="5640"/>
                    <a:pt x="2606" y="5363"/>
                  </a:cubicBezTo>
                  <a:cubicBezTo>
                    <a:pt x="2744" y="5630"/>
                    <a:pt x="2955" y="5935"/>
                    <a:pt x="3233" y="5935"/>
                  </a:cubicBezTo>
                  <a:cubicBezTo>
                    <a:pt x="3261" y="5935"/>
                    <a:pt x="3290" y="5932"/>
                    <a:pt x="3319" y="5925"/>
                  </a:cubicBezTo>
                  <a:cubicBezTo>
                    <a:pt x="3489" y="5889"/>
                    <a:pt x="3605" y="5747"/>
                    <a:pt x="3694" y="5604"/>
                  </a:cubicBezTo>
                  <a:cubicBezTo>
                    <a:pt x="3917" y="5256"/>
                    <a:pt x="4060" y="4855"/>
                    <a:pt x="4354" y="4569"/>
                  </a:cubicBezTo>
                  <a:cubicBezTo>
                    <a:pt x="4523" y="4406"/>
                    <a:pt x="4769" y="4301"/>
                    <a:pt x="5000" y="4301"/>
                  </a:cubicBezTo>
                  <a:cubicBezTo>
                    <a:pt x="5173" y="4301"/>
                    <a:pt x="5337" y="4360"/>
                    <a:pt x="5452" y="4498"/>
                  </a:cubicBezTo>
                  <a:cubicBezTo>
                    <a:pt x="5692" y="4792"/>
                    <a:pt x="5550" y="5220"/>
                    <a:pt x="5568" y="5604"/>
                  </a:cubicBezTo>
                  <a:cubicBezTo>
                    <a:pt x="5623" y="5546"/>
                    <a:pt x="5693" y="5520"/>
                    <a:pt x="5766" y="5520"/>
                  </a:cubicBezTo>
                  <a:cubicBezTo>
                    <a:pt x="5960" y="5520"/>
                    <a:pt x="6177" y="5702"/>
                    <a:pt x="6210" y="5916"/>
                  </a:cubicBezTo>
                  <a:cubicBezTo>
                    <a:pt x="6263" y="6202"/>
                    <a:pt x="6103" y="6487"/>
                    <a:pt x="5978" y="6755"/>
                  </a:cubicBezTo>
                  <a:cubicBezTo>
                    <a:pt x="5826" y="7085"/>
                    <a:pt x="5710" y="7495"/>
                    <a:pt x="5889" y="7825"/>
                  </a:cubicBezTo>
                  <a:cubicBezTo>
                    <a:pt x="5986" y="7992"/>
                    <a:pt x="6192" y="8084"/>
                    <a:pt x="6382" y="8084"/>
                  </a:cubicBezTo>
                  <a:cubicBezTo>
                    <a:pt x="6558" y="8084"/>
                    <a:pt x="6721" y="8006"/>
                    <a:pt x="6772" y="7834"/>
                  </a:cubicBezTo>
                  <a:cubicBezTo>
                    <a:pt x="6834" y="7638"/>
                    <a:pt x="6745" y="7352"/>
                    <a:pt x="6933" y="7263"/>
                  </a:cubicBezTo>
                  <a:cubicBezTo>
                    <a:pt x="6965" y="7245"/>
                    <a:pt x="6998" y="7238"/>
                    <a:pt x="7032" y="7238"/>
                  </a:cubicBezTo>
                  <a:cubicBezTo>
                    <a:pt x="7163" y="7238"/>
                    <a:pt x="7299" y="7351"/>
                    <a:pt x="7441" y="7379"/>
                  </a:cubicBezTo>
                  <a:cubicBezTo>
                    <a:pt x="7464" y="7383"/>
                    <a:pt x="7487" y="7386"/>
                    <a:pt x="7509" y="7386"/>
                  </a:cubicBezTo>
                  <a:cubicBezTo>
                    <a:pt x="7808" y="7386"/>
                    <a:pt x="7993" y="7009"/>
                    <a:pt x="8092" y="6710"/>
                  </a:cubicBezTo>
                  <a:cubicBezTo>
                    <a:pt x="8199" y="6425"/>
                    <a:pt x="8324" y="6121"/>
                    <a:pt x="8574" y="5934"/>
                  </a:cubicBezTo>
                  <a:cubicBezTo>
                    <a:pt x="8695" y="5843"/>
                    <a:pt x="8850" y="5792"/>
                    <a:pt x="8998" y="5792"/>
                  </a:cubicBezTo>
                  <a:cubicBezTo>
                    <a:pt x="9156" y="5792"/>
                    <a:pt x="9307" y="5850"/>
                    <a:pt x="9404" y="5979"/>
                  </a:cubicBezTo>
                  <a:cubicBezTo>
                    <a:pt x="9636" y="6273"/>
                    <a:pt x="9439" y="6692"/>
                    <a:pt x="9297" y="7040"/>
                  </a:cubicBezTo>
                  <a:cubicBezTo>
                    <a:pt x="9154" y="7397"/>
                    <a:pt x="9181" y="7932"/>
                    <a:pt x="9546" y="7986"/>
                  </a:cubicBezTo>
                  <a:cubicBezTo>
                    <a:pt x="9566" y="7990"/>
                    <a:pt x="9585" y="7991"/>
                    <a:pt x="9605" y="7991"/>
                  </a:cubicBezTo>
                  <a:cubicBezTo>
                    <a:pt x="9771" y="7991"/>
                    <a:pt x="9928" y="7860"/>
                    <a:pt x="9984" y="7700"/>
                  </a:cubicBezTo>
                  <a:cubicBezTo>
                    <a:pt x="10010" y="7629"/>
                    <a:pt x="10019" y="7540"/>
                    <a:pt x="10073" y="7486"/>
                  </a:cubicBezTo>
                  <a:cubicBezTo>
                    <a:pt x="10108" y="7443"/>
                    <a:pt x="10160" y="7425"/>
                    <a:pt x="10214" y="7425"/>
                  </a:cubicBezTo>
                  <a:cubicBezTo>
                    <a:pt x="10296" y="7425"/>
                    <a:pt x="10385" y="7467"/>
                    <a:pt x="10438" y="7531"/>
                  </a:cubicBezTo>
                  <a:cubicBezTo>
                    <a:pt x="10528" y="7638"/>
                    <a:pt x="10546" y="7781"/>
                    <a:pt x="10554" y="7923"/>
                  </a:cubicBezTo>
                  <a:cubicBezTo>
                    <a:pt x="10563" y="8155"/>
                    <a:pt x="10563" y="8396"/>
                    <a:pt x="10644" y="8610"/>
                  </a:cubicBezTo>
                  <a:cubicBezTo>
                    <a:pt x="10724" y="8824"/>
                    <a:pt x="10911" y="9021"/>
                    <a:pt x="11143" y="9038"/>
                  </a:cubicBezTo>
                  <a:cubicBezTo>
                    <a:pt x="11149" y="9039"/>
                    <a:pt x="11155" y="9039"/>
                    <a:pt x="11161" y="9039"/>
                  </a:cubicBezTo>
                  <a:cubicBezTo>
                    <a:pt x="11377" y="9039"/>
                    <a:pt x="11574" y="8881"/>
                    <a:pt x="11670" y="8682"/>
                  </a:cubicBezTo>
                  <a:cubicBezTo>
                    <a:pt x="11777" y="8485"/>
                    <a:pt x="11794" y="8253"/>
                    <a:pt x="11812" y="8030"/>
                  </a:cubicBezTo>
                  <a:cubicBezTo>
                    <a:pt x="11866" y="7397"/>
                    <a:pt x="11910" y="6773"/>
                    <a:pt x="11839" y="6148"/>
                  </a:cubicBezTo>
                  <a:cubicBezTo>
                    <a:pt x="11803" y="5872"/>
                    <a:pt x="11750" y="5595"/>
                    <a:pt x="11759" y="5318"/>
                  </a:cubicBezTo>
                  <a:cubicBezTo>
                    <a:pt x="11786" y="4935"/>
                    <a:pt x="11946" y="4578"/>
                    <a:pt x="11955" y="4194"/>
                  </a:cubicBezTo>
                  <a:cubicBezTo>
                    <a:pt x="11973" y="3497"/>
                    <a:pt x="11475" y="2887"/>
                    <a:pt x="10877" y="2494"/>
                  </a:cubicBezTo>
                  <a:lnTo>
                    <a:pt x="10877" y="2494"/>
                  </a:lnTo>
                  <a:lnTo>
                    <a:pt x="11063" y="2615"/>
                  </a:lnTo>
                  <a:cubicBezTo>
                    <a:pt x="10742" y="1991"/>
                    <a:pt x="10198" y="1527"/>
                    <a:pt x="9662" y="1072"/>
                  </a:cubicBezTo>
                  <a:cubicBezTo>
                    <a:pt x="9484" y="920"/>
                    <a:pt x="9288" y="760"/>
                    <a:pt x="9056" y="697"/>
                  </a:cubicBezTo>
                  <a:cubicBezTo>
                    <a:pt x="8886" y="653"/>
                    <a:pt x="8708" y="662"/>
                    <a:pt x="8538" y="644"/>
                  </a:cubicBezTo>
                  <a:cubicBezTo>
                    <a:pt x="8092" y="590"/>
                    <a:pt x="7709" y="323"/>
                    <a:pt x="7289" y="198"/>
                  </a:cubicBezTo>
                  <a:cubicBezTo>
                    <a:pt x="6933" y="91"/>
                    <a:pt x="6558" y="73"/>
                    <a:pt x="6183" y="64"/>
                  </a:cubicBezTo>
                  <a:cubicBezTo>
                    <a:pt x="5719" y="46"/>
                    <a:pt x="5264" y="37"/>
                    <a:pt x="4800" y="19"/>
                  </a:cubicBezTo>
                  <a:cubicBezTo>
                    <a:pt x="4547" y="10"/>
                    <a:pt x="4290" y="1"/>
                    <a:pt x="40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0" name="Google Shape;1390;p40"/>
            <p:cNvSpPr/>
            <p:nvPr/>
          </p:nvSpPr>
          <p:spPr>
            <a:xfrm>
              <a:off x="-2205850" y="2192400"/>
              <a:ext cx="41500" cy="34350"/>
            </a:xfrm>
            <a:custGeom>
              <a:avLst/>
              <a:gdLst/>
              <a:ahLst/>
              <a:cxnLst/>
              <a:rect l="l" t="t" r="r" b="b"/>
              <a:pathLst>
                <a:path w="1660" h="1374" extrusionOk="0">
                  <a:moveTo>
                    <a:pt x="1291" y="1"/>
                  </a:moveTo>
                  <a:cubicBezTo>
                    <a:pt x="1241" y="1"/>
                    <a:pt x="1192" y="14"/>
                    <a:pt x="1151" y="44"/>
                  </a:cubicBezTo>
                  <a:cubicBezTo>
                    <a:pt x="821" y="294"/>
                    <a:pt x="508" y="562"/>
                    <a:pt x="214" y="856"/>
                  </a:cubicBezTo>
                  <a:cubicBezTo>
                    <a:pt x="1" y="1070"/>
                    <a:pt x="207" y="1374"/>
                    <a:pt x="444" y="1374"/>
                  </a:cubicBezTo>
                  <a:cubicBezTo>
                    <a:pt x="514" y="1374"/>
                    <a:pt x="586" y="1347"/>
                    <a:pt x="651" y="1284"/>
                  </a:cubicBezTo>
                  <a:cubicBezTo>
                    <a:pt x="910" y="1035"/>
                    <a:pt x="1178" y="794"/>
                    <a:pt x="1463" y="571"/>
                  </a:cubicBezTo>
                  <a:cubicBezTo>
                    <a:pt x="1588" y="473"/>
                    <a:pt x="1659" y="312"/>
                    <a:pt x="1570" y="160"/>
                  </a:cubicBezTo>
                  <a:cubicBezTo>
                    <a:pt x="1521" y="68"/>
                    <a:pt x="1403" y="1"/>
                    <a:pt x="12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1" name="Google Shape;1391;p40"/>
            <p:cNvSpPr/>
            <p:nvPr/>
          </p:nvSpPr>
          <p:spPr>
            <a:xfrm>
              <a:off x="-2198725" y="2123675"/>
              <a:ext cx="46250" cy="20525"/>
            </a:xfrm>
            <a:custGeom>
              <a:avLst/>
              <a:gdLst/>
              <a:ahLst/>
              <a:cxnLst/>
              <a:rect l="l" t="t" r="r" b="b"/>
              <a:pathLst>
                <a:path w="1850" h="821" extrusionOk="0">
                  <a:moveTo>
                    <a:pt x="449" y="1"/>
                  </a:moveTo>
                  <a:cubicBezTo>
                    <a:pt x="122" y="1"/>
                    <a:pt x="1" y="516"/>
                    <a:pt x="357" y="599"/>
                  </a:cubicBezTo>
                  <a:cubicBezTo>
                    <a:pt x="678" y="670"/>
                    <a:pt x="1009" y="741"/>
                    <a:pt x="1330" y="813"/>
                  </a:cubicBezTo>
                  <a:cubicBezTo>
                    <a:pt x="1354" y="818"/>
                    <a:pt x="1378" y="820"/>
                    <a:pt x="1400" y="820"/>
                  </a:cubicBezTo>
                  <a:cubicBezTo>
                    <a:pt x="1732" y="820"/>
                    <a:pt x="1849" y="299"/>
                    <a:pt x="1490" y="224"/>
                  </a:cubicBezTo>
                  <a:cubicBezTo>
                    <a:pt x="1169" y="153"/>
                    <a:pt x="848" y="81"/>
                    <a:pt x="527" y="10"/>
                  </a:cubicBezTo>
                  <a:cubicBezTo>
                    <a:pt x="500" y="4"/>
                    <a:pt x="474" y="1"/>
                    <a:pt x="4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2" name="Google Shape;1392;p40"/>
            <p:cNvSpPr/>
            <p:nvPr/>
          </p:nvSpPr>
          <p:spPr>
            <a:xfrm>
              <a:off x="-2071150" y="2167825"/>
              <a:ext cx="28125" cy="28175"/>
            </a:xfrm>
            <a:custGeom>
              <a:avLst/>
              <a:gdLst/>
              <a:ahLst/>
              <a:cxnLst/>
              <a:rect l="l" t="t" r="r" b="b"/>
              <a:pathLst>
                <a:path w="1125" h="1127" extrusionOk="0">
                  <a:moveTo>
                    <a:pt x="344" y="0"/>
                  </a:moveTo>
                  <a:cubicBezTo>
                    <a:pt x="262" y="0"/>
                    <a:pt x="180" y="32"/>
                    <a:pt x="125" y="91"/>
                  </a:cubicBezTo>
                  <a:cubicBezTo>
                    <a:pt x="0" y="207"/>
                    <a:pt x="9" y="394"/>
                    <a:pt x="125" y="519"/>
                  </a:cubicBezTo>
                  <a:lnTo>
                    <a:pt x="571" y="1036"/>
                  </a:lnTo>
                  <a:cubicBezTo>
                    <a:pt x="624" y="1098"/>
                    <a:pt x="702" y="1127"/>
                    <a:pt x="782" y="1127"/>
                  </a:cubicBezTo>
                  <a:cubicBezTo>
                    <a:pt x="865" y="1127"/>
                    <a:pt x="949" y="1095"/>
                    <a:pt x="1008" y="1036"/>
                  </a:cubicBezTo>
                  <a:cubicBezTo>
                    <a:pt x="1124" y="911"/>
                    <a:pt x="1115" y="733"/>
                    <a:pt x="1008" y="608"/>
                  </a:cubicBezTo>
                  <a:cubicBezTo>
                    <a:pt x="857" y="430"/>
                    <a:pt x="705" y="260"/>
                    <a:pt x="553" y="91"/>
                  </a:cubicBezTo>
                  <a:cubicBezTo>
                    <a:pt x="501" y="29"/>
                    <a:pt x="423" y="0"/>
                    <a:pt x="3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3" name="Google Shape;1393;p40"/>
            <p:cNvSpPr/>
            <p:nvPr/>
          </p:nvSpPr>
          <p:spPr>
            <a:xfrm>
              <a:off x="-2042350" y="2113050"/>
              <a:ext cx="52300" cy="23875"/>
            </a:xfrm>
            <a:custGeom>
              <a:avLst/>
              <a:gdLst/>
              <a:ahLst/>
              <a:cxnLst/>
              <a:rect l="l" t="t" r="r" b="b"/>
              <a:pathLst>
                <a:path w="2092" h="955" extrusionOk="0">
                  <a:moveTo>
                    <a:pt x="1624" y="1"/>
                  </a:moveTo>
                  <a:cubicBezTo>
                    <a:pt x="1603" y="1"/>
                    <a:pt x="1582" y="3"/>
                    <a:pt x="1560" y="7"/>
                  </a:cubicBezTo>
                  <a:cubicBezTo>
                    <a:pt x="1141" y="78"/>
                    <a:pt x="731" y="194"/>
                    <a:pt x="329" y="346"/>
                  </a:cubicBezTo>
                  <a:cubicBezTo>
                    <a:pt x="0" y="466"/>
                    <a:pt x="97" y="954"/>
                    <a:pt x="386" y="954"/>
                  </a:cubicBezTo>
                  <a:cubicBezTo>
                    <a:pt x="418" y="954"/>
                    <a:pt x="453" y="948"/>
                    <a:pt x="490" y="935"/>
                  </a:cubicBezTo>
                  <a:cubicBezTo>
                    <a:pt x="891" y="783"/>
                    <a:pt x="1302" y="667"/>
                    <a:pt x="1721" y="596"/>
                  </a:cubicBezTo>
                  <a:cubicBezTo>
                    <a:pt x="2091" y="528"/>
                    <a:pt x="1961" y="1"/>
                    <a:pt x="16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4" name="Google Shape;1394;p40"/>
            <p:cNvSpPr/>
            <p:nvPr/>
          </p:nvSpPr>
          <p:spPr>
            <a:xfrm>
              <a:off x="-1957625" y="2168025"/>
              <a:ext cx="22975" cy="27025"/>
            </a:xfrm>
            <a:custGeom>
              <a:avLst/>
              <a:gdLst/>
              <a:ahLst/>
              <a:cxnLst/>
              <a:rect l="l" t="t" r="r" b="b"/>
              <a:pathLst>
                <a:path w="919" h="1081" extrusionOk="0">
                  <a:moveTo>
                    <a:pt x="330" y="1"/>
                  </a:moveTo>
                  <a:cubicBezTo>
                    <a:pt x="279" y="1"/>
                    <a:pt x="230" y="13"/>
                    <a:pt x="187" y="38"/>
                  </a:cubicBezTo>
                  <a:cubicBezTo>
                    <a:pt x="36" y="136"/>
                    <a:pt x="0" y="306"/>
                    <a:pt x="71" y="457"/>
                  </a:cubicBezTo>
                  <a:lnTo>
                    <a:pt x="312" y="930"/>
                  </a:lnTo>
                  <a:cubicBezTo>
                    <a:pt x="360" y="1025"/>
                    <a:pt x="471" y="1081"/>
                    <a:pt x="579" y="1081"/>
                  </a:cubicBezTo>
                  <a:cubicBezTo>
                    <a:pt x="633" y="1081"/>
                    <a:pt x="687" y="1067"/>
                    <a:pt x="732" y="1037"/>
                  </a:cubicBezTo>
                  <a:cubicBezTo>
                    <a:pt x="874" y="948"/>
                    <a:pt x="919" y="770"/>
                    <a:pt x="839" y="618"/>
                  </a:cubicBezTo>
                  <a:cubicBezTo>
                    <a:pt x="758" y="466"/>
                    <a:pt x="687" y="306"/>
                    <a:pt x="607" y="154"/>
                  </a:cubicBezTo>
                  <a:cubicBezTo>
                    <a:pt x="552" y="56"/>
                    <a:pt x="439" y="1"/>
                    <a:pt x="3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5" name="Google Shape;1395;p40"/>
            <p:cNvSpPr/>
            <p:nvPr/>
          </p:nvSpPr>
          <p:spPr>
            <a:xfrm>
              <a:off x="-1960143" y="2274357"/>
              <a:ext cx="29450" cy="26975"/>
            </a:xfrm>
            <a:custGeom>
              <a:avLst/>
              <a:gdLst/>
              <a:ahLst/>
              <a:cxnLst/>
              <a:rect l="l" t="t" r="r" b="b"/>
              <a:pathLst>
                <a:path w="1178" h="1079" extrusionOk="0">
                  <a:moveTo>
                    <a:pt x="335" y="1"/>
                  </a:moveTo>
                  <a:cubicBezTo>
                    <a:pt x="258" y="1"/>
                    <a:pt x="182" y="30"/>
                    <a:pt x="125" y="91"/>
                  </a:cubicBezTo>
                  <a:cubicBezTo>
                    <a:pt x="9" y="207"/>
                    <a:pt x="0" y="403"/>
                    <a:pt x="125" y="519"/>
                  </a:cubicBezTo>
                  <a:lnTo>
                    <a:pt x="625" y="992"/>
                  </a:lnTo>
                  <a:cubicBezTo>
                    <a:pt x="687" y="1050"/>
                    <a:pt x="765" y="1079"/>
                    <a:pt x="843" y="1079"/>
                  </a:cubicBezTo>
                  <a:cubicBezTo>
                    <a:pt x="921" y="1079"/>
                    <a:pt x="999" y="1050"/>
                    <a:pt x="1062" y="992"/>
                  </a:cubicBezTo>
                  <a:cubicBezTo>
                    <a:pt x="1169" y="876"/>
                    <a:pt x="1178" y="671"/>
                    <a:pt x="1062" y="555"/>
                  </a:cubicBezTo>
                  <a:cubicBezTo>
                    <a:pt x="892" y="403"/>
                    <a:pt x="723" y="243"/>
                    <a:pt x="553" y="91"/>
                  </a:cubicBezTo>
                  <a:cubicBezTo>
                    <a:pt x="494" y="32"/>
                    <a:pt x="414" y="1"/>
                    <a:pt x="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6" name="Google Shape;1396;p40"/>
            <p:cNvSpPr/>
            <p:nvPr/>
          </p:nvSpPr>
          <p:spPr>
            <a:xfrm>
              <a:off x="-1936968" y="2216207"/>
              <a:ext cx="29925" cy="20250"/>
            </a:xfrm>
            <a:custGeom>
              <a:avLst/>
              <a:gdLst/>
              <a:ahLst/>
              <a:cxnLst/>
              <a:rect l="l" t="t" r="r" b="b"/>
              <a:pathLst>
                <a:path w="1197" h="810" extrusionOk="0">
                  <a:moveTo>
                    <a:pt x="861" y="1"/>
                  </a:moveTo>
                  <a:cubicBezTo>
                    <a:pt x="833" y="1"/>
                    <a:pt x="804" y="6"/>
                    <a:pt x="777" y="17"/>
                  </a:cubicBezTo>
                  <a:cubicBezTo>
                    <a:pt x="599" y="80"/>
                    <a:pt x="429" y="142"/>
                    <a:pt x="260" y="205"/>
                  </a:cubicBezTo>
                  <a:cubicBezTo>
                    <a:pt x="99" y="267"/>
                    <a:pt x="1" y="410"/>
                    <a:pt x="46" y="579"/>
                  </a:cubicBezTo>
                  <a:cubicBezTo>
                    <a:pt x="75" y="704"/>
                    <a:pt x="206" y="810"/>
                    <a:pt x="336" y="810"/>
                  </a:cubicBezTo>
                  <a:cubicBezTo>
                    <a:pt x="364" y="810"/>
                    <a:pt x="393" y="805"/>
                    <a:pt x="420" y="793"/>
                  </a:cubicBezTo>
                  <a:cubicBezTo>
                    <a:pt x="590" y="731"/>
                    <a:pt x="768" y="668"/>
                    <a:pt x="938" y="606"/>
                  </a:cubicBezTo>
                  <a:cubicBezTo>
                    <a:pt x="1089" y="553"/>
                    <a:pt x="1196" y="401"/>
                    <a:pt x="1152" y="231"/>
                  </a:cubicBezTo>
                  <a:cubicBezTo>
                    <a:pt x="1115" y="107"/>
                    <a:pt x="989" y="1"/>
                    <a:pt x="8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7" name="Google Shape;1397;p40"/>
            <p:cNvSpPr/>
            <p:nvPr/>
          </p:nvSpPr>
          <p:spPr>
            <a:xfrm>
              <a:off x="-1845518" y="2232507"/>
              <a:ext cx="25900" cy="26775"/>
            </a:xfrm>
            <a:custGeom>
              <a:avLst/>
              <a:gdLst/>
              <a:ahLst/>
              <a:cxnLst/>
              <a:rect l="l" t="t" r="r" b="b"/>
              <a:pathLst>
                <a:path w="1036" h="1071" extrusionOk="0">
                  <a:moveTo>
                    <a:pt x="349" y="1"/>
                  </a:moveTo>
                  <a:cubicBezTo>
                    <a:pt x="263" y="1"/>
                    <a:pt x="176" y="32"/>
                    <a:pt x="125" y="88"/>
                  </a:cubicBezTo>
                  <a:cubicBezTo>
                    <a:pt x="1" y="222"/>
                    <a:pt x="18" y="391"/>
                    <a:pt x="125" y="525"/>
                  </a:cubicBezTo>
                  <a:cubicBezTo>
                    <a:pt x="241" y="677"/>
                    <a:pt x="366" y="828"/>
                    <a:pt x="482" y="980"/>
                  </a:cubicBezTo>
                  <a:cubicBezTo>
                    <a:pt x="530" y="1041"/>
                    <a:pt x="611" y="1070"/>
                    <a:pt x="693" y="1070"/>
                  </a:cubicBezTo>
                  <a:cubicBezTo>
                    <a:pt x="778" y="1070"/>
                    <a:pt x="865" y="1039"/>
                    <a:pt x="919" y="980"/>
                  </a:cubicBezTo>
                  <a:cubicBezTo>
                    <a:pt x="1035" y="846"/>
                    <a:pt x="1018" y="686"/>
                    <a:pt x="919" y="552"/>
                  </a:cubicBezTo>
                  <a:cubicBezTo>
                    <a:pt x="795" y="400"/>
                    <a:pt x="679" y="240"/>
                    <a:pt x="554" y="88"/>
                  </a:cubicBezTo>
                  <a:cubicBezTo>
                    <a:pt x="506" y="28"/>
                    <a:pt x="428" y="1"/>
                    <a:pt x="3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8" name="Google Shape;1398;p40"/>
            <p:cNvSpPr/>
            <p:nvPr/>
          </p:nvSpPr>
          <p:spPr>
            <a:xfrm>
              <a:off x="-1839175" y="2297675"/>
              <a:ext cx="23375" cy="31200"/>
            </a:xfrm>
            <a:custGeom>
              <a:avLst/>
              <a:gdLst/>
              <a:ahLst/>
              <a:cxnLst/>
              <a:rect l="l" t="t" r="r" b="b"/>
              <a:pathLst>
                <a:path w="935" h="1248" extrusionOk="0">
                  <a:moveTo>
                    <a:pt x="371" y="0"/>
                  </a:moveTo>
                  <a:cubicBezTo>
                    <a:pt x="187" y="0"/>
                    <a:pt x="1" y="148"/>
                    <a:pt x="71" y="374"/>
                  </a:cubicBezTo>
                  <a:cubicBezTo>
                    <a:pt x="142" y="597"/>
                    <a:pt x="204" y="811"/>
                    <a:pt x="276" y="1034"/>
                  </a:cubicBezTo>
                  <a:cubicBezTo>
                    <a:pt x="322" y="1183"/>
                    <a:pt x="443" y="1248"/>
                    <a:pt x="564" y="1248"/>
                  </a:cubicBezTo>
                  <a:cubicBezTo>
                    <a:pt x="748" y="1248"/>
                    <a:pt x="934" y="1099"/>
                    <a:pt x="865" y="874"/>
                  </a:cubicBezTo>
                  <a:cubicBezTo>
                    <a:pt x="793" y="651"/>
                    <a:pt x="731" y="428"/>
                    <a:pt x="659" y="214"/>
                  </a:cubicBezTo>
                  <a:cubicBezTo>
                    <a:pt x="613" y="65"/>
                    <a:pt x="493" y="0"/>
                    <a:pt x="3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9" name="Google Shape;1399;p40"/>
            <p:cNvSpPr/>
            <p:nvPr/>
          </p:nvSpPr>
          <p:spPr>
            <a:xfrm>
              <a:off x="-1762925" y="2228300"/>
              <a:ext cx="28575" cy="17400"/>
            </a:xfrm>
            <a:custGeom>
              <a:avLst/>
              <a:gdLst/>
              <a:ahLst/>
              <a:cxnLst/>
              <a:rect l="l" t="t" r="r" b="b"/>
              <a:pathLst>
                <a:path w="1143" h="696" extrusionOk="0">
                  <a:moveTo>
                    <a:pt x="801" y="1"/>
                  </a:moveTo>
                  <a:cubicBezTo>
                    <a:pt x="775" y="1"/>
                    <a:pt x="749" y="3"/>
                    <a:pt x="723" y="9"/>
                  </a:cubicBezTo>
                  <a:lnTo>
                    <a:pt x="259" y="98"/>
                  </a:lnTo>
                  <a:cubicBezTo>
                    <a:pt x="107" y="125"/>
                    <a:pt x="0" y="321"/>
                    <a:pt x="45" y="473"/>
                  </a:cubicBezTo>
                  <a:cubicBezTo>
                    <a:pt x="90" y="616"/>
                    <a:pt x="205" y="695"/>
                    <a:pt x="341" y="695"/>
                  </a:cubicBezTo>
                  <a:cubicBezTo>
                    <a:pt x="367" y="695"/>
                    <a:pt x="393" y="692"/>
                    <a:pt x="419" y="687"/>
                  </a:cubicBezTo>
                  <a:lnTo>
                    <a:pt x="883" y="598"/>
                  </a:lnTo>
                  <a:cubicBezTo>
                    <a:pt x="1044" y="562"/>
                    <a:pt x="1142" y="366"/>
                    <a:pt x="1097" y="223"/>
                  </a:cubicBezTo>
                  <a:cubicBezTo>
                    <a:pt x="1052" y="80"/>
                    <a:pt x="937" y="1"/>
                    <a:pt x="8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0" name="Google Shape;1400;p40"/>
            <p:cNvSpPr/>
            <p:nvPr/>
          </p:nvSpPr>
          <p:spPr>
            <a:xfrm>
              <a:off x="-1743075" y="2289575"/>
              <a:ext cx="27000" cy="39900"/>
            </a:xfrm>
            <a:custGeom>
              <a:avLst/>
              <a:gdLst/>
              <a:ahLst/>
              <a:cxnLst/>
              <a:rect l="l" t="t" r="r" b="b"/>
              <a:pathLst>
                <a:path w="1080" h="1596" extrusionOk="0">
                  <a:moveTo>
                    <a:pt x="354" y="1"/>
                  </a:moveTo>
                  <a:cubicBezTo>
                    <a:pt x="329" y="1"/>
                    <a:pt x="303" y="4"/>
                    <a:pt x="277" y="11"/>
                  </a:cubicBezTo>
                  <a:cubicBezTo>
                    <a:pt x="125" y="56"/>
                    <a:pt x="0" y="234"/>
                    <a:pt x="63" y="386"/>
                  </a:cubicBezTo>
                  <a:lnTo>
                    <a:pt x="428" y="1367"/>
                  </a:lnTo>
                  <a:cubicBezTo>
                    <a:pt x="480" y="1499"/>
                    <a:pt x="592" y="1595"/>
                    <a:pt x="724" y="1595"/>
                  </a:cubicBezTo>
                  <a:cubicBezTo>
                    <a:pt x="752" y="1595"/>
                    <a:pt x="782" y="1591"/>
                    <a:pt x="812" y="1581"/>
                  </a:cubicBezTo>
                  <a:cubicBezTo>
                    <a:pt x="955" y="1546"/>
                    <a:pt x="1080" y="1367"/>
                    <a:pt x="1026" y="1207"/>
                  </a:cubicBezTo>
                  <a:lnTo>
                    <a:pt x="651" y="225"/>
                  </a:lnTo>
                  <a:cubicBezTo>
                    <a:pt x="599" y="97"/>
                    <a:pt x="489" y="1"/>
                    <a:pt x="3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1" name="Google Shape;1401;p40"/>
            <p:cNvSpPr/>
            <p:nvPr/>
          </p:nvSpPr>
          <p:spPr>
            <a:xfrm>
              <a:off x="-1915475" y="2252125"/>
              <a:ext cx="23650" cy="22825"/>
            </a:xfrm>
            <a:custGeom>
              <a:avLst/>
              <a:gdLst/>
              <a:ahLst/>
              <a:cxnLst/>
              <a:rect l="l" t="t" r="r" b="b"/>
              <a:pathLst>
                <a:path w="946" h="913" extrusionOk="0">
                  <a:moveTo>
                    <a:pt x="589" y="0"/>
                  </a:moveTo>
                  <a:cubicBezTo>
                    <a:pt x="513" y="0"/>
                    <a:pt x="439" y="28"/>
                    <a:pt x="384" y="91"/>
                  </a:cubicBezTo>
                  <a:cubicBezTo>
                    <a:pt x="303" y="189"/>
                    <a:pt x="214" y="287"/>
                    <a:pt x="125" y="394"/>
                  </a:cubicBezTo>
                  <a:cubicBezTo>
                    <a:pt x="27" y="510"/>
                    <a:pt x="0" y="706"/>
                    <a:pt x="125" y="822"/>
                  </a:cubicBezTo>
                  <a:cubicBezTo>
                    <a:pt x="186" y="879"/>
                    <a:pt x="272" y="913"/>
                    <a:pt x="357" y="913"/>
                  </a:cubicBezTo>
                  <a:cubicBezTo>
                    <a:pt x="433" y="913"/>
                    <a:pt x="507" y="885"/>
                    <a:pt x="562" y="822"/>
                  </a:cubicBezTo>
                  <a:cubicBezTo>
                    <a:pt x="642" y="724"/>
                    <a:pt x="732" y="617"/>
                    <a:pt x="821" y="519"/>
                  </a:cubicBezTo>
                  <a:cubicBezTo>
                    <a:pt x="919" y="394"/>
                    <a:pt x="946" y="207"/>
                    <a:pt x="821" y="91"/>
                  </a:cubicBezTo>
                  <a:cubicBezTo>
                    <a:pt x="760" y="34"/>
                    <a:pt x="674" y="0"/>
                    <a:pt x="5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2" name="Google Shape;1402;p40"/>
            <p:cNvSpPr/>
            <p:nvPr/>
          </p:nvSpPr>
          <p:spPr>
            <a:xfrm>
              <a:off x="-1884700" y="2190375"/>
              <a:ext cx="29225" cy="15625"/>
            </a:xfrm>
            <a:custGeom>
              <a:avLst/>
              <a:gdLst/>
              <a:ahLst/>
              <a:cxnLst/>
              <a:rect l="l" t="t" r="r" b="b"/>
              <a:pathLst>
                <a:path w="1169" h="625" extrusionOk="0">
                  <a:moveTo>
                    <a:pt x="290" y="0"/>
                  </a:moveTo>
                  <a:cubicBezTo>
                    <a:pt x="135" y="0"/>
                    <a:pt x="0" y="148"/>
                    <a:pt x="0" y="304"/>
                  </a:cubicBezTo>
                  <a:cubicBezTo>
                    <a:pt x="0" y="473"/>
                    <a:pt x="143" y="607"/>
                    <a:pt x="304" y="607"/>
                  </a:cubicBezTo>
                  <a:lnTo>
                    <a:pt x="866" y="625"/>
                  </a:lnTo>
                  <a:cubicBezTo>
                    <a:pt x="1035" y="625"/>
                    <a:pt x="1169" y="482"/>
                    <a:pt x="1169" y="313"/>
                  </a:cubicBezTo>
                  <a:cubicBezTo>
                    <a:pt x="1169" y="152"/>
                    <a:pt x="1035" y="18"/>
                    <a:pt x="866" y="9"/>
                  </a:cubicBezTo>
                  <a:lnTo>
                    <a:pt x="304" y="0"/>
                  </a:lnTo>
                  <a:cubicBezTo>
                    <a:pt x="299" y="0"/>
                    <a:pt x="295" y="0"/>
                    <a:pt x="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3" name="Google Shape;1403;p40"/>
            <p:cNvSpPr/>
            <p:nvPr/>
          </p:nvSpPr>
          <p:spPr>
            <a:xfrm>
              <a:off x="-1800400" y="2274025"/>
              <a:ext cx="27000" cy="27100"/>
            </a:xfrm>
            <a:custGeom>
              <a:avLst/>
              <a:gdLst/>
              <a:ahLst/>
              <a:cxnLst/>
              <a:rect l="l" t="t" r="r" b="b"/>
              <a:pathLst>
                <a:path w="1080" h="1084" extrusionOk="0">
                  <a:moveTo>
                    <a:pt x="359" y="1"/>
                  </a:moveTo>
                  <a:cubicBezTo>
                    <a:pt x="311" y="1"/>
                    <a:pt x="262" y="14"/>
                    <a:pt x="215" y="44"/>
                  </a:cubicBezTo>
                  <a:cubicBezTo>
                    <a:pt x="90" y="125"/>
                    <a:pt x="0" y="330"/>
                    <a:pt x="107" y="464"/>
                  </a:cubicBezTo>
                  <a:cubicBezTo>
                    <a:pt x="215" y="615"/>
                    <a:pt x="331" y="776"/>
                    <a:pt x="446" y="928"/>
                  </a:cubicBezTo>
                  <a:cubicBezTo>
                    <a:pt x="515" y="1020"/>
                    <a:pt x="617" y="1083"/>
                    <a:pt x="724" y="1083"/>
                  </a:cubicBezTo>
                  <a:cubicBezTo>
                    <a:pt x="771" y="1083"/>
                    <a:pt x="819" y="1071"/>
                    <a:pt x="866" y="1044"/>
                  </a:cubicBezTo>
                  <a:cubicBezTo>
                    <a:pt x="991" y="963"/>
                    <a:pt x="1080" y="758"/>
                    <a:pt x="973" y="624"/>
                  </a:cubicBezTo>
                  <a:lnTo>
                    <a:pt x="634" y="151"/>
                  </a:lnTo>
                  <a:cubicBezTo>
                    <a:pt x="566" y="65"/>
                    <a:pt x="465" y="1"/>
                    <a:pt x="3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4" name="Google Shape;1404;p40"/>
            <p:cNvSpPr/>
            <p:nvPr/>
          </p:nvSpPr>
          <p:spPr>
            <a:xfrm>
              <a:off x="-2131150" y="2201725"/>
              <a:ext cx="29475" cy="29600"/>
            </a:xfrm>
            <a:custGeom>
              <a:avLst/>
              <a:gdLst/>
              <a:ahLst/>
              <a:cxnLst/>
              <a:rect l="l" t="t" r="r" b="b"/>
              <a:pathLst>
                <a:path w="1179" h="1184" extrusionOk="0">
                  <a:moveTo>
                    <a:pt x="362" y="0"/>
                  </a:moveTo>
                  <a:cubicBezTo>
                    <a:pt x="313" y="0"/>
                    <a:pt x="264" y="14"/>
                    <a:pt x="215" y="46"/>
                  </a:cubicBezTo>
                  <a:cubicBezTo>
                    <a:pt x="81" y="117"/>
                    <a:pt x="1" y="331"/>
                    <a:pt x="99" y="465"/>
                  </a:cubicBezTo>
                  <a:cubicBezTo>
                    <a:pt x="250" y="653"/>
                    <a:pt x="393" y="840"/>
                    <a:pt x="545" y="1036"/>
                  </a:cubicBezTo>
                  <a:cubicBezTo>
                    <a:pt x="612" y="1122"/>
                    <a:pt x="710" y="1183"/>
                    <a:pt x="817" y="1183"/>
                  </a:cubicBezTo>
                  <a:cubicBezTo>
                    <a:pt x="865" y="1183"/>
                    <a:pt x="914" y="1171"/>
                    <a:pt x="964" y="1143"/>
                  </a:cubicBezTo>
                  <a:cubicBezTo>
                    <a:pt x="1089" y="1072"/>
                    <a:pt x="1178" y="858"/>
                    <a:pt x="1071" y="724"/>
                  </a:cubicBezTo>
                  <a:cubicBezTo>
                    <a:pt x="928" y="537"/>
                    <a:pt x="777" y="340"/>
                    <a:pt x="634" y="153"/>
                  </a:cubicBezTo>
                  <a:cubicBezTo>
                    <a:pt x="561" y="62"/>
                    <a:pt x="464" y="0"/>
                    <a:pt x="3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5" name="Google Shape;1405;p40"/>
            <p:cNvSpPr/>
            <p:nvPr/>
          </p:nvSpPr>
          <p:spPr>
            <a:xfrm>
              <a:off x="-2120225" y="2141000"/>
              <a:ext cx="29925" cy="20375"/>
            </a:xfrm>
            <a:custGeom>
              <a:avLst/>
              <a:gdLst/>
              <a:ahLst/>
              <a:cxnLst/>
              <a:rect l="l" t="t" r="r" b="b"/>
              <a:pathLst>
                <a:path w="1197" h="815" extrusionOk="0">
                  <a:moveTo>
                    <a:pt x="847" y="0"/>
                  </a:moveTo>
                  <a:cubicBezTo>
                    <a:pt x="820" y="0"/>
                    <a:pt x="794" y="4"/>
                    <a:pt x="768" y="13"/>
                  </a:cubicBezTo>
                  <a:cubicBezTo>
                    <a:pt x="598" y="84"/>
                    <a:pt x="429" y="147"/>
                    <a:pt x="259" y="209"/>
                  </a:cubicBezTo>
                  <a:cubicBezTo>
                    <a:pt x="99" y="272"/>
                    <a:pt x="1" y="414"/>
                    <a:pt x="45" y="584"/>
                  </a:cubicBezTo>
                  <a:cubicBezTo>
                    <a:pt x="75" y="708"/>
                    <a:pt x="206" y="814"/>
                    <a:pt x="335" y="814"/>
                  </a:cubicBezTo>
                  <a:cubicBezTo>
                    <a:pt x="364" y="814"/>
                    <a:pt x="393" y="809"/>
                    <a:pt x="420" y="798"/>
                  </a:cubicBezTo>
                  <a:cubicBezTo>
                    <a:pt x="589" y="735"/>
                    <a:pt x="759" y="673"/>
                    <a:pt x="928" y="611"/>
                  </a:cubicBezTo>
                  <a:cubicBezTo>
                    <a:pt x="1089" y="548"/>
                    <a:pt x="1196" y="396"/>
                    <a:pt x="1143" y="227"/>
                  </a:cubicBezTo>
                  <a:cubicBezTo>
                    <a:pt x="1113" y="107"/>
                    <a:pt x="982" y="0"/>
                    <a:pt x="8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6" name="Google Shape;1406;p40"/>
            <p:cNvSpPr/>
            <p:nvPr/>
          </p:nvSpPr>
          <p:spPr>
            <a:xfrm>
              <a:off x="-2003800" y="2178375"/>
              <a:ext cx="28350" cy="25575"/>
            </a:xfrm>
            <a:custGeom>
              <a:avLst/>
              <a:gdLst/>
              <a:ahLst/>
              <a:cxnLst/>
              <a:rect l="l" t="t" r="r" b="b"/>
              <a:pathLst>
                <a:path w="1134" h="1023" extrusionOk="0">
                  <a:moveTo>
                    <a:pt x="330" y="1"/>
                  </a:moveTo>
                  <a:cubicBezTo>
                    <a:pt x="255" y="1"/>
                    <a:pt x="181" y="28"/>
                    <a:pt x="125" y="88"/>
                  </a:cubicBezTo>
                  <a:cubicBezTo>
                    <a:pt x="18" y="204"/>
                    <a:pt x="0" y="400"/>
                    <a:pt x="125" y="516"/>
                  </a:cubicBezTo>
                  <a:lnTo>
                    <a:pt x="571" y="935"/>
                  </a:lnTo>
                  <a:cubicBezTo>
                    <a:pt x="632" y="991"/>
                    <a:pt x="716" y="1022"/>
                    <a:pt x="799" y="1022"/>
                  </a:cubicBezTo>
                  <a:cubicBezTo>
                    <a:pt x="876" y="1022"/>
                    <a:pt x="953" y="995"/>
                    <a:pt x="1009" y="935"/>
                  </a:cubicBezTo>
                  <a:cubicBezTo>
                    <a:pt x="1116" y="819"/>
                    <a:pt x="1133" y="623"/>
                    <a:pt x="1009" y="507"/>
                  </a:cubicBezTo>
                  <a:cubicBezTo>
                    <a:pt x="857" y="364"/>
                    <a:pt x="705" y="222"/>
                    <a:pt x="554" y="88"/>
                  </a:cubicBezTo>
                  <a:cubicBezTo>
                    <a:pt x="493" y="32"/>
                    <a:pt x="411" y="1"/>
                    <a:pt x="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7" name="Google Shape;1407;p40"/>
            <p:cNvSpPr/>
            <p:nvPr/>
          </p:nvSpPr>
          <p:spPr>
            <a:xfrm>
              <a:off x="-1957175" y="2240775"/>
              <a:ext cx="18075" cy="27925"/>
            </a:xfrm>
            <a:custGeom>
              <a:avLst/>
              <a:gdLst/>
              <a:ahLst/>
              <a:cxnLst/>
              <a:rect l="l" t="t" r="r" b="b"/>
              <a:pathLst>
                <a:path w="723" h="1117" extrusionOk="0">
                  <a:moveTo>
                    <a:pt x="405" y="0"/>
                  </a:moveTo>
                  <a:cubicBezTo>
                    <a:pt x="401" y="0"/>
                    <a:pt x="397" y="0"/>
                    <a:pt x="392" y="1"/>
                  </a:cubicBezTo>
                  <a:cubicBezTo>
                    <a:pt x="214" y="9"/>
                    <a:pt x="107" y="134"/>
                    <a:pt x="89" y="304"/>
                  </a:cubicBezTo>
                  <a:cubicBezTo>
                    <a:pt x="71" y="473"/>
                    <a:pt x="45" y="643"/>
                    <a:pt x="27" y="812"/>
                  </a:cubicBezTo>
                  <a:cubicBezTo>
                    <a:pt x="1" y="968"/>
                    <a:pt x="168" y="1116"/>
                    <a:pt x="317" y="1116"/>
                  </a:cubicBezTo>
                  <a:cubicBezTo>
                    <a:pt x="321" y="1116"/>
                    <a:pt x="326" y="1116"/>
                    <a:pt x="330" y="1116"/>
                  </a:cubicBezTo>
                  <a:cubicBezTo>
                    <a:pt x="508" y="1107"/>
                    <a:pt x="615" y="982"/>
                    <a:pt x="633" y="812"/>
                  </a:cubicBezTo>
                  <a:lnTo>
                    <a:pt x="705" y="304"/>
                  </a:lnTo>
                  <a:cubicBezTo>
                    <a:pt x="722" y="148"/>
                    <a:pt x="554" y="0"/>
                    <a:pt x="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8" name="Google Shape;1408;p40"/>
            <p:cNvSpPr/>
            <p:nvPr/>
          </p:nvSpPr>
          <p:spPr>
            <a:xfrm>
              <a:off x="-1810650" y="2201975"/>
              <a:ext cx="28550" cy="16900"/>
            </a:xfrm>
            <a:custGeom>
              <a:avLst/>
              <a:gdLst/>
              <a:ahLst/>
              <a:cxnLst/>
              <a:rect l="l" t="t" r="r" b="b"/>
              <a:pathLst>
                <a:path w="1142" h="676" extrusionOk="0">
                  <a:moveTo>
                    <a:pt x="806" y="0"/>
                  </a:moveTo>
                  <a:cubicBezTo>
                    <a:pt x="779" y="0"/>
                    <a:pt x="751" y="3"/>
                    <a:pt x="723" y="9"/>
                  </a:cubicBezTo>
                  <a:lnTo>
                    <a:pt x="259" y="81"/>
                  </a:lnTo>
                  <a:cubicBezTo>
                    <a:pt x="98" y="107"/>
                    <a:pt x="0" y="313"/>
                    <a:pt x="45" y="455"/>
                  </a:cubicBezTo>
                  <a:cubicBezTo>
                    <a:pt x="90" y="608"/>
                    <a:pt x="207" y="675"/>
                    <a:pt x="346" y="675"/>
                  </a:cubicBezTo>
                  <a:cubicBezTo>
                    <a:pt x="370" y="675"/>
                    <a:pt x="394" y="673"/>
                    <a:pt x="419" y="669"/>
                  </a:cubicBezTo>
                  <a:lnTo>
                    <a:pt x="883" y="598"/>
                  </a:lnTo>
                  <a:cubicBezTo>
                    <a:pt x="1044" y="571"/>
                    <a:pt x="1142" y="366"/>
                    <a:pt x="1097" y="214"/>
                  </a:cubicBezTo>
                  <a:cubicBezTo>
                    <a:pt x="1053" y="73"/>
                    <a:pt x="940" y="0"/>
                    <a:pt x="8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9" name="Google Shape;1409;p40"/>
            <p:cNvSpPr/>
            <p:nvPr/>
          </p:nvSpPr>
          <p:spPr>
            <a:xfrm>
              <a:off x="-1812000" y="2304775"/>
              <a:ext cx="23450" cy="16225"/>
            </a:xfrm>
            <a:custGeom>
              <a:avLst/>
              <a:gdLst/>
              <a:ahLst/>
              <a:cxnLst/>
              <a:rect l="l" t="t" r="r" b="b"/>
              <a:pathLst>
                <a:path w="938" h="649" extrusionOk="0">
                  <a:moveTo>
                    <a:pt x="601" y="1"/>
                  </a:moveTo>
                  <a:cubicBezTo>
                    <a:pt x="574" y="1"/>
                    <a:pt x="546" y="4"/>
                    <a:pt x="518" y="10"/>
                  </a:cubicBezTo>
                  <a:cubicBezTo>
                    <a:pt x="429" y="19"/>
                    <a:pt x="348" y="37"/>
                    <a:pt x="259" y="54"/>
                  </a:cubicBezTo>
                  <a:cubicBezTo>
                    <a:pt x="99" y="81"/>
                    <a:pt x="1" y="277"/>
                    <a:pt x="45" y="429"/>
                  </a:cubicBezTo>
                  <a:cubicBezTo>
                    <a:pt x="91" y="575"/>
                    <a:pt x="211" y="649"/>
                    <a:pt x="352" y="649"/>
                  </a:cubicBezTo>
                  <a:cubicBezTo>
                    <a:pt x="374" y="649"/>
                    <a:pt x="397" y="647"/>
                    <a:pt x="420" y="643"/>
                  </a:cubicBezTo>
                  <a:cubicBezTo>
                    <a:pt x="509" y="625"/>
                    <a:pt x="589" y="608"/>
                    <a:pt x="679" y="599"/>
                  </a:cubicBezTo>
                  <a:cubicBezTo>
                    <a:pt x="839" y="572"/>
                    <a:pt x="937" y="367"/>
                    <a:pt x="893" y="215"/>
                  </a:cubicBezTo>
                  <a:cubicBezTo>
                    <a:pt x="848" y="74"/>
                    <a:pt x="736" y="1"/>
                    <a:pt x="6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0" name="Google Shape;1410;p40"/>
            <p:cNvSpPr/>
            <p:nvPr/>
          </p:nvSpPr>
          <p:spPr>
            <a:xfrm>
              <a:off x="-2142125" y="2261800"/>
              <a:ext cx="36700" cy="20200"/>
            </a:xfrm>
            <a:custGeom>
              <a:avLst/>
              <a:gdLst/>
              <a:ahLst/>
              <a:cxnLst/>
              <a:rect l="l" t="t" r="r" b="b"/>
              <a:pathLst>
                <a:path w="1468" h="808" extrusionOk="0">
                  <a:moveTo>
                    <a:pt x="1060" y="1"/>
                  </a:moveTo>
                  <a:cubicBezTo>
                    <a:pt x="1031" y="1"/>
                    <a:pt x="999" y="6"/>
                    <a:pt x="966" y="16"/>
                  </a:cubicBezTo>
                  <a:cubicBezTo>
                    <a:pt x="752" y="78"/>
                    <a:pt x="547" y="141"/>
                    <a:pt x="341" y="203"/>
                  </a:cubicBezTo>
                  <a:cubicBezTo>
                    <a:pt x="0" y="309"/>
                    <a:pt x="103" y="807"/>
                    <a:pt x="414" y="807"/>
                  </a:cubicBezTo>
                  <a:cubicBezTo>
                    <a:pt x="444" y="807"/>
                    <a:pt x="477" y="802"/>
                    <a:pt x="511" y="792"/>
                  </a:cubicBezTo>
                  <a:cubicBezTo>
                    <a:pt x="716" y="730"/>
                    <a:pt x="921" y="667"/>
                    <a:pt x="1126" y="605"/>
                  </a:cubicBezTo>
                  <a:cubicBezTo>
                    <a:pt x="1468" y="499"/>
                    <a:pt x="1365" y="1"/>
                    <a:pt x="10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1" name="Google Shape;1411;p40"/>
            <p:cNvSpPr/>
            <p:nvPr/>
          </p:nvSpPr>
          <p:spPr>
            <a:xfrm>
              <a:off x="-2137800" y="2103875"/>
              <a:ext cx="23600" cy="32525"/>
            </a:xfrm>
            <a:custGeom>
              <a:avLst/>
              <a:gdLst/>
              <a:ahLst/>
              <a:cxnLst/>
              <a:rect l="l" t="t" r="r" b="b"/>
              <a:pathLst>
                <a:path w="944" h="1301" extrusionOk="0">
                  <a:moveTo>
                    <a:pt x="571" y="0"/>
                  </a:moveTo>
                  <a:cubicBezTo>
                    <a:pt x="450" y="0"/>
                    <a:pt x="330" y="65"/>
                    <a:pt x="284" y="213"/>
                  </a:cubicBezTo>
                  <a:cubicBezTo>
                    <a:pt x="213" y="454"/>
                    <a:pt x="142" y="686"/>
                    <a:pt x="70" y="927"/>
                  </a:cubicBezTo>
                  <a:cubicBezTo>
                    <a:pt x="0" y="1153"/>
                    <a:pt x="186" y="1301"/>
                    <a:pt x="371" y="1301"/>
                  </a:cubicBezTo>
                  <a:cubicBezTo>
                    <a:pt x="492" y="1301"/>
                    <a:pt x="613" y="1236"/>
                    <a:pt x="659" y="1087"/>
                  </a:cubicBezTo>
                  <a:cubicBezTo>
                    <a:pt x="730" y="855"/>
                    <a:pt x="802" y="615"/>
                    <a:pt x="873" y="383"/>
                  </a:cubicBezTo>
                  <a:cubicBezTo>
                    <a:pt x="943" y="151"/>
                    <a:pt x="756" y="0"/>
                    <a:pt x="5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2" name="Google Shape;1412;p40"/>
            <p:cNvSpPr/>
            <p:nvPr/>
          </p:nvSpPr>
          <p:spPr>
            <a:xfrm>
              <a:off x="-2035025" y="2205600"/>
              <a:ext cx="25675" cy="19075"/>
            </a:xfrm>
            <a:custGeom>
              <a:avLst/>
              <a:gdLst/>
              <a:ahLst/>
              <a:cxnLst/>
              <a:rect l="l" t="t" r="r" b="b"/>
              <a:pathLst>
                <a:path w="1027" h="763" extrusionOk="0">
                  <a:moveTo>
                    <a:pt x="334" y="0"/>
                  </a:moveTo>
                  <a:cubicBezTo>
                    <a:pt x="231" y="0"/>
                    <a:pt x="130" y="44"/>
                    <a:pt x="72" y="150"/>
                  </a:cubicBezTo>
                  <a:cubicBezTo>
                    <a:pt x="0" y="284"/>
                    <a:pt x="27" y="498"/>
                    <a:pt x="188" y="569"/>
                  </a:cubicBezTo>
                  <a:cubicBezTo>
                    <a:pt x="304" y="623"/>
                    <a:pt x="420" y="676"/>
                    <a:pt x="536" y="730"/>
                  </a:cubicBezTo>
                  <a:cubicBezTo>
                    <a:pt x="585" y="751"/>
                    <a:pt x="640" y="763"/>
                    <a:pt x="695" y="763"/>
                  </a:cubicBezTo>
                  <a:cubicBezTo>
                    <a:pt x="800" y="763"/>
                    <a:pt x="902" y="719"/>
                    <a:pt x="955" y="614"/>
                  </a:cubicBezTo>
                  <a:cubicBezTo>
                    <a:pt x="1026" y="480"/>
                    <a:pt x="1000" y="275"/>
                    <a:pt x="848" y="203"/>
                  </a:cubicBezTo>
                  <a:lnTo>
                    <a:pt x="491" y="34"/>
                  </a:lnTo>
                  <a:cubicBezTo>
                    <a:pt x="442" y="12"/>
                    <a:pt x="388" y="0"/>
                    <a:pt x="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13" name="Google Shape;1413;p40"/>
          <p:cNvGrpSpPr/>
          <p:nvPr/>
        </p:nvGrpSpPr>
        <p:grpSpPr>
          <a:xfrm>
            <a:off x="1654546" y="1215958"/>
            <a:ext cx="4590002" cy="3445476"/>
            <a:chOff x="1654546" y="1215958"/>
            <a:chExt cx="4590002" cy="3445476"/>
          </a:xfrm>
        </p:grpSpPr>
        <p:sp>
          <p:nvSpPr>
            <p:cNvPr id="1414" name="Google Shape;1414;p40"/>
            <p:cNvSpPr/>
            <p:nvPr/>
          </p:nvSpPr>
          <p:spPr>
            <a:xfrm rot="-3266906">
              <a:off x="6117266" y="1255047"/>
              <a:ext cx="128530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5" name="Google Shape;1415;p40"/>
            <p:cNvSpPr/>
            <p:nvPr/>
          </p:nvSpPr>
          <p:spPr>
            <a:xfrm rot="-3266906">
              <a:off x="3246307" y="3168170"/>
              <a:ext cx="56744" cy="123225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6" name="Google Shape;1416;p40"/>
            <p:cNvSpPr/>
            <p:nvPr/>
          </p:nvSpPr>
          <p:spPr>
            <a:xfrm rot="1625383">
              <a:off x="1661854" y="4572572"/>
              <a:ext cx="128529" cy="6305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7" name="Google Shape;1417;p40"/>
            <p:cNvSpPr/>
            <p:nvPr/>
          </p:nvSpPr>
          <p:spPr>
            <a:xfrm rot="-1995804">
              <a:off x="3163436" y="1316540"/>
              <a:ext cx="57301" cy="147209"/>
            </a:xfrm>
            <a:custGeom>
              <a:avLst/>
              <a:gdLst/>
              <a:ahLst/>
              <a:cxnLst/>
              <a:rect l="l" t="t" r="r" b="b"/>
              <a:pathLst>
                <a:path w="724" h="1860" extrusionOk="0">
                  <a:moveTo>
                    <a:pt x="388" y="0"/>
                  </a:moveTo>
                  <a:cubicBezTo>
                    <a:pt x="263" y="0"/>
                    <a:pt x="130" y="94"/>
                    <a:pt x="126" y="260"/>
                  </a:cubicBezTo>
                  <a:cubicBezTo>
                    <a:pt x="108" y="715"/>
                    <a:pt x="1" y="1357"/>
                    <a:pt x="233" y="1768"/>
                  </a:cubicBezTo>
                  <a:cubicBezTo>
                    <a:pt x="270" y="1832"/>
                    <a:pt x="334" y="1859"/>
                    <a:pt x="399" y="1859"/>
                  </a:cubicBezTo>
                  <a:cubicBezTo>
                    <a:pt x="488" y="1859"/>
                    <a:pt x="580" y="1809"/>
                    <a:pt x="616" y="1732"/>
                  </a:cubicBezTo>
                  <a:cubicBezTo>
                    <a:pt x="723" y="1509"/>
                    <a:pt x="688" y="1259"/>
                    <a:pt x="679" y="1018"/>
                  </a:cubicBezTo>
                  <a:cubicBezTo>
                    <a:pt x="670" y="751"/>
                    <a:pt x="634" y="483"/>
                    <a:pt x="607" y="207"/>
                  </a:cubicBezTo>
                  <a:cubicBezTo>
                    <a:pt x="591" y="65"/>
                    <a:pt x="492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8" name="Google Shape;1418;p40"/>
            <p:cNvSpPr/>
            <p:nvPr/>
          </p:nvSpPr>
          <p:spPr>
            <a:xfrm rot="-9356694">
              <a:off x="5895231" y="3213511"/>
              <a:ext cx="151480" cy="74316"/>
            </a:xfrm>
            <a:custGeom>
              <a:avLst/>
              <a:gdLst/>
              <a:ahLst/>
              <a:cxnLst/>
              <a:rect l="l" t="t" r="r" b="b"/>
              <a:pathLst>
                <a:path w="1914" h="939" extrusionOk="0">
                  <a:moveTo>
                    <a:pt x="348" y="0"/>
                  </a:moveTo>
                  <a:cubicBezTo>
                    <a:pt x="303" y="0"/>
                    <a:pt x="259" y="3"/>
                    <a:pt x="215" y="10"/>
                  </a:cubicBezTo>
                  <a:cubicBezTo>
                    <a:pt x="36" y="37"/>
                    <a:pt x="1" y="260"/>
                    <a:pt x="108" y="376"/>
                  </a:cubicBezTo>
                  <a:cubicBezTo>
                    <a:pt x="277" y="563"/>
                    <a:pt x="518" y="617"/>
                    <a:pt x="750" y="697"/>
                  </a:cubicBezTo>
                  <a:cubicBezTo>
                    <a:pt x="1000" y="786"/>
                    <a:pt x="1268" y="858"/>
                    <a:pt x="1526" y="929"/>
                  </a:cubicBezTo>
                  <a:cubicBezTo>
                    <a:pt x="1552" y="936"/>
                    <a:pt x="1576" y="939"/>
                    <a:pt x="1599" y="939"/>
                  </a:cubicBezTo>
                  <a:cubicBezTo>
                    <a:pt x="1845" y="939"/>
                    <a:pt x="1913" y="571"/>
                    <a:pt x="1660" y="465"/>
                  </a:cubicBezTo>
                  <a:cubicBezTo>
                    <a:pt x="1272" y="295"/>
                    <a:pt x="78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9" name="Google Shape;1419;p40"/>
            <p:cNvSpPr/>
            <p:nvPr/>
          </p:nvSpPr>
          <p:spPr>
            <a:xfrm rot="1977490">
              <a:off x="2699362" y="3782839"/>
              <a:ext cx="66874" cy="145224"/>
            </a:xfrm>
            <a:custGeom>
              <a:avLst/>
              <a:gdLst/>
              <a:ahLst/>
              <a:cxnLst/>
              <a:rect l="l" t="t" r="r" b="b"/>
              <a:pathLst>
                <a:path w="845" h="1835" extrusionOk="0">
                  <a:moveTo>
                    <a:pt x="606" y="0"/>
                  </a:moveTo>
                  <a:cubicBezTo>
                    <a:pt x="497" y="0"/>
                    <a:pt x="382" y="68"/>
                    <a:pt x="349" y="206"/>
                  </a:cubicBezTo>
                  <a:cubicBezTo>
                    <a:pt x="242" y="652"/>
                    <a:pt x="1" y="1250"/>
                    <a:pt x="152" y="1705"/>
                  </a:cubicBezTo>
                  <a:cubicBezTo>
                    <a:pt x="181" y="1795"/>
                    <a:pt x="260" y="1835"/>
                    <a:pt x="341" y="1835"/>
                  </a:cubicBezTo>
                  <a:cubicBezTo>
                    <a:pt x="412" y="1835"/>
                    <a:pt x="485" y="1804"/>
                    <a:pt x="527" y="1750"/>
                  </a:cubicBezTo>
                  <a:cubicBezTo>
                    <a:pt x="679" y="1553"/>
                    <a:pt x="697" y="1304"/>
                    <a:pt x="732" y="1063"/>
                  </a:cubicBezTo>
                  <a:cubicBezTo>
                    <a:pt x="777" y="795"/>
                    <a:pt x="804" y="528"/>
                    <a:pt x="830" y="251"/>
                  </a:cubicBezTo>
                  <a:cubicBezTo>
                    <a:pt x="845" y="86"/>
                    <a:pt x="729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39"/>
          <p:cNvSpPr txBox="1"/>
          <p:nvPr>
            <p:ph type="title"/>
          </p:nvPr>
        </p:nvSpPr>
        <p:spPr>
          <a:xfrm>
            <a:off x="2135505" y="1354455"/>
            <a:ext cx="4872990" cy="19786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4800"/>
              <a:t>A NEW ADVENTURE IN ICE CREAM</a:t>
            </a:r>
            <a:endParaRPr lang="en-US" altLang="en-GB" sz="4800"/>
          </a:p>
        </p:txBody>
      </p:sp>
      <p:sp>
        <p:nvSpPr>
          <p:cNvPr id="1290" name="Google Shape;1290;p39"/>
          <p:cNvSpPr txBox="1"/>
          <p:nvPr>
            <p:ph type="subTitle" idx="1"/>
          </p:nvPr>
        </p:nvSpPr>
        <p:spPr>
          <a:xfrm>
            <a:off x="2135550" y="3257313"/>
            <a:ext cx="4872900" cy="80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Ice cream Website Project</a:t>
            </a:r>
            <a:endParaRPr lang="en-US" alt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Created using HTML</a:t>
            </a:r>
            <a:endParaRPr lang="en-US" altLang="en-GB"/>
          </a:p>
        </p:txBody>
      </p:sp>
      <p:grpSp>
        <p:nvGrpSpPr>
          <p:cNvPr id="1291" name="Google Shape;1291;p39"/>
          <p:cNvGrpSpPr/>
          <p:nvPr/>
        </p:nvGrpSpPr>
        <p:grpSpPr>
          <a:xfrm rot="-1154757">
            <a:off x="7381935" y="2973972"/>
            <a:ext cx="1642496" cy="2544676"/>
            <a:chOff x="2670425" y="899200"/>
            <a:chExt cx="406400" cy="629625"/>
          </a:xfrm>
        </p:grpSpPr>
        <p:sp>
          <p:nvSpPr>
            <p:cNvPr id="1292" name="Google Shape;1292;p39"/>
            <p:cNvSpPr/>
            <p:nvPr/>
          </p:nvSpPr>
          <p:spPr>
            <a:xfrm>
              <a:off x="2704550" y="1273175"/>
              <a:ext cx="336800" cy="255650"/>
            </a:xfrm>
            <a:custGeom>
              <a:avLst/>
              <a:gdLst/>
              <a:ahLst/>
              <a:cxnLst/>
              <a:rect l="l" t="t" r="r" b="b"/>
              <a:pathLst>
                <a:path w="13472" h="10226" extrusionOk="0">
                  <a:moveTo>
                    <a:pt x="5232" y="1"/>
                  </a:moveTo>
                  <a:cubicBezTo>
                    <a:pt x="2772" y="1"/>
                    <a:pt x="641" y="126"/>
                    <a:pt x="456" y="341"/>
                  </a:cubicBezTo>
                  <a:cubicBezTo>
                    <a:pt x="1" y="859"/>
                    <a:pt x="2338" y="10145"/>
                    <a:pt x="2338" y="10145"/>
                  </a:cubicBezTo>
                  <a:lnTo>
                    <a:pt x="11099" y="10226"/>
                  </a:lnTo>
                  <a:cubicBezTo>
                    <a:pt x="11099" y="10226"/>
                    <a:pt x="13472" y="1876"/>
                    <a:pt x="13052" y="850"/>
                  </a:cubicBezTo>
                  <a:cubicBezTo>
                    <a:pt x="12807" y="250"/>
                    <a:pt x="8694" y="1"/>
                    <a:pt x="52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3" name="Google Shape;1293;p39"/>
            <p:cNvSpPr/>
            <p:nvPr/>
          </p:nvSpPr>
          <p:spPr>
            <a:xfrm>
              <a:off x="2715275" y="1273225"/>
              <a:ext cx="316050" cy="255600"/>
            </a:xfrm>
            <a:custGeom>
              <a:avLst/>
              <a:gdLst/>
              <a:ahLst/>
              <a:cxnLst/>
              <a:rect l="l" t="t" r="r" b="b"/>
              <a:pathLst>
                <a:path w="12642" h="10224" extrusionOk="0">
                  <a:moveTo>
                    <a:pt x="8466" y="562"/>
                  </a:moveTo>
                  <a:cubicBezTo>
                    <a:pt x="8627" y="732"/>
                    <a:pt x="8778" y="910"/>
                    <a:pt x="8948" y="1080"/>
                  </a:cubicBezTo>
                  <a:cubicBezTo>
                    <a:pt x="9171" y="1303"/>
                    <a:pt x="9394" y="1526"/>
                    <a:pt x="9617" y="1758"/>
                  </a:cubicBezTo>
                  <a:cubicBezTo>
                    <a:pt x="9287" y="2079"/>
                    <a:pt x="8948" y="2400"/>
                    <a:pt x="8618" y="2721"/>
                  </a:cubicBezTo>
                  <a:cubicBezTo>
                    <a:pt x="8190" y="2346"/>
                    <a:pt x="7761" y="1972"/>
                    <a:pt x="7342" y="1588"/>
                  </a:cubicBezTo>
                  <a:cubicBezTo>
                    <a:pt x="7717" y="1249"/>
                    <a:pt x="8091" y="901"/>
                    <a:pt x="8466" y="562"/>
                  </a:cubicBezTo>
                  <a:close/>
                  <a:moveTo>
                    <a:pt x="1820" y="1062"/>
                  </a:moveTo>
                  <a:cubicBezTo>
                    <a:pt x="1945" y="1160"/>
                    <a:pt x="2061" y="1267"/>
                    <a:pt x="2186" y="1374"/>
                  </a:cubicBezTo>
                  <a:cubicBezTo>
                    <a:pt x="2409" y="1561"/>
                    <a:pt x="2632" y="1749"/>
                    <a:pt x="2855" y="1936"/>
                  </a:cubicBezTo>
                  <a:cubicBezTo>
                    <a:pt x="2543" y="2222"/>
                    <a:pt x="2230" y="2516"/>
                    <a:pt x="1918" y="2810"/>
                  </a:cubicBezTo>
                  <a:cubicBezTo>
                    <a:pt x="1606" y="2543"/>
                    <a:pt x="1285" y="2275"/>
                    <a:pt x="972" y="2007"/>
                  </a:cubicBezTo>
                  <a:cubicBezTo>
                    <a:pt x="1017" y="1954"/>
                    <a:pt x="1062" y="1900"/>
                    <a:pt x="1115" y="1847"/>
                  </a:cubicBezTo>
                  <a:cubicBezTo>
                    <a:pt x="1347" y="1579"/>
                    <a:pt x="1579" y="1321"/>
                    <a:pt x="1820" y="1062"/>
                  </a:cubicBezTo>
                  <a:close/>
                  <a:moveTo>
                    <a:pt x="11053" y="857"/>
                  </a:moveTo>
                  <a:cubicBezTo>
                    <a:pt x="11205" y="1008"/>
                    <a:pt x="11348" y="1151"/>
                    <a:pt x="11499" y="1294"/>
                  </a:cubicBezTo>
                  <a:cubicBezTo>
                    <a:pt x="11820" y="1597"/>
                    <a:pt x="12133" y="1891"/>
                    <a:pt x="12454" y="2186"/>
                  </a:cubicBezTo>
                  <a:cubicBezTo>
                    <a:pt x="12168" y="2453"/>
                    <a:pt x="11874" y="2730"/>
                    <a:pt x="11588" y="2998"/>
                  </a:cubicBezTo>
                  <a:cubicBezTo>
                    <a:pt x="11428" y="2864"/>
                    <a:pt x="11276" y="2730"/>
                    <a:pt x="11125" y="2596"/>
                  </a:cubicBezTo>
                  <a:cubicBezTo>
                    <a:pt x="10803" y="2302"/>
                    <a:pt x="10491" y="2007"/>
                    <a:pt x="10179" y="1713"/>
                  </a:cubicBezTo>
                  <a:cubicBezTo>
                    <a:pt x="10393" y="1499"/>
                    <a:pt x="10607" y="1294"/>
                    <a:pt x="10821" y="1089"/>
                  </a:cubicBezTo>
                  <a:cubicBezTo>
                    <a:pt x="10893" y="1008"/>
                    <a:pt x="10973" y="937"/>
                    <a:pt x="11053" y="857"/>
                  </a:cubicBezTo>
                  <a:close/>
                  <a:moveTo>
                    <a:pt x="5272" y="161"/>
                  </a:moveTo>
                  <a:cubicBezTo>
                    <a:pt x="5620" y="544"/>
                    <a:pt x="5977" y="910"/>
                    <a:pt x="6370" y="1267"/>
                  </a:cubicBezTo>
                  <a:cubicBezTo>
                    <a:pt x="6486" y="1374"/>
                    <a:pt x="6602" y="1481"/>
                    <a:pt x="6727" y="1588"/>
                  </a:cubicBezTo>
                  <a:cubicBezTo>
                    <a:pt x="6370" y="1909"/>
                    <a:pt x="6013" y="2239"/>
                    <a:pt x="5656" y="2561"/>
                  </a:cubicBezTo>
                  <a:cubicBezTo>
                    <a:pt x="5433" y="2757"/>
                    <a:pt x="5219" y="2953"/>
                    <a:pt x="5005" y="3149"/>
                  </a:cubicBezTo>
                  <a:cubicBezTo>
                    <a:pt x="4478" y="2748"/>
                    <a:pt x="3961" y="2329"/>
                    <a:pt x="3444" y="1909"/>
                  </a:cubicBezTo>
                  <a:cubicBezTo>
                    <a:pt x="4050" y="1329"/>
                    <a:pt x="4666" y="750"/>
                    <a:pt x="5272" y="161"/>
                  </a:cubicBezTo>
                  <a:close/>
                  <a:moveTo>
                    <a:pt x="9876" y="2007"/>
                  </a:moveTo>
                  <a:cubicBezTo>
                    <a:pt x="10331" y="2445"/>
                    <a:pt x="10795" y="2873"/>
                    <a:pt x="11276" y="3292"/>
                  </a:cubicBezTo>
                  <a:cubicBezTo>
                    <a:pt x="10946" y="3604"/>
                    <a:pt x="10616" y="3917"/>
                    <a:pt x="10295" y="4220"/>
                  </a:cubicBezTo>
                  <a:cubicBezTo>
                    <a:pt x="9965" y="3925"/>
                    <a:pt x="9635" y="3640"/>
                    <a:pt x="9314" y="3346"/>
                  </a:cubicBezTo>
                  <a:cubicBezTo>
                    <a:pt x="9171" y="3221"/>
                    <a:pt x="9028" y="3096"/>
                    <a:pt x="8894" y="2971"/>
                  </a:cubicBezTo>
                  <a:cubicBezTo>
                    <a:pt x="9215" y="2650"/>
                    <a:pt x="9546" y="2329"/>
                    <a:pt x="9876" y="2007"/>
                  </a:cubicBezTo>
                  <a:close/>
                  <a:moveTo>
                    <a:pt x="3167" y="2186"/>
                  </a:moveTo>
                  <a:cubicBezTo>
                    <a:pt x="3676" y="2596"/>
                    <a:pt x="4184" y="3016"/>
                    <a:pt x="4710" y="3417"/>
                  </a:cubicBezTo>
                  <a:cubicBezTo>
                    <a:pt x="4362" y="3720"/>
                    <a:pt x="4023" y="4032"/>
                    <a:pt x="3684" y="4345"/>
                  </a:cubicBezTo>
                  <a:cubicBezTo>
                    <a:pt x="3221" y="3934"/>
                    <a:pt x="2757" y="3533"/>
                    <a:pt x="2293" y="3131"/>
                  </a:cubicBezTo>
                  <a:cubicBezTo>
                    <a:pt x="2275" y="3114"/>
                    <a:pt x="2257" y="3096"/>
                    <a:pt x="2230" y="3078"/>
                  </a:cubicBezTo>
                  <a:cubicBezTo>
                    <a:pt x="2543" y="2784"/>
                    <a:pt x="2855" y="2480"/>
                    <a:pt x="3167" y="2186"/>
                  </a:cubicBezTo>
                  <a:close/>
                  <a:moveTo>
                    <a:pt x="7039" y="1874"/>
                  </a:moveTo>
                  <a:cubicBezTo>
                    <a:pt x="7458" y="2257"/>
                    <a:pt x="7886" y="2641"/>
                    <a:pt x="8306" y="3016"/>
                  </a:cubicBezTo>
                  <a:cubicBezTo>
                    <a:pt x="8297" y="3024"/>
                    <a:pt x="8288" y="3033"/>
                    <a:pt x="8279" y="3042"/>
                  </a:cubicBezTo>
                  <a:cubicBezTo>
                    <a:pt x="7788" y="3524"/>
                    <a:pt x="7297" y="3997"/>
                    <a:pt x="6816" y="4470"/>
                  </a:cubicBezTo>
                  <a:cubicBezTo>
                    <a:pt x="6316" y="4131"/>
                    <a:pt x="5834" y="3774"/>
                    <a:pt x="5353" y="3408"/>
                  </a:cubicBezTo>
                  <a:cubicBezTo>
                    <a:pt x="5915" y="2900"/>
                    <a:pt x="6477" y="2382"/>
                    <a:pt x="7039" y="1874"/>
                  </a:cubicBezTo>
                  <a:close/>
                  <a:moveTo>
                    <a:pt x="8582" y="3274"/>
                  </a:moveTo>
                  <a:cubicBezTo>
                    <a:pt x="9046" y="3685"/>
                    <a:pt x="9510" y="4104"/>
                    <a:pt x="9974" y="4514"/>
                  </a:cubicBezTo>
                  <a:cubicBezTo>
                    <a:pt x="9849" y="4639"/>
                    <a:pt x="9724" y="4755"/>
                    <a:pt x="9599" y="4871"/>
                  </a:cubicBezTo>
                  <a:cubicBezTo>
                    <a:pt x="9305" y="5157"/>
                    <a:pt x="9001" y="5433"/>
                    <a:pt x="8707" y="5719"/>
                  </a:cubicBezTo>
                  <a:cubicBezTo>
                    <a:pt x="8172" y="5388"/>
                    <a:pt x="7645" y="5049"/>
                    <a:pt x="7128" y="4693"/>
                  </a:cubicBezTo>
                  <a:cubicBezTo>
                    <a:pt x="7619" y="4220"/>
                    <a:pt x="8100" y="3747"/>
                    <a:pt x="8582" y="3274"/>
                  </a:cubicBezTo>
                  <a:close/>
                  <a:moveTo>
                    <a:pt x="5058" y="3685"/>
                  </a:moveTo>
                  <a:cubicBezTo>
                    <a:pt x="5540" y="4050"/>
                    <a:pt x="6022" y="4407"/>
                    <a:pt x="6521" y="4755"/>
                  </a:cubicBezTo>
                  <a:cubicBezTo>
                    <a:pt x="6129" y="5130"/>
                    <a:pt x="5745" y="5504"/>
                    <a:pt x="5362" y="5879"/>
                  </a:cubicBezTo>
                  <a:cubicBezTo>
                    <a:pt x="5210" y="5736"/>
                    <a:pt x="5067" y="5594"/>
                    <a:pt x="4916" y="5451"/>
                  </a:cubicBezTo>
                  <a:cubicBezTo>
                    <a:pt x="4621" y="5174"/>
                    <a:pt x="4318" y="4907"/>
                    <a:pt x="4015" y="4639"/>
                  </a:cubicBezTo>
                  <a:cubicBezTo>
                    <a:pt x="4362" y="4318"/>
                    <a:pt x="4710" y="4006"/>
                    <a:pt x="5058" y="3685"/>
                  </a:cubicBezTo>
                  <a:close/>
                  <a:moveTo>
                    <a:pt x="10259" y="4764"/>
                  </a:moveTo>
                  <a:cubicBezTo>
                    <a:pt x="10598" y="5076"/>
                    <a:pt x="10937" y="5380"/>
                    <a:pt x="11276" y="5683"/>
                  </a:cubicBezTo>
                  <a:cubicBezTo>
                    <a:pt x="11330" y="5727"/>
                    <a:pt x="11383" y="5772"/>
                    <a:pt x="11428" y="5826"/>
                  </a:cubicBezTo>
                  <a:cubicBezTo>
                    <a:pt x="11125" y="6129"/>
                    <a:pt x="10821" y="6441"/>
                    <a:pt x="10527" y="6753"/>
                  </a:cubicBezTo>
                  <a:cubicBezTo>
                    <a:pt x="10027" y="6486"/>
                    <a:pt x="9537" y="6218"/>
                    <a:pt x="9055" y="5933"/>
                  </a:cubicBezTo>
                  <a:cubicBezTo>
                    <a:pt x="9456" y="5540"/>
                    <a:pt x="9858" y="5157"/>
                    <a:pt x="10259" y="4764"/>
                  </a:cubicBezTo>
                  <a:close/>
                  <a:moveTo>
                    <a:pt x="6834" y="4978"/>
                  </a:moveTo>
                  <a:cubicBezTo>
                    <a:pt x="7226" y="5246"/>
                    <a:pt x="7619" y="5513"/>
                    <a:pt x="8020" y="5772"/>
                  </a:cubicBezTo>
                  <a:cubicBezTo>
                    <a:pt x="8145" y="5852"/>
                    <a:pt x="8279" y="5924"/>
                    <a:pt x="8404" y="6004"/>
                  </a:cubicBezTo>
                  <a:cubicBezTo>
                    <a:pt x="7913" y="6468"/>
                    <a:pt x="7422" y="6932"/>
                    <a:pt x="6932" y="7396"/>
                  </a:cubicBezTo>
                  <a:cubicBezTo>
                    <a:pt x="6495" y="6976"/>
                    <a:pt x="6066" y="6557"/>
                    <a:pt x="5638" y="6138"/>
                  </a:cubicBezTo>
                  <a:cubicBezTo>
                    <a:pt x="6040" y="5754"/>
                    <a:pt x="6441" y="5362"/>
                    <a:pt x="6834" y="4978"/>
                  </a:cubicBezTo>
                  <a:close/>
                  <a:moveTo>
                    <a:pt x="3676" y="4951"/>
                  </a:moveTo>
                  <a:cubicBezTo>
                    <a:pt x="3899" y="5148"/>
                    <a:pt x="4113" y="5344"/>
                    <a:pt x="4336" y="5540"/>
                  </a:cubicBezTo>
                  <a:cubicBezTo>
                    <a:pt x="4568" y="5754"/>
                    <a:pt x="4800" y="5977"/>
                    <a:pt x="5032" y="6200"/>
                  </a:cubicBezTo>
                  <a:cubicBezTo>
                    <a:pt x="4407" y="6807"/>
                    <a:pt x="3774" y="7414"/>
                    <a:pt x="3149" y="8029"/>
                  </a:cubicBezTo>
                  <a:cubicBezTo>
                    <a:pt x="3105" y="7993"/>
                    <a:pt x="3069" y="7958"/>
                    <a:pt x="3033" y="7922"/>
                  </a:cubicBezTo>
                  <a:cubicBezTo>
                    <a:pt x="2605" y="7521"/>
                    <a:pt x="2159" y="7137"/>
                    <a:pt x="1722" y="6736"/>
                  </a:cubicBezTo>
                  <a:cubicBezTo>
                    <a:pt x="2337" y="6174"/>
                    <a:pt x="2962" y="5603"/>
                    <a:pt x="3577" y="5041"/>
                  </a:cubicBezTo>
                  <a:cubicBezTo>
                    <a:pt x="3613" y="5005"/>
                    <a:pt x="3640" y="4978"/>
                    <a:pt x="3676" y="4951"/>
                  </a:cubicBezTo>
                  <a:close/>
                  <a:moveTo>
                    <a:pt x="8752" y="6218"/>
                  </a:moveTo>
                  <a:cubicBezTo>
                    <a:pt x="9242" y="6513"/>
                    <a:pt x="9733" y="6789"/>
                    <a:pt x="10224" y="7057"/>
                  </a:cubicBezTo>
                  <a:cubicBezTo>
                    <a:pt x="10161" y="7128"/>
                    <a:pt x="10090" y="7199"/>
                    <a:pt x="10018" y="7271"/>
                  </a:cubicBezTo>
                  <a:cubicBezTo>
                    <a:pt x="9519" y="7797"/>
                    <a:pt x="9028" y="8323"/>
                    <a:pt x="8537" y="8850"/>
                  </a:cubicBezTo>
                  <a:cubicBezTo>
                    <a:pt x="8136" y="8511"/>
                    <a:pt x="7744" y="8172"/>
                    <a:pt x="7360" y="7806"/>
                  </a:cubicBezTo>
                  <a:cubicBezTo>
                    <a:pt x="7315" y="7770"/>
                    <a:pt x="7280" y="7726"/>
                    <a:pt x="7235" y="7690"/>
                  </a:cubicBezTo>
                  <a:cubicBezTo>
                    <a:pt x="7520" y="7414"/>
                    <a:pt x="7797" y="7146"/>
                    <a:pt x="8074" y="6878"/>
                  </a:cubicBezTo>
                  <a:cubicBezTo>
                    <a:pt x="8306" y="6655"/>
                    <a:pt x="8529" y="6441"/>
                    <a:pt x="8752" y="6218"/>
                  </a:cubicBezTo>
                  <a:close/>
                  <a:moveTo>
                    <a:pt x="5308" y="6468"/>
                  </a:moveTo>
                  <a:cubicBezTo>
                    <a:pt x="5736" y="6878"/>
                    <a:pt x="6164" y="7298"/>
                    <a:pt x="6593" y="7717"/>
                  </a:cubicBezTo>
                  <a:cubicBezTo>
                    <a:pt x="5995" y="8279"/>
                    <a:pt x="5397" y="8850"/>
                    <a:pt x="4791" y="9421"/>
                  </a:cubicBezTo>
                  <a:cubicBezTo>
                    <a:pt x="4773" y="9439"/>
                    <a:pt x="4755" y="9465"/>
                    <a:pt x="4728" y="9483"/>
                  </a:cubicBezTo>
                  <a:cubicBezTo>
                    <a:pt x="4300" y="9082"/>
                    <a:pt x="3863" y="8689"/>
                    <a:pt x="3435" y="8288"/>
                  </a:cubicBezTo>
                  <a:cubicBezTo>
                    <a:pt x="4059" y="7681"/>
                    <a:pt x="4684" y="7075"/>
                    <a:pt x="5308" y="6468"/>
                  </a:cubicBezTo>
                  <a:close/>
                  <a:moveTo>
                    <a:pt x="4924" y="0"/>
                  </a:moveTo>
                  <a:cubicBezTo>
                    <a:pt x="4568" y="339"/>
                    <a:pt x="4202" y="669"/>
                    <a:pt x="3845" y="1008"/>
                  </a:cubicBezTo>
                  <a:cubicBezTo>
                    <a:pt x="3604" y="1222"/>
                    <a:pt x="3372" y="1445"/>
                    <a:pt x="3140" y="1668"/>
                  </a:cubicBezTo>
                  <a:cubicBezTo>
                    <a:pt x="3042" y="1588"/>
                    <a:pt x="2935" y="1499"/>
                    <a:pt x="2837" y="1419"/>
                  </a:cubicBezTo>
                  <a:cubicBezTo>
                    <a:pt x="2578" y="1205"/>
                    <a:pt x="2328" y="990"/>
                    <a:pt x="2070" y="776"/>
                  </a:cubicBezTo>
                  <a:cubicBezTo>
                    <a:pt x="2302" y="527"/>
                    <a:pt x="2534" y="277"/>
                    <a:pt x="2766" y="27"/>
                  </a:cubicBezTo>
                  <a:lnTo>
                    <a:pt x="2766" y="27"/>
                  </a:lnTo>
                  <a:cubicBezTo>
                    <a:pt x="2543" y="36"/>
                    <a:pt x="2337" y="45"/>
                    <a:pt x="2141" y="54"/>
                  </a:cubicBezTo>
                  <a:cubicBezTo>
                    <a:pt x="1998" y="196"/>
                    <a:pt x="1865" y="339"/>
                    <a:pt x="1722" y="482"/>
                  </a:cubicBezTo>
                  <a:cubicBezTo>
                    <a:pt x="1579" y="357"/>
                    <a:pt x="1427" y="232"/>
                    <a:pt x="1276" y="107"/>
                  </a:cubicBezTo>
                  <a:cubicBezTo>
                    <a:pt x="1088" y="125"/>
                    <a:pt x="919" y="143"/>
                    <a:pt x="776" y="161"/>
                  </a:cubicBezTo>
                  <a:cubicBezTo>
                    <a:pt x="785" y="170"/>
                    <a:pt x="794" y="179"/>
                    <a:pt x="803" y="188"/>
                  </a:cubicBezTo>
                  <a:cubicBezTo>
                    <a:pt x="1026" y="384"/>
                    <a:pt x="1249" y="571"/>
                    <a:pt x="1472" y="767"/>
                  </a:cubicBezTo>
                  <a:cubicBezTo>
                    <a:pt x="1178" y="1080"/>
                    <a:pt x="892" y="1392"/>
                    <a:pt x="616" y="1704"/>
                  </a:cubicBezTo>
                  <a:cubicBezTo>
                    <a:pt x="410" y="1535"/>
                    <a:pt x="214" y="1356"/>
                    <a:pt x="0" y="1187"/>
                  </a:cubicBezTo>
                  <a:lnTo>
                    <a:pt x="0" y="1187"/>
                  </a:lnTo>
                  <a:cubicBezTo>
                    <a:pt x="27" y="1374"/>
                    <a:pt x="54" y="1588"/>
                    <a:pt x="89" y="1820"/>
                  </a:cubicBezTo>
                  <a:cubicBezTo>
                    <a:pt x="170" y="1891"/>
                    <a:pt x="250" y="1954"/>
                    <a:pt x="330" y="2025"/>
                  </a:cubicBezTo>
                  <a:cubicBezTo>
                    <a:pt x="268" y="2088"/>
                    <a:pt x="214" y="2159"/>
                    <a:pt x="152" y="2222"/>
                  </a:cubicBezTo>
                  <a:cubicBezTo>
                    <a:pt x="187" y="2409"/>
                    <a:pt x="223" y="2614"/>
                    <a:pt x="259" y="2819"/>
                  </a:cubicBezTo>
                  <a:cubicBezTo>
                    <a:pt x="402" y="2659"/>
                    <a:pt x="544" y="2498"/>
                    <a:pt x="687" y="2338"/>
                  </a:cubicBezTo>
                  <a:cubicBezTo>
                    <a:pt x="990" y="2596"/>
                    <a:pt x="1294" y="2855"/>
                    <a:pt x="1597" y="3114"/>
                  </a:cubicBezTo>
                  <a:cubicBezTo>
                    <a:pt x="1240" y="3462"/>
                    <a:pt x="883" y="3801"/>
                    <a:pt x="526" y="4148"/>
                  </a:cubicBezTo>
                  <a:cubicBezTo>
                    <a:pt x="553" y="4309"/>
                    <a:pt x="589" y="4479"/>
                    <a:pt x="625" y="4639"/>
                  </a:cubicBezTo>
                  <a:cubicBezTo>
                    <a:pt x="1017" y="4256"/>
                    <a:pt x="1410" y="3872"/>
                    <a:pt x="1811" y="3488"/>
                  </a:cubicBezTo>
                  <a:cubicBezTo>
                    <a:pt x="1838" y="3462"/>
                    <a:pt x="1873" y="3426"/>
                    <a:pt x="1909" y="3390"/>
                  </a:cubicBezTo>
                  <a:cubicBezTo>
                    <a:pt x="2391" y="3809"/>
                    <a:pt x="2873" y="4229"/>
                    <a:pt x="3345" y="4648"/>
                  </a:cubicBezTo>
                  <a:cubicBezTo>
                    <a:pt x="2694" y="5246"/>
                    <a:pt x="2034" y="5835"/>
                    <a:pt x="1383" y="6432"/>
                  </a:cubicBezTo>
                  <a:cubicBezTo>
                    <a:pt x="1231" y="6281"/>
                    <a:pt x="1079" y="6138"/>
                    <a:pt x="928" y="5986"/>
                  </a:cubicBezTo>
                  <a:lnTo>
                    <a:pt x="928" y="5986"/>
                  </a:lnTo>
                  <a:cubicBezTo>
                    <a:pt x="972" y="6209"/>
                    <a:pt x="1026" y="6432"/>
                    <a:pt x="1071" y="6646"/>
                  </a:cubicBezTo>
                  <a:cubicBezTo>
                    <a:pt x="1088" y="6655"/>
                    <a:pt x="1097" y="6664"/>
                    <a:pt x="1106" y="6682"/>
                  </a:cubicBezTo>
                  <a:cubicBezTo>
                    <a:pt x="1097" y="6682"/>
                    <a:pt x="1097" y="6691"/>
                    <a:pt x="1088" y="6700"/>
                  </a:cubicBezTo>
                  <a:cubicBezTo>
                    <a:pt x="1124" y="6869"/>
                    <a:pt x="1169" y="7039"/>
                    <a:pt x="1204" y="7208"/>
                  </a:cubicBezTo>
                  <a:cubicBezTo>
                    <a:pt x="1285" y="7137"/>
                    <a:pt x="1356" y="7066"/>
                    <a:pt x="1436" y="6994"/>
                  </a:cubicBezTo>
                  <a:cubicBezTo>
                    <a:pt x="1909" y="7431"/>
                    <a:pt x="2382" y="7877"/>
                    <a:pt x="2855" y="8306"/>
                  </a:cubicBezTo>
                  <a:lnTo>
                    <a:pt x="1731" y="9403"/>
                  </a:lnTo>
                  <a:cubicBezTo>
                    <a:pt x="1775" y="9572"/>
                    <a:pt x="1811" y="9724"/>
                    <a:pt x="1838" y="9840"/>
                  </a:cubicBezTo>
                  <a:lnTo>
                    <a:pt x="2774" y="8921"/>
                  </a:lnTo>
                  <a:cubicBezTo>
                    <a:pt x="2899" y="8805"/>
                    <a:pt x="3024" y="8689"/>
                    <a:pt x="3140" y="8573"/>
                  </a:cubicBezTo>
                  <a:cubicBezTo>
                    <a:pt x="3577" y="8966"/>
                    <a:pt x="4006" y="9367"/>
                    <a:pt x="4434" y="9760"/>
                  </a:cubicBezTo>
                  <a:cubicBezTo>
                    <a:pt x="4336" y="9858"/>
                    <a:pt x="4238" y="9947"/>
                    <a:pt x="4139" y="10045"/>
                  </a:cubicBezTo>
                  <a:cubicBezTo>
                    <a:pt x="4095" y="10081"/>
                    <a:pt x="4050" y="10126"/>
                    <a:pt x="4006" y="10161"/>
                  </a:cubicBezTo>
                  <a:lnTo>
                    <a:pt x="4666" y="10170"/>
                  </a:lnTo>
                  <a:cubicBezTo>
                    <a:pt x="4701" y="10134"/>
                    <a:pt x="4737" y="10099"/>
                    <a:pt x="4773" y="10072"/>
                  </a:cubicBezTo>
                  <a:cubicBezTo>
                    <a:pt x="4808" y="10099"/>
                    <a:pt x="4844" y="10134"/>
                    <a:pt x="4880" y="10170"/>
                  </a:cubicBezTo>
                  <a:lnTo>
                    <a:pt x="5486" y="10179"/>
                  </a:lnTo>
                  <a:cubicBezTo>
                    <a:pt x="5344" y="10045"/>
                    <a:pt x="5201" y="9920"/>
                    <a:pt x="5058" y="9787"/>
                  </a:cubicBezTo>
                  <a:cubicBezTo>
                    <a:pt x="5362" y="9501"/>
                    <a:pt x="5656" y="9207"/>
                    <a:pt x="5959" y="8921"/>
                  </a:cubicBezTo>
                  <a:lnTo>
                    <a:pt x="6905" y="8011"/>
                  </a:lnTo>
                  <a:cubicBezTo>
                    <a:pt x="7333" y="8413"/>
                    <a:pt x="7770" y="8814"/>
                    <a:pt x="8216" y="9189"/>
                  </a:cubicBezTo>
                  <a:cubicBezTo>
                    <a:pt x="7967" y="9465"/>
                    <a:pt x="7708" y="9742"/>
                    <a:pt x="7458" y="10027"/>
                  </a:cubicBezTo>
                  <a:cubicBezTo>
                    <a:pt x="7405" y="10081"/>
                    <a:pt x="7351" y="10134"/>
                    <a:pt x="7297" y="10197"/>
                  </a:cubicBezTo>
                  <a:lnTo>
                    <a:pt x="7931" y="10197"/>
                  </a:lnTo>
                  <a:cubicBezTo>
                    <a:pt x="8145" y="9965"/>
                    <a:pt x="8359" y="9724"/>
                    <a:pt x="8573" y="9483"/>
                  </a:cubicBezTo>
                  <a:cubicBezTo>
                    <a:pt x="8859" y="9724"/>
                    <a:pt x="9153" y="9965"/>
                    <a:pt x="9456" y="10197"/>
                  </a:cubicBezTo>
                  <a:cubicBezTo>
                    <a:pt x="9465" y="10206"/>
                    <a:pt x="9474" y="10206"/>
                    <a:pt x="9474" y="10215"/>
                  </a:cubicBezTo>
                  <a:lnTo>
                    <a:pt x="10268" y="10224"/>
                  </a:lnTo>
                  <a:cubicBezTo>
                    <a:pt x="9804" y="9867"/>
                    <a:pt x="9340" y="9510"/>
                    <a:pt x="8885" y="9144"/>
                  </a:cubicBezTo>
                  <a:cubicBezTo>
                    <a:pt x="9376" y="8609"/>
                    <a:pt x="9858" y="8074"/>
                    <a:pt x="10357" y="7538"/>
                  </a:cubicBezTo>
                  <a:cubicBezTo>
                    <a:pt x="10438" y="7449"/>
                    <a:pt x="10527" y="7360"/>
                    <a:pt x="10607" y="7271"/>
                  </a:cubicBezTo>
                  <a:cubicBezTo>
                    <a:pt x="10777" y="7360"/>
                    <a:pt x="10937" y="7449"/>
                    <a:pt x="11107" y="7538"/>
                  </a:cubicBezTo>
                  <a:cubicBezTo>
                    <a:pt x="11187" y="7583"/>
                    <a:pt x="11276" y="7628"/>
                    <a:pt x="11365" y="7681"/>
                  </a:cubicBezTo>
                  <a:cubicBezTo>
                    <a:pt x="11401" y="7547"/>
                    <a:pt x="11428" y="7405"/>
                    <a:pt x="11473" y="7271"/>
                  </a:cubicBezTo>
                  <a:cubicBezTo>
                    <a:pt x="11276" y="7164"/>
                    <a:pt x="11089" y="7057"/>
                    <a:pt x="10902" y="6959"/>
                  </a:cubicBezTo>
                  <a:cubicBezTo>
                    <a:pt x="11169" y="6664"/>
                    <a:pt x="11446" y="6370"/>
                    <a:pt x="11713" y="6084"/>
                  </a:cubicBezTo>
                  <a:cubicBezTo>
                    <a:pt x="11731" y="6093"/>
                    <a:pt x="11740" y="6102"/>
                    <a:pt x="11758" y="6120"/>
                  </a:cubicBezTo>
                  <a:cubicBezTo>
                    <a:pt x="11829" y="5843"/>
                    <a:pt x="11892" y="5567"/>
                    <a:pt x="11954" y="5290"/>
                  </a:cubicBezTo>
                  <a:lnTo>
                    <a:pt x="11954" y="5290"/>
                  </a:lnTo>
                  <a:cubicBezTo>
                    <a:pt x="11901" y="5344"/>
                    <a:pt x="11838" y="5406"/>
                    <a:pt x="11785" y="5460"/>
                  </a:cubicBezTo>
                  <a:cubicBezTo>
                    <a:pt x="11767" y="5478"/>
                    <a:pt x="11758" y="5496"/>
                    <a:pt x="11740" y="5504"/>
                  </a:cubicBezTo>
                  <a:cubicBezTo>
                    <a:pt x="11348" y="5157"/>
                    <a:pt x="10955" y="4809"/>
                    <a:pt x="10563" y="4461"/>
                  </a:cubicBezTo>
                  <a:cubicBezTo>
                    <a:pt x="10884" y="4148"/>
                    <a:pt x="11205" y="3836"/>
                    <a:pt x="11526" y="3524"/>
                  </a:cubicBezTo>
                  <a:cubicBezTo>
                    <a:pt x="11758" y="3720"/>
                    <a:pt x="11990" y="3917"/>
                    <a:pt x="12222" y="4113"/>
                  </a:cubicBezTo>
                  <a:cubicBezTo>
                    <a:pt x="12258" y="3952"/>
                    <a:pt x="12293" y="3801"/>
                    <a:pt x="12329" y="3640"/>
                  </a:cubicBezTo>
                  <a:cubicBezTo>
                    <a:pt x="12159" y="3497"/>
                    <a:pt x="11999" y="3363"/>
                    <a:pt x="11829" y="3221"/>
                  </a:cubicBezTo>
                  <a:cubicBezTo>
                    <a:pt x="11963" y="3087"/>
                    <a:pt x="12097" y="2962"/>
                    <a:pt x="12231" y="2828"/>
                  </a:cubicBezTo>
                  <a:cubicBezTo>
                    <a:pt x="12338" y="2730"/>
                    <a:pt x="12436" y="2632"/>
                    <a:pt x="12534" y="2534"/>
                  </a:cubicBezTo>
                  <a:cubicBezTo>
                    <a:pt x="12579" y="2266"/>
                    <a:pt x="12614" y="2016"/>
                    <a:pt x="12641" y="1802"/>
                  </a:cubicBezTo>
                  <a:cubicBezTo>
                    <a:pt x="12320" y="1517"/>
                    <a:pt x="11999" y="1231"/>
                    <a:pt x="11687" y="937"/>
                  </a:cubicBezTo>
                  <a:cubicBezTo>
                    <a:pt x="11571" y="821"/>
                    <a:pt x="11446" y="705"/>
                    <a:pt x="11330" y="589"/>
                  </a:cubicBezTo>
                  <a:lnTo>
                    <a:pt x="11508" y="411"/>
                  </a:lnTo>
                  <a:cubicBezTo>
                    <a:pt x="11374" y="384"/>
                    <a:pt x="11241" y="357"/>
                    <a:pt x="11089" y="339"/>
                  </a:cubicBezTo>
                  <a:cubicBezTo>
                    <a:pt x="11089" y="339"/>
                    <a:pt x="11080" y="339"/>
                    <a:pt x="11080" y="348"/>
                  </a:cubicBezTo>
                  <a:cubicBezTo>
                    <a:pt x="11071" y="339"/>
                    <a:pt x="11071" y="339"/>
                    <a:pt x="11062" y="330"/>
                  </a:cubicBezTo>
                  <a:cubicBezTo>
                    <a:pt x="10875" y="304"/>
                    <a:pt x="10661" y="277"/>
                    <a:pt x="10447" y="250"/>
                  </a:cubicBezTo>
                  <a:lnTo>
                    <a:pt x="10447" y="250"/>
                  </a:lnTo>
                  <a:cubicBezTo>
                    <a:pt x="10563" y="375"/>
                    <a:pt x="10679" y="491"/>
                    <a:pt x="10803" y="616"/>
                  </a:cubicBezTo>
                  <a:cubicBezTo>
                    <a:pt x="10509" y="892"/>
                    <a:pt x="10215" y="1178"/>
                    <a:pt x="9929" y="1454"/>
                  </a:cubicBezTo>
                  <a:cubicBezTo>
                    <a:pt x="9537" y="1071"/>
                    <a:pt x="9153" y="678"/>
                    <a:pt x="8769" y="277"/>
                  </a:cubicBezTo>
                  <a:cubicBezTo>
                    <a:pt x="8823" y="223"/>
                    <a:pt x="8885" y="179"/>
                    <a:pt x="8939" y="125"/>
                  </a:cubicBezTo>
                  <a:cubicBezTo>
                    <a:pt x="8636" y="107"/>
                    <a:pt x="8323" y="89"/>
                    <a:pt x="8011" y="72"/>
                  </a:cubicBezTo>
                  <a:lnTo>
                    <a:pt x="8011" y="72"/>
                  </a:lnTo>
                  <a:cubicBezTo>
                    <a:pt x="8065" y="134"/>
                    <a:pt x="8127" y="196"/>
                    <a:pt x="8181" y="268"/>
                  </a:cubicBezTo>
                  <a:cubicBezTo>
                    <a:pt x="7797" y="616"/>
                    <a:pt x="7413" y="964"/>
                    <a:pt x="7030" y="1312"/>
                  </a:cubicBezTo>
                  <a:cubicBezTo>
                    <a:pt x="6958" y="1249"/>
                    <a:pt x="6887" y="1187"/>
                    <a:pt x="6816" y="1115"/>
                  </a:cubicBezTo>
                  <a:cubicBezTo>
                    <a:pt x="6414" y="758"/>
                    <a:pt x="6040" y="384"/>
                    <a:pt x="56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4" name="Google Shape;1294;p39"/>
            <p:cNvSpPr/>
            <p:nvPr/>
          </p:nvSpPr>
          <p:spPr>
            <a:xfrm>
              <a:off x="2670425" y="899200"/>
              <a:ext cx="406400" cy="398025"/>
            </a:xfrm>
            <a:custGeom>
              <a:avLst/>
              <a:gdLst/>
              <a:ahLst/>
              <a:cxnLst/>
              <a:rect l="l" t="t" r="r" b="b"/>
              <a:pathLst>
                <a:path w="16256" h="15921" extrusionOk="0">
                  <a:moveTo>
                    <a:pt x="9386" y="1"/>
                  </a:moveTo>
                  <a:lnTo>
                    <a:pt x="9386" y="1"/>
                  </a:lnTo>
                  <a:cubicBezTo>
                    <a:pt x="10144" y="3123"/>
                    <a:pt x="7530" y="2855"/>
                    <a:pt x="6139" y="3855"/>
                  </a:cubicBezTo>
                  <a:cubicBezTo>
                    <a:pt x="4738" y="4854"/>
                    <a:pt x="4863" y="6584"/>
                    <a:pt x="4863" y="6584"/>
                  </a:cubicBezTo>
                  <a:cubicBezTo>
                    <a:pt x="2918" y="6923"/>
                    <a:pt x="3159" y="9225"/>
                    <a:pt x="3159" y="9225"/>
                  </a:cubicBezTo>
                  <a:cubicBezTo>
                    <a:pt x="1" y="11321"/>
                    <a:pt x="1821" y="15300"/>
                    <a:pt x="1821" y="15300"/>
                  </a:cubicBezTo>
                  <a:cubicBezTo>
                    <a:pt x="4882" y="15781"/>
                    <a:pt x="7553" y="15921"/>
                    <a:pt x="9627" y="15921"/>
                  </a:cubicBezTo>
                  <a:cubicBezTo>
                    <a:pt x="12519" y="15921"/>
                    <a:pt x="14248" y="15648"/>
                    <a:pt x="14248" y="15648"/>
                  </a:cubicBezTo>
                  <a:cubicBezTo>
                    <a:pt x="16255" y="14372"/>
                    <a:pt x="14471" y="12445"/>
                    <a:pt x="14471" y="12445"/>
                  </a:cubicBezTo>
                  <a:cubicBezTo>
                    <a:pt x="15640" y="10385"/>
                    <a:pt x="14168" y="9475"/>
                    <a:pt x="14168" y="9475"/>
                  </a:cubicBezTo>
                  <a:cubicBezTo>
                    <a:pt x="15488" y="6647"/>
                    <a:pt x="10528" y="4827"/>
                    <a:pt x="10528" y="4827"/>
                  </a:cubicBezTo>
                  <a:cubicBezTo>
                    <a:pt x="10528" y="4827"/>
                    <a:pt x="11634" y="3837"/>
                    <a:pt x="11634" y="2588"/>
                  </a:cubicBezTo>
                  <a:cubicBezTo>
                    <a:pt x="11545" y="375"/>
                    <a:pt x="9386" y="1"/>
                    <a:pt x="93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5" name="Google Shape;1295;p39"/>
            <p:cNvSpPr/>
            <p:nvPr/>
          </p:nvSpPr>
          <p:spPr>
            <a:xfrm>
              <a:off x="2861400" y="1014250"/>
              <a:ext cx="94525" cy="15675"/>
            </a:xfrm>
            <a:custGeom>
              <a:avLst/>
              <a:gdLst/>
              <a:ahLst/>
              <a:cxnLst/>
              <a:rect l="l" t="t" r="r" b="b"/>
              <a:pathLst>
                <a:path w="3781" h="627" extrusionOk="0">
                  <a:moveTo>
                    <a:pt x="991" y="0"/>
                  </a:moveTo>
                  <a:cubicBezTo>
                    <a:pt x="651" y="0"/>
                    <a:pt x="285" y="40"/>
                    <a:pt x="25" y="261"/>
                  </a:cubicBezTo>
                  <a:cubicBezTo>
                    <a:pt x="1" y="285"/>
                    <a:pt x="21" y="324"/>
                    <a:pt x="45" y="324"/>
                  </a:cubicBezTo>
                  <a:cubicBezTo>
                    <a:pt x="47" y="324"/>
                    <a:pt x="49" y="324"/>
                    <a:pt x="52" y="323"/>
                  </a:cubicBezTo>
                  <a:cubicBezTo>
                    <a:pt x="235" y="272"/>
                    <a:pt x="414" y="254"/>
                    <a:pt x="594" y="254"/>
                  </a:cubicBezTo>
                  <a:cubicBezTo>
                    <a:pt x="852" y="254"/>
                    <a:pt x="1109" y="291"/>
                    <a:pt x="1372" y="323"/>
                  </a:cubicBezTo>
                  <a:cubicBezTo>
                    <a:pt x="1872" y="386"/>
                    <a:pt x="2371" y="439"/>
                    <a:pt x="2871" y="502"/>
                  </a:cubicBezTo>
                  <a:cubicBezTo>
                    <a:pt x="3165" y="537"/>
                    <a:pt x="3478" y="600"/>
                    <a:pt x="3781" y="626"/>
                  </a:cubicBezTo>
                  <a:cubicBezTo>
                    <a:pt x="3263" y="368"/>
                    <a:pt x="2889" y="225"/>
                    <a:pt x="2889" y="225"/>
                  </a:cubicBezTo>
                  <a:cubicBezTo>
                    <a:pt x="2889" y="225"/>
                    <a:pt x="2933" y="180"/>
                    <a:pt x="3005" y="109"/>
                  </a:cubicBezTo>
                  <a:cubicBezTo>
                    <a:pt x="2871" y="100"/>
                    <a:pt x="2737" y="91"/>
                    <a:pt x="2603" y="82"/>
                  </a:cubicBezTo>
                  <a:cubicBezTo>
                    <a:pt x="2113" y="55"/>
                    <a:pt x="1622" y="20"/>
                    <a:pt x="1122" y="2"/>
                  </a:cubicBezTo>
                  <a:cubicBezTo>
                    <a:pt x="1079" y="1"/>
                    <a:pt x="1035" y="0"/>
                    <a:pt x="9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6" name="Google Shape;1296;p39"/>
            <p:cNvSpPr/>
            <p:nvPr/>
          </p:nvSpPr>
          <p:spPr>
            <a:xfrm>
              <a:off x="2785525" y="1056650"/>
              <a:ext cx="246250" cy="85675"/>
            </a:xfrm>
            <a:custGeom>
              <a:avLst/>
              <a:gdLst/>
              <a:ahLst/>
              <a:cxnLst/>
              <a:rect l="l" t="t" r="r" b="b"/>
              <a:pathLst>
                <a:path w="9850" h="3427" extrusionOk="0">
                  <a:moveTo>
                    <a:pt x="259" y="1"/>
                  </a:moveTo>
                  <a:cubicBezTo>
                    <a:pt x="250" y="179"/>
                    <a:pt x="259" y="286"/>
                    <a:pt x="259" y="286"/>
                  </a:cubicBezTo>
                  <a:cubicBezTo>
                    <a:pt x="170" y="304"/>
                    <a:pt x="80" y="322"/>
                    <a:pt x="0" y="349"/>
                  </a:cubicBezTo>
                  <a:cubicBezTo>
                    <a:pt x="188" y="616"/>
                    <a:pt x="473" y="839"/>
                    <a:pt x="723" y="964"/>
                  </a:cubicBezTo>
                  <a:cubicBezTo>
                    <a:pt x="1454" y="1348"/>
                    <a:pt x="2337" y="1544"/>
                    <a:pt x="3140" y="1696"/>
                  </a:cubicBezTo>
                  <a:cubicBezTo>
                    <a:pt x="3988" y="1856"/>
                    <a:pt x="4844" y="1946"/>
                    <a:pt x="5692" y="2133"/>
                  </a:cubicBezTo>
                  <a:cubicBezTo>
                    <a:pt x="6530" y="2329"/>
                    <a:pt x="7360" y="2597"/>
                    <a:pt x="8163" y="2918"/>
                  </a:cubicBezTo>
                  <a:cubicBezTo>
                    <a:pt x="8698" y="3132"/>
                    <a:pt x="9269" y="3364"/>
                    <a:pt x="9849" y="3427"/>
                  </a:cubicBezTo>
                  <a:cubicBezTo>
                    <a:pt x="9697" y="3257"/>
                    <a:pt x="9564" y="3177"/>
                    <a:pt x="9564" y="3177"/>
                  </a:cubicBezTo>
                  <a:cubicBezTo>
                    <a:pt x="9608" y="3070"/>
                    <a:pt x="9644" y="2972"/>
                    <a:pt x="9680" y="2873"/>
                  </a:cubicBezTo>
                  <a:cubicBezTo>
                    <a:pt x="9278" y="2802"/>
                    <a:pt x="8877" y="2650"/>
                    <a:pt x="8493" y="2499"/>
                  </a:cubicBezTo>
                  <a:cubicBezTo>
                    <a:pt x="7779" y="2213"/>
                    <a:pt x="7066" y="1964"/>
                    <a:pt x="6325" y="1767"/>
                  </a:cubicBezTo>
                  <a:cubicBezTo>
                    <a:pt x="4800" y="1375"/>
                    <a:pt x="3212" y="1294"/>
                    <a:pt x="1704" y="839"/>
                  </a:cubicBezTo>
                  <a:cubicBezTo>
                    <a:pt x="1329" y="732"/>
                    <a:pt x="937" y="616"/>
                    <a:pt x="616" y="393"/>
                  </a:cubicBezTo>
                  <a:cubicBezTo>
                    <a:pt x="464" y="277"/>
                    <a:pt x="348" y="144"/>
                    <a:pt x="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7" name="Google Shape;1297;p39"/>
            <p:cNvSpPr/>
            <p:nvPr/>
          </p:nvSpPr>
          <p:spPr>
            <a:xfrm>
              <a:off x="2741800" y="1126025"/>
              <a:ext cx="295550" cy="93925"/>
            </a:xfrm>
            <a:custGeom>
              <a:avLst/>
              <a:gdLst/>
              <a:ahLst/>
              <a:cxnLst/>
              <a:rect l="l" t="t" r="r" b="b"/>
              <a:pathLst>
                <a:path w="11822" h="3757" extrusionOk="0">
                  <a:moveTo>
                    <a:pt x="295" y="0"/>
                  </a:moveTo>
                  <a:lnTo>
                    <a:pt x="295" y="0"/>
                  </a:lnTo>
                  <a:cubicBezTo>
                    <a:pt x="304" y="98"/>
                    <a:pt x="304" y="152"/>
                    <a:pt x="304" y="152"/>
                  </a:cubicBezTo>
                  <a:cubicBezTo>
                    <a:pt x="197" y="223"/>
                    <a:pt x="99" y="295"/>
                    <a:pt x="1" y="375"/>
                  </a:cubicBezTo>
                  <a:cubicBezTo>
                    <a:pt x="170" y="446"/>
                    <a:pt x="340" y="509"/>
                    <a:pt x="500" y="580"/>
                  </a:cubicBezTo>
                  <a:cubicBezTo>
                    <a:pt x="964" y="776"/>
                    <a:pt x="1428" y="973"/>
                    <a:pt x="1883" y="1196"/>
                  </a:cubicBezTo>
                  <a:cubicBezTo>
                    <a:pt x="2748" y="1615"/>
                    <a:pt x="3480" y="2231"/>
                    <a:pt x="4363" y="2614"/>
                  </a:cubicBezTo>
                  <a:cubicBezTo>
                    <a:pt x="6103" y="3364"/>
                    <a:pt x="8047" y="3738"/>
                    <a:pt x="9939" y="3756"/>
                  </a:cubicBezTo>
                  <a:cubicBezTo>
                    <a:pt x="10474" y="3756"/>
                    <a:pt x="11009" y="3729"/>
                    <a:pt x="11536" y="3676"/>
                  </a:cubicBezTo>
                  <a:cubicBezTo>
                    <a:pt x="11634" y="3667"/>
                    <a:pt x="11732" y="3649"/>
                    <a:pt x="11821" y="3640"/>
                  </a:cubicBezTo>
                  <a:cubicBezTo>
                    <a:pt x="11705" y="3471"/>
                    <a:pt x="11616" y="3372"/>
                    <a:pt x="11616" y="3372"/>
                  </a:cubicBezTo>
                  <a:cubicBezTo>
                    <a:pt x="11678" y="3265"/>
                    <a:pt x="11723" y="3158"/>
                    <a:pt x="11776" y="3060"/>
                  </a:cubicBezTo>
                  <a:cubicBezTo>
                    <a:pt x="11750" y="3060"/>
                    <a:pt x="11732" y="3069"/>
                    <a:pt x="11705" y="3069"/>
                  </a:cubicBezTo>
                  <a:cubicBezTo>
                    <a:pt x="11250" y="3123"/>
                    <a:pt x="10786" y="3158"/>
                    <a:pt x="10322" y="3167"/>
                  </a:cubicBezTo>
                  <a:cubicBezTo>
                    <a:pt x="10236" y="3169"/>
                    <a:pt x="10150" y="3170"/>
                    <a:pt x="10063" y="3170"/>
                  </a:cubicBezTo>
                  <a:cubicBezTo>
                    <a:pt x="9204" y="3170"/>
                    <a:pt x="8346" y="3089"/>
                    <a:pt x="7494" y="2935"/>
                  </a:cubicBezTo>
                  <a:cubicBezTo>
                    <a:pt x="6575" y="2757"/>
                    <a:pt x="5657" y="2507"/>
                    <a:pt x="4782" y="2168"/>
                  </a:cubicBezTo>
                  <a:cubicBezTo>
                    <a:pt x="3908" y="1838"/>
                    <a:pt x="3168" y="1258"/>
                    <a:pt x="2338" y="839"/>
                  </a:cubicBezTo>
                  <a:cubicBezTo>
                    <a:pt x="1847" y="607"/>
                    <a:pt x="1348" y="411"/>
                    <a:pt x="848" y="214"/>
                  </a:cubicBezTo>
                  <a:cubicBezTo>
                    <a:pt x="661" y="143"/>
                    <a:pt x="482" y="72"/>
                    <a:pt x="2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8" name="Google Shape;1298;p39"/>
            <p:cNvSpPr/>
            <p:nvPr/>
          </p:nvSpPr>
          <p:spPr>
            <a:xfrm>
              <a:off x="2732000" y="941125"/>
              <a:ext cx="295750" cy="406000"/>
            </a:xfrm>
            <a:custGeom>
              <a:avLst/>
              <a:gdLst/>
              <a:ahLst/>
              <a:cxnLst/>
              <a:rect l="l" t="t" r="r" b="b"/>
              <a:pathLst>
                <a:path w="11830" h="16240" extrusionOk="0">
                  <a:moveTo>
                    <a:pt x="6905" y="1"/>
                  </a:moveTo>
                  <a:cubicBezTo>
                    <a:pt x="6878" y="1"/>
                    <a:pt x="6851" y="9"/>
                    <a:pt x="6825" y="28"/>
                  </a:cubicBezTo>
                  <a:cubicBezTo>
                    <a:pt x="6789" y="54"/>
                    <a:pt x="6762" y="81"/>
                    <a:pt x="6727" y="108"/>
                  </a:cubicBezTo>
                  <a:cubicBezTo>
                    <a:pt x="6691" y="108"/>
                    <a:pt x="6655" y="117"/>
                    <a:pt x="6628" y="135"/>
                  </a:cubicBezTo>
                  <a:cubicBezTo>
                    <a:pt x="6512" y="188"/>
                    <a:pt x="6432" y="268"/>
                    <a:pt x="6370" y="358"/>
                  </a:cubicBezTo>
                  <a:cubicBezTo>
                    <a:pt x="6254" y="438"/>
                    <a:pt x="6138" y="509"/>
                    <a:pt x="6004" y="572"/>
                  </a:cubicBezTo>
                  <a:cubicBezTo>
                    <a:pt x="5719" y="706"/>
                    <a:pt x="5415" y="822"/>
                    <a:pt x="5121" y="955"/>
                  </a:cubicBezTo>
                  <a:cubicBezTo>
                    <a:pt x="4568" y="1214"/>
                    <a:pt x="4015" y="1526"/>
                    <a:pt x="3649" y="2026"/>
                  </a:cubicBezTo>
                  <a:cubicBezTo>
                    <a:pt x="3221" y="2597"/>
                    <a:pt x="3265" y="3230"/>
                    <a:pt x="3363" y="3899"/>
                  </a:cubicBezTo>
                  <a:cubicBezTo>
                    <a:pt x="3417" y="4212"/>
                    <a:pt x="3461" y="4551"/>
                    <a:pt x="3265" y="4818"/>
                  </a:cubicBezTo>
                  <a:cubicBezTo>
                    <a:pt x="3069" y="5086"/>
                    <a:pt x="2739" y="5237"/>
                    <a:pt x="2498" y="5460"/>
                  </a:cubicBezTo>
                  <a:cubicBezTo>
                    <a:pt x="1998" y="5915"/>
                    <a:pt x="1651" y="6558"/>
                    <a:pt x="1552" y="7218"/>
                  </a:cubicBezTo>
                  <a:cubicBezTo>
                    <a:pt x="1499" y="7593"/>
                    <a:pt x="1526" y="7967"/>
                    <a:pt x="1338" y="8306"/>
                  </a:cubicBezTo>
                  <a:cubicBezTo>
                    <a:pt x="1151" y="8645"/>
                    <a:pt x="919" y="8958"/>
                    <a:pt x="732" y="9288"/>
                  </a:cubicBezTo>
                  <a:cubicBezTo>
                    <a:pt x="366" y="9948"/>
                    <a:pt x="80" y="10661"/>
                    <a:pt x="27" y="11411"/>
                  </a:cubicBezTo>
                  <a:cubicBezTo>
                    <a:pt x="0" y="11750"/>
                    <a:pt x="9" y="12151"/>
                    <a:pt x="125" y="12472"/>
                  </a:cubicBezTo>
                  <a:cubicBezTo>
                    <a:pt x="209" y="12745"/>
                    <a:pt x="440" y="12913"/>
                    <a:pt x="693" y="12913"/>
                  </a:cubicBezTo>
                  <a:cubicBezTo>
                    <a:pt x="788" y="12913"/>
                    <a:pt x="886" y="12889"/>
                    <a:pt x="981" y="12838"/>
                  </a:cubicBezTo>
                  <a:cubicBezTo>
                    <a:pt x="1383" y="12624"/>
                    <a:pt x="1401" y="12178"/>
                    <a:pt x="1303" y="11785"/>
                  </a:cubicBezTo>
                  <a:cubicBezTo>
                    <a:pt x="1213" y="11420"/>
                    <a:pt x="1160" y="11054"/>
                    <a:pt x="1178" y="10670"/>
                  </a:cubicBezTo>
                  <a:cubicBezTo>
                    <a:pt x="1204" y="10305"/>
                    <a:pt x="1285" y="9939"/>
                    <a:pt x="1419" y="9591"/>
                  </a:cubicBezTo>
                  <a:cubicBezTo>
                    <a:pt x="1472" y="9439"/>
                    <a:pt x="1535" y="9297"/>
                    <a:pt x="1588" y="9154"/>
                  </a:cubicBezTo>
                  <a:cubicBezTo>
                    <a:pt x="1766" y="8886"/>
                    <a:pt x="1954" y="8619"/>
                    <a:pt x="2061" y="8315"/>
                  </a:cubicBezTo>
                  <a:cubicBezTo>
                    <a:pt x="2186" y="7985"/>
                    <a:pt x="2159" y="7628"/>
                    <a:pt x="2204" y="7289"/>
                  </a:cubicBezTo>
                  <a:cubicBezTo>
                    <a:pt x="2302" y="6674"/>
                    <a:pt x="2632" y="6138"/>
                    <a:pt x="3122" y="5764"/>
                  </a:cubicBezTo>
                  <a:cubicBezTo>
                    <a:pt x="3372" y="5576"/>
                    <a:pt x="3622" y="5398"/>
                    <a:pt x="3800" y="5139"/>
                  </a:cubicBezTo>
                  <a:cubicBezTo>
                    <a:pt x="3988" y="4881"/>
                    <a:pt x="4041" y="4559"/>
                    <a:pt x="4032" y="4256"/>
                  </a:cubicBezTo>
                  <a:cubicBezTo>
                    <a:pt x="4024" y="3681"/>
                    <a:pt x="3787" y="3080"/>
                    <a:pt x="4096" y="2547"/>
                  </a:cubicBezTo>
                  <a:lnTo>
                    <a:pt x="4096" y="2547"/>
                  </a:lnTo>
                  <a:cubicBezTo>
                    <a:pt x="4095" y="2552"/>
                    <a:pt x="4095" y="2557"/>
                    <a:pt x="4095" y="2561"/>
                  </a:cubicBezTo>
                  <a:cubicBezTo>
                    <a:pt x="4077" y="2936"/>
                    <a:pt x="4229" y="3266"/>
                    <a:pt x="4452" y="3560"/>
                  </a:cubicBezTo>
                  <a:cubicBezTo>
                    <a:pt x="4657" y="3837"/>
                    <a:pt x="4853" y="4105"/>
                    <a:pt x="4951" y="4444"/>
                  </a:cubicBezTo>
                  <a:cubicBezTo>
                    <a:pt x="5041" y="4783"/>
                    <a:pt x="5023" y="5104"/>
                    <a:pt x="4942" y="5443"/>
                  </a:cubicBezTo>
                  <a:cubicBezTo>
                    <a:pt x="4844" y="5844"/>
                    <a:pt x="4907" y="6192"/>
                    <a:pt x="5148" y="6522"/>
                  </a:cubicBezTo>
                  <a:cubicBezTo>
                    <a:pt x="5228" y="6629"/>
                    <a:pt x="5308" y="6736"/>
                    <a:pt x="5380" y="6843"/>
                  </a:cubicBezTo>
                  <a:cubicBezTo>
                    <a:pt x="5424" y="7111"/>
                    <a:pt x="5388" y="7396"/>
                    <a:pt x="5335" y="7664"/>
                  </a:cubicBezTo>
                  <a:cubicBezTo>
                    <a:pt x="5246" y="8137"/>
                    <a:pt x="5112" y="8592"/>
                    <a:pt x="5076" y="9073"/>
                  </a:cubicBezTo>
                  <a:cubicBezTo>
                    <a:pt x="5050" y="9535"/>
                    <a:pt x="5092" y="10261"/>
                    <a:pt x="5685" y="10261"/>
                  </a:cubicBezTo>
                  <a:cubicBezTo>
                    <a:pt x="5699" y="10261"/>
                    <a:pt x="5713" y="10261"/>
                    <a:pt x="5727" y="10260"/>
                  </a:cubicBezTo>
                  <a:cubicBezTo>
                    <a:pt x="6388" y="10215"/>
                    <a:pt x="6441" y="9475"/>
                    <a:pt x="6504" y="8975"/>
                  </a:cubicBezTo>
                  <a:cubicBezTo>
                    <a:pt x="6566" y="8449"/>
                    <a:pt x="6593" y="7923"/>
                    <a:pt x="6486" y="7396"/>
                  </a:cubicBezTo>
                  <a:cubicBezTo>
                    <a:pt x="6441" y="7155"/>
                    <a:pt x="6361" y="6915"/>
                    <a:pt x="6245" y="6701"/>
                  </a:cubicBezTo>
                  <a:cubicBezTo>
                    <a:pt x="6209" y="6620"/>
                    <a:pt x="6156" y="6540"/>
                    <a:pt x="6111" y="6469"/>
                  </a:cubicBezTo>
                  <a:cubicBezTo>
                    <a:pt x="6075" y="6353"/>
                    <a:pt x="6031" y="6228"/>
                    <a:pt x="5968" y="6103"/>
                  </a:cubicBezTo>
                  <a:cubicBezTo>
                    <a:pt x="5906" y="5996"/>
                    <a:pt x="5826" y="5942"/>
                    <a:pt x="5727" y="5915"/>
                  </a:cubicBezTo>
                  <a:cubicBezTo>
                    <a:pt x="5683" y="5773"/>
                    <a:pt x="5727" y="5648"/>
                    <a:pt x="5763" y="5460"/>
                  </a:cubicBezTo>
                  <a:cubicBezTo>
                    <a:pt x="5826" y="5184"/>
                    <a:pt x="5834" y="4898"/>
                    <a:pt x="5799" y="4622"/>
                  </a:cubicBezTo>
                  <a:cubicBezTo>
                    <a:pt x="5736" y="4069"/>
                    <a:pt x="5487" y="3623"/>
                    <a:pt x="5156" y="3186"/>
                  </a:cubicBezTo>
                  <a:cubicBezTo>
                    <a:pt x="5023" y="3007"/>
                    <a:pt x="4844" y="2793"/>
                    <a:pt x="4826" y="2561"/>
                  </a:cubicBezTo>
                  <a:cubicBezTo>
                    <a:pt x="4800" y="2302"/>
                    <a:pt x="4969" y="2035"/>
                    <a:pt x="5130" y="1847"/>
                  </a:cubicBezTo>
                  <a:cubicBezTo>
                    <a:pt x="5246" y="1723"/>
                    <a:pt x="5380" y="1616"/>
                    <a:pt x="5513" y="1517"/>
                  </a:cubicBezTo>
                  <a:lnTo>
                    <a:pt x="5513" y="1517"/>
                  </a:lnTo>
                  <a:cubicBezTo>
                    <a:pt x="5451" y="1669"/>
                    <a:pt x="5415" y="1839"/>
                    <a:pt x="5397" y="2017"/>
                  </a:cubicBezTo>
                  <a:cubicBezTo>
                    <a:pt x="5362" y="2543"/>
                    <a:pt x="5620" y="3123"/>
                    <a:pt x="5906" y="3560"/>
                  </a:cubicBezTo>
                  <a:cubicBezTo>
                    <a:pt x="6236" y="4042"/>
                    <a:pt x="6691" y="4408"/>
                    <a:pt x="7057" y="4854"/>
                  </a:cubicBezTo>
                  <a:cubicBezTo>
                    <a:pt x="7226" y="5050"/>
                    <a:pt x="7369" y="5282"/>
                    <a:pt x="7467" y="5523"/>
                  </a:cubicBezTo>
                  <a:cubicBezTo>
                    <a:pt x="7565" y="5782"/>
                    <a:pt x="7565" y="6014"/>
                    <a:pt x="7529" y="6290"/>
                  </a:cubicBezTo>
                  <a:cubicBezTo>
                    <a:pt x="7495" y="6589"/>
                    <a:pt x="7762" y="6759"/>
                    <a:pt x="8023" y="6759"/>
                  </a:cubicBezTo>
                  <a:cubicBezTo>
                    <a:pt x="8229" y="6759"/>
                    <a:pt x="8432" y="6652"/>
                    <a:pt x="8475" y="6415"/>
                  </a:cubicBezTo>
                  <a:cubicBezTo>
                    <a:pt x="8689" y="5193"/>
                    <a:pt x="7717" y="4328"/>
                    <a:pt x="6923" y="3569"/>
                  </a:cubicBezTo>
                  <a:cubicBezTo>
                    <a:pt x="6539" y="3212"/>
                    <a:pt x="6138" y="2838"/>
                    <a:pt x="6013" y="2302"/>
                  </a:cubicBezTo>
                  <a:cubicBezTo>
                    <a:pt x="5915" y="1874"/>
                    <a:pt x="6111" y="1517"/>
                    <a:pt x="6254" y="1134"/>
                  </a:cubicBezTo>
                  <a:cubicBezTo>
                    <a:pt x="6272" y="1241"/>
                    <a:pt x="6307" y="1348"/>
                    <a:pt x="6352" y="1437"/>
                  </a:cubicBezTo>
                  <a:cubicBezTo>
                    <a:pt x="6477" y="1669"/>
                    <a:pt x="6709" y="1874"/>
                    <a:pt x="6780" y="2124"/>
                  </a:cubicBezTo>
                  <a:cubicBezTo>
                    <a:pt x="6816" y="2240"/>
                    <a:pt x="6807" y="2374"/>
                    <a:pt x="6816" y="2490"/>
                  </a:cubicBezTo>
                  <a:cubicBezTo>
                    <a:pt x="6825" y="2677"/>
                    <a:pt x="6860" y="2864"/>
                    <a:pt x="6959" y="3025"/>
                  </a:cubicBezTo>
                  <a:cubicBezTo>
                    <a:pt x="7217" y="3489"/>
                    <a:pt x="7726" y="3658"/>
                    <a:pt x="8172" y="3890"/>
                  </a:cubicBezTo>
                  <a:cubicBezTo>
                    <a:pt x="8600" y="4113"/>
                    <a:pt x="8939" y="4461"/>
                    <a:pt x="9162" y="4890"/>
                  </a:cubicBezTo>
                  <a:cubicBezTo>
                    <a:pt x="9278" y="5113"/>
                    <a:pt x="9367" y="5353"/>
                    <a:pt x="9412" y="5594"/>
                  </a:cubicBezTo>
                  <a:cubicBezTo>
                    <a:pt x="9474" y="5889"/>
                    <a:pt x="9439" y="6192"/>
                    <a:pt x="9448" y="6486"/>
                  </a:cubicBezTo>
                  <a:cubicBezTo>
                    <a:pt x="9465" y="6816"/>
                    <a:pt x="9510" y="7120"/>
                    <a:pt x="9653" y="7414"/>
                  </a:cubicBezTo>
                  <a:cubicBezTo>
                    <a:pt x="9778" y="7700"/>
                    <a:pt x="9983" y="7932"/>
                    <a:pt x="10143" y="8190"/>
                  </a:cubicBezTo>
                  <a:cubicBezTo>
                    <a:pt x="10188" y="8253"/>
                    <a:pt x="10224" y="8324"/>
                    <a:pt x="10250" y="8387"/>
                  </a:cubicBezTo>
                  <a:cubicBezTo>
                    <a:pt x="10268" y="8645"/>
                    <a:pt x="10241" y="8904"/>
                    <a:pt x="10206" y="9163"/>
                  </a:cubicBezTo>
                  <a:cubicBezTo>
                    <a:pt x="10152" y="9644"/>
                    <a:pt x="10108" y="10117"/>
                    <a:pt x="10197" y="10599"/>
                  </a:cubicBezTo>
                  <a:cubicBezTo>
                    <a:pt x="10277" y="11054"/>
                    <a:pt x="10473" y="11482"/>
                    <a:pt x="10554" y="11937"/>
                  </a:cubicBezTo>
                  <a:cubicBezTo>
                    <a:pt x="10616" y="12356"/>
                    <a:pt x="10554" y="12785"/>
                    <a:pt x="10465" y="13195"/>
                  </a:cubicBezTo>
                  <a:cubicBezTo>
                    <a:pt x="10286" y="14042"/>
                    <a:pt x="10001" y="14952"/>
                    <a:pt x="10268" y="15818"/>
                  </a:cubicBezTo>
                  <a:cubicBezTo>
                    <a:pt x="10355" y="16099"/>
                    <a:pt x="10588" y="16239"/>
                    <a:pt x="10834" y="16239"/>
                  </a:cubicBezTo>
                  <a:cubicBezTo>
                    <a:pt x="11017" y="16239"/>
                    <a:pt x="11207" y="16161"/>
                    <a:pt x="11348" y="16005"/>
                  </a:cubicBezTo>
                  <a:cubicBezTo>
                    <a:pt x="11705" y="15622"/>
                    <a:pt x="11446" y="15095"/>
                    <a:pt x="11490" y="14640"/>
                  </a:cubicBezTo>
                  <a:cubicBezTo>
                    <a:pt x="11526" y="14203"/>
                    <a:pt x="11696" y="13784"/>
                    <a:pt x="11758" y="13347"/>
                  </a:cubicBezTo>
                  <a:cubicBezTo>
                    <a:pt x="11829" y="12838"/>
                    <a:pt x="11740" y="12365"/>
                    <a:pt x="11580" y="11884"/>
                  </a:cubicBezTo>
                  <a:cubicBezTo>
                    <a:pt x="11419" y="11438"/>
                    <a:pt x="11285" y="11018"/>
                    <a:pt x="11267" y="10545"/>
                  </a:cubicBezTo>
                  <a:cubicBezTo>
                    <a:pt x="11250" y="10090"/>
                    <a:pt x="11285" y="9636"/>
                    <a:pt x="11250" y="9181"/>
                  </a:cubicBezTo>
                  <a:cubicBezTo>
                    <a:pt x="11223" y="8770"/>
                    <a:pt x="11143" y="8378"/>
                    <a:pt x="10964" y="8012"/>
                  </a:cubicBezTo>
                  <a:cubicBezTo>
                    <a:pt x="10937" y="7878"/>
                    <a:pt x="10911" y="7753"/>
                    <a:pt x="10866" y="7619"/>
                  </a:cubicBezTo>
                  <a:cubicBezTo>
                    <a:pt x="10804" y="7459"/>
                    <a:pt x="10679" y="7379"/>
                    <a:pt x="10545" y="7370"/>
                  </a:cubicBezTo>
                  <a:cubicBezTo>
                    <a:pt x="10420" y="7191"/>
                    <a:pt x="10313" y="6995"/>
                    <a:pt x="10277" y="6781"/>
                  </a:cubicBezTo>
                  <a:cubicBezTo>
                    <a:pt x="10197" y="6335"/>
                    <a:pt x="10286" y="5871"/>
                    <a:pt x="10224" y="5416"/>
                  </a:cubicBezTo>
                  <a:cubicBezTo>
                    <a:pt x="10170" y="4988"/>
                    <a:pt x="10027" y="4586"/>
                    <a:pt x="9795" y="4220"/>
                  </a:cubicBezTo>
                  <a:cubicBezTo>
                    <a:pt x="9537" y="3819"/>
                    <a:pt x="9189" y="3480"/>
                    <a:pt x="8787" y="3230"/>
                  </a:cubicBezTo>
                  <a:cubicBezTo>
                    <a:pt x="8475" y="3034"/>
                    <a:pt x="8029" y="2945"/>
                    <a:pt x="7779" y="2668"/>
                  </a:cubicBezTo>
                  <a:cubicBezTo>
                    <a:pt x="7654" y="2543"/>
                    <a:pt x="7672" y="2383"/>
                    <a:pt x="7654" y="2204"/>
                  </a:cubicBezTo>
                  <a:cubicBezTo>
                    <a:pt x="7628" y="1928"/>
                    <a:pt x="7538" y="1687"/>
                    <a:pt x="7378" y="1464"/>
                  </a:cubicBezTo>
                  <a:cubicBezTo>
                    <a:pt x="7244" y="1277"/>
                    <a:pt x="7075" y="1116"/>
                    <a:pt x="6967" y="920"/>
                  </a:cubicBezTo>
                  <a:cubicBezTo>
                    <a:pt x="6914" y="822"/>
                    <a:pt x="6851" y="732"/>
                    <a:pt x="6860" y="634"/>
                  </a:cubicBezTo>
                  <a:cubicBezTo>
                    <a:pt x="6959" y="518"/>
                    <a:pt x="7030" y="376"/>
                    <a:pt x="7075" y="224"/>
                  </a:cubicBezTo>
                  <a:cubicBezTo>
                    <a:pt x="7103" y="118"/>
                    <a:pt x="7008" y="1"/>
                    <a:pt x="69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99" name="Google Shape;1299;p39"/>
          <p:cNvGrpSpPr/>
          <p:nvPr/>
        </p:nvGrpSpPr>
        <p:grpSpPr>
          <a:xfrm rot="625017">
            <a:off x="-343521" y="2304347"/>
            <a:ext cx="1414974" cy="2619866"/>
            <a:chOff x="6637400" y="3818325"/>
            <a:chExt cx="424000" cy="785025"/>
          </a:xfrm>
        </p:grpSpPr>
        <p:sp>
          <p:nvSpPr>
            <p:cNvPr id="1300" name="Google Shape;1300;p39"/>
            <p:cNvSpPr/>
            <p:nvPr/>
          </p:nvSpPr>
          <p:spPr>
            <a:xfrm>
              <a:off x="6714350" y="4531025"/>
              <a:ext cx="151000" cy="72325"/>
            </a:xfrm>
            <a:custGeom>
              <a:avLst/>
              <a:gdLst/>
              <a:ahLst/>
              <a:cxnLst/>
              <a:rect l="l" t="t" r="r" b="b"/>
              <a:pathLst>
                <a:path w="6040" h="2893" extrusionOk="0">
                  <a:moveTo>
                    <a:pt x="2339" y="1"/>
                  </a:moveTo>
                  <a:cubicBezTo>
                    <a:pt x="1136" y="1"/>
                    <a:pt x="203" y="394"/>
                    <a:pt x="116" y="1014"/>
                  </a:cubicBezTo>
                  <a:cubicBezTo>
                    <a:pt x="0" y="1772"/>
                    <a:pt x="1214" y="2584"/>
                    <a:pt x="2819" y="2825"/>
                  </a:cubicBezTo>
                  <a:cubicBezTo>
                    <a:pt x="3123" y="2871"/>
                    <a:pt x="3419" y="2892"/>
                    <a:pt x="3700" y="2892"/>
                  </a:cubicBezTo>
                  <a:cubicBezTo>
                    <a:pt x="4905" y="2892"/>
                    <a:pt x="5837" y="2494"/>
                    <a:pt x="5924" y="1880"/>
                  </a:cubicBezTo>
                  <a:cubicBezTo>
                    <a:pt x="6040" y="1112"/>
                    <a:pt x="4836" y="309"/>
                    <a:pt x="3230" y="69"/>
                  </a:cubicBezTo>
                  <a:cubicBezTo>
                    <a:pt x="2923" y="23"/>
                    <a:pt x="2624" y="1"/>
                    <a:pt x="23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1" name="Google Shape;1301;p39"/>
            <p:cNvSpPr/>
            <p:nvPr/>
          </p:nvSpPr>
          <p:spPr>
            <a:xfrm>
              <a:off x="6719475" y="4558150"/>
              <a:ext cx="144100" cy="45200"/>
            </a:xfrm>
            <a:custGeom>
              <a:avLst/>
              <a:gdLst/>
              <a:ahLst/>
              <a:cxnLst/>
              <a:rect l="l" t="t" r="r" b="b"/>
              <a:pathLst>
                <a:path w="5764" h="1808" extrusionOk="0">
                  <a:moveTo>
                    <a:pt x="5389" y="1"/>
                  </a:moveTo>
                  <a:lnTo>
                    <a:pt x="5389" y="1"/>
                  </a:lnTo>
                  <a:cubicBezTo>
                    <a:pt x="5469" y="152"/>
                    <a:pt x="5505" y="313"/>
                    <a:pt x="5478" y="464"/>
                  </a:cubicBezTo>
                  <a:cubicBezTo>
                    <a:pt x="5384" y="1079"/>
                    <a:pt x="4451" y="1477"/>
                    <a:pt x="3245" y="1477"/>
                  </a:cubicBezTo>
                  <a:cubicBezTo>
                    <a:pt x="2964" y="1477"/>
                    <a:pt x="2668" y="1456"/>
                    <a:pt x="2365" y="1410"/>
                  </a:cubicBezTo>
                  <a:cubicBezTo>
                    <a:pt x="1330" y="1258"/>
                    <a:pt x="455" y="857"/>
                    <a:pt x="1" y="393"/>
                  </a:cubicBezTo>
                  <a:lnTo>
                    <a:pt x="1" y="393"/>
                  </a:lnTo>
                  <a:cubicBezTo>
                    <a:pt x="304" y="991"/>
                    <a:pt x="1330" y="1544"/>
                    <a:pt x="2614" y="1740"/>
                  </a:cubicBezTo>
                  <a:cubicBezTo>
                    <a:pt x="2918" y="1786"/>
                    <a:pt x="3214" y="1807"/>
                    <a:pt x="3495" y="1807"/>
                  </a:cubicBezTo>
                  <a:cubicBezTo>
                    <a:pt x="4700" y="1807"/>
                    <a:pt x="5632" y="1409"/>
                    <a:pt x="5719" y="795"/>
                  </a:cubicBezTo>
                  <a:cubicBezTo>
                    <a:pt x="5764" y="527"/>
                    <a:pt x="5639" y="250"/>
                    <a:pt x="5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2" name="Google Shape;1302;p39"/>
            <p:cNvSpPr/>
            <p:nvPr/>
          </p:nvSpPr>
          <p:spPr>
            <a:xfrm>
              <a:off x="6725725" y="4535675"/>
              <a:ext cx="43075" cy="22500"/>
            </a:xfrm>
            <a:custGeom>
              <a:avLst/>
              <a:gdLst/>
              <a:ahLst/>
              <a:cxnLst/>
              <a:rect l="l" t="t" r="r" b="b"/>
              <a:pathLst>
                <a:path w="1723" h="900" extrusionOk="0">
                  <a:moveTo>
                    <a:pt x="1234" y="1"/>
                  </a:moveTo>
                  <a:cubicBezTo>
                    <a:pt x="1178" y="1"/>
                    <a:pt x="1120" y="3"/>
                    <a:pt x="1062" y="7"/>
                  </a:cubicBezTo>
                  <a:cubicBezTo>
                    <a:pt x="999" y="16"/>
                    <a:pt x="937" y="25"/>
                    <a:pt x="875" y="43"/>
                  </a:cubicBezTo>
                  <a:cubicBezTo>
                    <a:pt x="812" y="52"/>
                    <a:pt x="750" y="70"/>
                    <a:pt x="687" y="88"/>
                  </a:cubicBezTo>
                  <a:cubicBezTo>
                    <a:pt x="625" y="115"/>
                    <a:pt x="562" y="132"/>
                    <a:pt x="500" y="168"/>
                  </a:cubicBezTo>
                  <a:cubicBezTo>
                    <a:pt x="437" y="195"/>
                    <a:pt x="384" y="230"/>
                    <a:pt x="330" y="266"/>
                  </a:cubicBezTo>
                  <a:cubicBezTo>
                    <a:pt x="277" y="302"/>
                    <a:pt x="223" y="346"/>
                    <a:pt x="179" y="391"/>
                  </a:cubicBezTo>
                  <a:cubicBezTo>
                    <a:pt x="134" y="436"/>
                    <a:pt x="98" y="480"/>
                    <a:pt x="72" y="534"/>
                  </a:cubicBezTo>
                  <a:cubicBezTo>
                    <a:pt x="36" y="587"/>
                    <a:pt x="18" y="641"/>
                    <a:pt x="9" y="685"/>
                  </a:cubicBezTo>
                  <a:cubicBezTo>
                    <a:pt x="0" y="730"/>
                    <a:pt x="9" y="775"/>
                    <a:pt x="18" y="810"/>
                  </a:cubicBezTo>
                  <a:cubicBezTo>
                    <a:pt x="27" y="846"/>
                    <a:pt x="36" y="864"/>
                    <a:pt x="45" y="882"/>
                  </a:cubicBezTo>
                  <a:cubicBezTo>
                    <a:pt x="63" y="891"/>
                    <a:pt x="63" y="900"/>
                    <a:pt x="63" y="900"/>
                  </a:cubicBezTo>
                  <a:cubicBezTo>
                    <a:pt x="63" y="900"/>
                    <a:pt x="72" y="891"/>
                    <a:pt x="72" y="873"/>
                  </a:cubicBezTo>
                  <a:cubicBezTo>
                    <a:pt x="81" y="864"/>
                    <a:pt x="90" y="837"/>
                    <a:pt x="98" y="819"/>
                  </a:cubicBezTo>
                  <a:cubicBezTo>
                    <a:pt x="116" y="801"/>
                    <a:pt x="134" y="775"/>
                    <a:pt x="161" y="757"/>
                  </a:cubicBezTo>
                  <a:cubicBezTo>
                    <a:pt x="188" y="739"/>
                    <a:pt x="214" y="721"/>
                    <a:pt x="250" y="703"/>
                  </a:cubicBezTo>
                  <a:cubicBezTo>
                    <a:pt x="286" y="685"/>
                    <a:pt x="330" y="668"/>
                    <a:pt x="366" y="659"/>
                  </a:cubicBezTo>
                  <a:cubicBezTo>
                    <a:pt x="411" y="641"/>
                    <a:pt x="455" y="623"/>
                    <a:pt x="509" y="605"/>
                  </a:cubicBezTo>
                  <a:cubicBezTo>
                    <a:pt x="536" y="596"/>
                    <a:pt x="553" y="587"/>
                    <a:pt x="580" y="578"/>
                  </a:cubicBezTo>
                  <a:cubicBezTo>
                    <a:pt x="607" y="569"/>
                    <a:pt x="634" y="569"/>
                    <a:pt x="660" y="552"/>
                  </a:cubicBezTo>
                  <a:cubicBezTo>
                    <a:pt x="714" y="534"/>
                    <a:pt x="768" y="516"/>
                    <a:pt x="821" y="507"/>
                  </a:cubicBezTo>
                  <a:cubicBezTo>
                    <a:pt x="928" y="462"/>
                    <a:pt x="1044" y="427"/>
                    <a:pt x="1151" y="382"/>
                  </a:cubicBezTo>
                  <a:cubicBezTo>
                    <a:pt x="1258" y="346"/>
                    <a:pt x="1356" y="302"/>
                    <a:pt x="1437" y="257"/>
                  </a:cubicBezTo>
                  <a:cubicBezTo>
                    <a:pt x="1526" y="213"/>
                    <a:pt x="1597" y="168"/>
                    <a:pt x="1642" y="141"/>
                  </a:cubicBezTo>
                  <a:cubicBezTo>
                    <a:pt x="1695" y="106"/>
                    <a:pt x="1722" y="79"/>
                    <a:pt x="1722" y="79"/>
                  </a:cubicBezTo>
                  <a:cubicBezTo>
                    <a:pt x="1722" y="79"/>
                    <a:pt x="1686" y="70"/>
                    <a:pt x="1633" y="52"/>
                  </a:cubicBezTo>
                  <a:cubicBezTo>
                    <a:pt x="1570" y="34"/>
                    <a:pt x="1490" y="16"/>
                    <a:pt x="1392" y="7"/>
                  </a:cubicBezTo>
                  <a:cubicBezTo>
                    <a:pt x="1343" y="3"/>
                    <a:pt x="1289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3" name="Google Shape;1303;p39"/>
            <p:cNvSpPr/>
            <p:nvPr/>
          </p:nvSpPr>
          <p:spPr>
            <a:xfrm>
              <a:off x="6731750" y="4566850"/>
              <a:ext cx="11825" cy="10825"/>
            </a:xfrm>
            <a:custGeom>
              <a:avLst/>
              <a:gdLst/>
              <a:ahLst/>
              <a:cxnLst/>
              <a:rect l="l" t="t" r="r" b="b"/>
              <a:pathLst>
                <a:path w="473" h="433" extrusionOk="0">
                  <a:moveTo>
                    <a:pt x="27" y="0"/>
                  </a:moveTo>
                  <a:cubicBezTo>
                    <a:pt x="27" y="0"/>
                    <a:pt x="0" y="54"/>
                    <a:pt x="9" y="125"/>
                  </a:cubicBezTo>
                  <a:cubicBezTo>
                    <a:pt x="9" y="170"/>
                    <a:pt x="18" y="206"/>
                    <a:pt x="36" y="241"/>
                  </a:cubicBezTo>
                  <a:cubicBezTo>
                    <a:pt x="36" y="268"/>
                    <a:pt x="54" y="286"/>
                    <a:pt x="63" y="304"/>
                  </a:cubicBezTo>
                  <a:cubicBezTo>
                    <a:pt x="80" y="322"/>
                    <a:pt x="89" y="339"/>
                    <a:pt x="107" y="348"/>
                  </a:cubicBezTo>
                  <a:cubicBezTo>
                    <a:pt x="152" y="375"/>
                    <a:pt x="188" y="411"/>
                    <a:pt x="232" y="420"/>
                  </a:cubicBezTo>
                  <a:cubicBezTo>
                    <a:pt x="264" y="426"/>
                    <a:pt x="291" y="432"/>
                    <a:pt x="320" y="432"/>
                  </a:cubicBezTo>
                  <a:cubicBezTo>
                    <a:pt x="332" y="432"/>
                    <a:pt x="344" y="431"/>
                    <a:pt x="357" y="429"/>
                  </a:cubicBezTo>
                  <a:cubicBezTo>
                    <a:pt x="428" y="420"/>
                    <a:pt x="473" y="375"/>
                    <a:pt x="473" y="375"/>
                  </a:cubicBezTo>
                  <a:cubicBezTo>
                    <a:pt x="473" y="375"/>
                    <a:pt x="446" y="322"/>
                    <a:pt x="411" y="277"/>
                  </a:cubicBezTo>
                  <a:cubicBezTo>
                    <a:pt x="402" y="268"/>
                    <a:pt x="393" y="250"/>
                    <a:pt x="393" y="232"/>
                  </a:cubicBezTo>
                  <a:cubicBezTo>
                    <a:pt x="384" y="224"/>
                    <a:pt x="375" y="206"/>
                    <a:pt x="366" y="197"/>
                  </a:cubicBezTo>
                  <a:cubicBezTo>
                    <a:pt x="348" y="179"/>
                    <a:pt x="330" y="152"/>
                    <a:pt x="303" y="134"/>
                  </a:cubicBezTo>
                  <a:cubicBezTo>
                    <a:pt x="259" y="99"/>
                    <a:pt x="205" y="63"/>
                    <a:pt x="143" y="36"/>
                  </a:cubicBezTo>
                  <a:cubicBezTo>
                    <a:pt x="89" y="18"/>
                    <a:pt x="27" y="0"/>
                    <a:pt x="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4" name="Google Shape;1304;p39"/>
            <p:cNvSpPr/>
            <p:nvPr/>
          </p:nvSpPr>
          <p:spPr>
            <a:xfrm>
              <a:off x="6730850" y="4033525"/>
              <a:ext cx="264750" cy="174725"/>
            </a:xfrm>
            <a:custGeom>
              <a:avLst/>
              <a:gdLst/>
              <a:ahLst/>
              <a:cxnLst/>
              <a:rect l="l" t="t" r="r" b="b"/>
              <a:pathLst>
                <a:path w="10590" h="6989" extrusionOk="0">
                  <a:moveTo>
                    <a:pt x="3691" y="0"/>
                  </a:moveTo>
                  <a:cubicBezTo>
                    <a:pt x="2552" y="0"/>
                    <a:pt x="1312" y="199"/>
                    <a:pt x="0" y="708"/>
                  </a:cubicBezTo>
                  <a:cubicBezTo>
                    <a:pt x="0" y="708"/>
                    <a:pt x="1321" y="6087"/>
                    <a:pt x="5505" y="6989"/>
                  </a:cubicBezTo>
                  <a:lnTo>
                    <a:pt x="10590" y="2599"/>
                  </a:lnTo>
                  <a:cubicBezTo>
                    <a:pt x="10590" y="2599"/>
                    <a:pt x="7805" y="0"/>
                    <a:pt x="3691" y="0"/>
                  </a:cubicBezTo>
                  <a:close/>
                </a:path>
              </a:pathLst>
            </a:custGeom>
            <a:solidFill>
              <a:srgbClr val="8046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5" name="Google Shape;1305;p39"/>
            <p:cNvSpPr/>
            <p:nvPr/>
          </p:nvSpPr>
          <p:spPr>
            <a:xfrm>
              <a:off x="6721475" y="3974150"/>
              <a:ext cx="298225" cy="101000"/>
            </a:xfrm>
            <a:custGeom>
              <a:avLst/>
              <a:gdLst/>
              <a:ahLst/>
              <a:cxnLst/>
              <a:rect l="l" t="t" r="r" b="b"/>
              <a:pathLst>
                <a:path w="11929" h="4040" extrusionOk="0">
                  <a:moveTo>
                    <a:pt x="3734" y="0"/>
                  </a:moveTo>
                  <a:cubicBezTo>
                    <a:pt x="1719" y="0"/>
                    <a:pt x="262" y="426"/>
                    <a:pt x="152" y="1156"/>
                  </a:cubicBezTo>
                  <a:cubicBezTo>
                    <a:pt x="1" y="2164"/>
                    <a:pt x="2481" y="3369"/>
                    <a:pt x="5692" y="3841"/>
                  </a:cubicBezTo>
                  <a:cubicBezTo>
                    <a:pt x="6588" y="3976"/>
                    <a:pt x="7446" y="4039"/>
                    <a:pt x="8221" y="4039"/>
                  </a:cubicBezTo>
                  <a:cubicBezTo>
                    <a:pt x="10225" y="4039"/>
                    <a:pt x="11674" y="3614"/>
                    <a:pt x="11777" y="2887"/>
                  </a:cubicBezTo>
                  <a:cubicBezTo>
                    <a:pt x="11928" y="1879"/>
                    <a:pt x="9448" y="674"/>
                    <a:pt x="6237" y="193"/>
                  </a:cubicBezTo>
                  <a:cubicBezTo>
                    <a:pt x="5350" y="62"/>
                    <a:pt x="4502" y="0"/>
                    <a:pt x="3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6" name="Google Shape;1306;p39"/>
            <p:cNvSpPr/>
            <p:nvPr/>
          </p:nvSpPr>
          <p:spPr>
            <a:xfrm>
              <a:off x="6725050" y="3970825"/>
              <a:ext cx="290850" cy="71275"/>
            </a:xfrm>
            <a:custGeom>
              <a:avLst/>
              <a:gdLst/>
              <a:ahLst/>
              <a:cxnLst/>
              <a:rect l="l" t="t" r="r" b="b"/>
              <a:pathLst>
                <a:path w="11634" h="2851" extrusionOk="0">
                  <a:moveTo>
                    <a:pt x="3760" y="0"/>
                  </a:moveTo>
                  <a:cubicBezTo>
                    <a:pt x="1810" y="0"/>
                    <a:pt x="351" y="426"/>
                    <a:pt x="1" y="1173"/>
                  </a:cubicBezTo>
                  <a:lnTo>
                    <a:pt x="268" y="1289"/>
                  </a:lnTo>
                  <a:cubicBezTo>
                    <a:pt x="531" y="724"/>
                    <a:pt x="1832" y="289"/>
                    <a:pt x="3770" y="289"/>
                  </a:cubicBezTo>
                  <a:cubicBezTo>
                    <a:pt x="4460" y="289"/>
                    <a:pt x="5232" y="344"/>
                    <a:pt x="6067" y="468"/>
                  </a:cubicBezTo>
                  <a:cubicBezTo>
                    <a:pt x="8797" y="879"/>
                    <a:pt x="11072" y="1905"/>
                    <a:pt x="11357" y="2850"/>
                  </a:cubicBezTo>
                  <a:lnTo>
                    <a:pt x="11634" y="2770"/>
                  </a:lnTo>
                  <a:cubicBezTo>
                    <a:pt x="11312" y="1700"/>
                    <a:pt x="8993" y="611"/>
                    <a:pt x="6111" y="183"/>
                  </a:cubicBezTo>
                  <a:cubicBezTo>
                    <a:pt x="5281" y="59"/>
                    <a:pt x="4486" y="0"/>
                    <a:pt x="37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7" name="Google Shape;1307;p39"/>
            <p:cNvSpPr/>
            <p:nvPr/>
          </p:nvSpPr>
          <p:spPr>
            <a:xfrm>
              <a:off x="6696725" y="3878375"/>
              <a:ext cx="313150" cy="250925"/>
            </a:xfrm>
            <a:custGeom>
              <a:avLst/>
              <a:gdLst/>
              <a:ahLst/>
              <a:cxnLst/>
              <a:rect l="l" t="t" r="r" b="b"/>
              <a:pathLst>
                <a:path w="12526" h="10037" extrusionOk="0">
                  <a:moveTo>
                    <a:pt x="7762" y="0"/>
                  </a:moveTo>
                  <a:cubicBezTo>
                    <a:pt x="7762" y="0"/>
                    <a:pt x="7762" y="0"/>
                    <a:pt x="7762" y="1"/>
                  </a:cubicBezTo>
                  <a:lnTo>
                    <a:pt x="7762" y="1"/>
                  </a:lnTo>
                  <a:cubicBezTo>
                    <a:pt x="7762" y="0"/>
                    <a:pt x="7762" y="0"/>
                    <a:pt x="7762" y="0"/>
                  </a:cubicBezTo>
                  <a:close/>
                  <a:moveTo>
                    <a:pt x="7762" y="1"/>
                  </a:moveTo>
                  <a:cubicBezTo>
                    <a:pt x="8089" y="98"/>
                    <a:pt x="9224" y="1178"/>
                    <a:pt x="8348" y="1178"/>
                  </a:cubicBezTo>
                  <a:cubicBezTo>
                    <a:pt x="8337" y="1178"/>
                    <a:pt x="8326" y="1178"/>
                    <a:pt x="8315" y="1178"/>
                  </a:cubicBezTo>
                  <a:cubicBezTo>
                    <a:pt x="7673" y="1150"/>
                    <a:pt x="7031" y="882"/>
                    <a:pt x="6388" y="882"/>
                  </a:cubicBezTo>
                  <a:cubicBezTo>
                    <a:pt x="6210" y="882"/>
                    <a:pt x="6031" y="903"/>
                    <a:pt x="5853" y="955"/>
                  </a:cubicBezTo>
                  <a:cubicBezTo>
                    <a:pt x="5416" y="1080"/>
                    <a:pt x="5103" y="1437"/>
                    <a:pt x="4916" y="1802"/>
                  </a:cubicBezTo>
                  <a:cubicBezTo>
                    <a:pt x="4907" y="1811"/>
                    <a:pt x="4827" y="2043"/>
                    <a:pt x="4827" y="2043"/>
                  </a:cubicBezTo>
                  <a:cubicBezTo>
                    <a:pt x="1196" y="2525"/>
                    <a:pt x="2365" y="5005"/>
                    <a:pt x="2365" y="5005"/>
                  </a:cubicBezTo>
                  <a:cubicBezTo>
                    <a:pt x="1" y="7726"/>
                    <a:pt x="3212" y="8627"/>
                    <a:pt x="3212" y="8627"/>
                  </a:cubicBezTo>
                  <a:cubicBezTo>
                    <a:pt x="5037" y="9610"/>
                    <a:pt x="6040" y="9874"/>
                    <a:pt x="6680" y="9874"/>
                  </a:cubicBezTo>
                  <a:cubicBezTo>
                    <a:pt x="7167" y="9874"/>
                    <a:pt x="7442" y="9721"/>
                    <a:pt x="7708" y="9617"/>
                  </a:cubicBezTo>
                  <a:cubicBezTo>
                    <a:pt x="7708" y="9617"/>
                    <a:pt x="7708" y="9626"/>
                    <a:pt x="7708" y="9626"/>
                  </a:cubicBezTo>
                  <a:cubicBezTo>
                    <a:pt x="8104" y="9933"/>
                    <a:pt x="8441" y="10036"/>
                    <a:pt x="8713" y="10036"/>
                  </a:cubicBezTo>
                  <a:cubicBezTo>
                    <a:pt x="9264" y="10036"/>
                    <a:pt x="9555" y="9617"/>
                    <a:pt x="9555" y="9617"/>
                  </a:cubicBezTo>
                  <a:cubicBezTo>
                    <a:pt x="10394" y="9573"/>
                    <a:pt x="11634" y="9269"/>
                    <a:pt x="11973" y="8484"/>
                  </a:cubicBezTo>
                  <a:cubicBezTo>
                    <a:pt x="12124" y="8127"/>
                    <a:pt x="12044" y="7744"/>
                    <a:pt x="11892" y="7387"/>
                  </a:cubicBezTo>
                  <a:cubicBezTo>
                    <a:pt x="11857" y="7308"/>
                    <a:pt x="11299" y="6449"/>
                    <a:pt x="11235" y="6449"/>
                  </a:cubicBezTo>
                  <a:cubicBezTo>
                    <a:pt x="11234" y="6449"/>
                    <a:pt x="11233" y="6450"/>
                    <a:pt x="11232" y="6450"/>
                  </a:cubicBezTo>
                  <a:cubicBezTo>
                    <a:pt x="11955" y="5826"/>
                    <a:pt x="12526" y="4996"/>
                    <a:pt x="11687" y="4211"/>
                  </a:cubicBezTo>
                  <a:cubicBezTo>
                    <a:pt x="11605" y="4137"/>
                    <a:pt x="10634" y="3501"/>
                    <a:pt x="10400" y="3501"/>
                  </a:cubicBezTo>
                  <a:cubicBezTo>
                    <a:pt x="10381" y="3501"/>
                    <a:pt x="10366" y="3506"/>
                    <a:pt x="10358" y="3515"/>
                  </a:cubicBezTo>
                  <a:cubicBezTo>
                    <a:pt x="12193" y="1334"/>
                    <a:pt x="7817" y="17"/>
                    <a:pt x="77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8" name="Google Shape;1308;p39"/>
            <p:cNvSpPr/>
            <p:nvPr/>
          </p:nvSpPr>
          <p:spPr>
            <a:xfrm>
              <a:off x="6873150" y="4030700"/>
              <a:ext cx="114600" cy="35150"/>
            </a:xfrm>
            <a:custGeom>
              <a:avLst/>
              <a:gdLst/>
              <a:ahLst/>
              <a:cxnLst/>
              <a:rect l="l" t="t" r="r" b="b"/>
              <a:pathLst>
                <a:path w="4584" h="1406" extrusionOk="0">
                  <a:moveTo>
                    <a:pt x="0" y="0"/>
                  </a:moveTo>
                  <a:cubicBezTo>
                    <a:pt x="1" y="1"/>
                    <a:pt x="2664" y="1406"/>
                    <a:pt x="3839" y="1406"/>
                  </a:cubicBezTo>
                  <a:cubicBezTo>
                    <a:pt x="4354" y="1406"/>
                    <a:pt x="4583" y="1135"/>
                    <a:pt x="4175" y="357"/>
                  </a:cubicBezTo>
                  <a:lnTo>
                    <a:pt x="4175" y="357"/>
                  </a:lnTo>
                  <a:cubicBezTo>
                    <a:pt x="4175" y="357"/>
                    <a:pt x="3679" y="564"/>
                    <a:pt x="2778" y="564"/>
                  </a:cubicBezTo>
                  <a:cubicBezTo>
                    <a:pt x="2081" y="564"/>
                    <a:pt x="1141" y="44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9" name="Google Shape;1309;p39"/>
            <p:cNvSpPr/>
            <p:nvPr/>
          </p:nvSpPr>
          <p:spPr>
            <a:xfrm>
              <a:off x="6720825" y="4003500"/>
              <a:ext cx="157025" cy="74275"/>
            </a:xfrm>
            <a:custGeom>
              <a:avLst/>
              <a:gdLst/>
              <a:ahLst/>
              <a:cxnLst/>
              <a:rect l="l" t="t" r="r" b="b"/>
              <a:pathLst>
                <a:path w="6281" h="2971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0" y="1329"/>
                    <a:pt x="6280" y="2971"/>
                    <a:pt x="6280" y="2971"/>
                  </a:cubicBezTo>
                  <a:cubicBezTo>
                    <a:pt x="2150" y="1686"/>
                    <a:pt x="1401" y="0"/>
                    <a:pt x="14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0" name="Google Shape;1310;p39"/>
            <p:cNvSpPr/>
            <p:nvPr/>
          </p:nvSpPr>
          <p:spPr>
            <a:xfrm>
              <a:off x="6771750" y="3929450"/>
              <a:ext cx="142675" cy="58450"/>
            </a:xfrm>
            <a:custGeom>
              <a:avLst/>
              <a:gdLst/>
              <a:ahLst/>
              <a:cxnLst/>
              <a:rect l="l" t="t" r="r" b="b"/>
              <a:pathLst>
                <a:path w="5707" h="2338" extrusionOk="0">
                  <a:moveTo>
                    <a:pt x="1826" y="0"/>
                  </a:moveTo>
                  <a:lnTo>
                    <a:pt x="1826" y="0"/>
                  </a:lnTo>
                  <a:cubicBezTo>
                    <a:pt x="0" y="651"/>
                    <a:pt x="3512" y="1740"/>
                    <a:pt x="5043" y="2162"/>
                  </a:cubicBezTo>
                  <a:lnTo>
                    <a:pt x="5043" y="2162"/>
                  </a:lnTo>
                  <a:cubicBezTo>
                    <a:pt x="2251" y="1337"/>
                    <a:pt x="1826" y="0"/>
                    <a:pt x="1826" y="0"/>
                  </a:cubicBezTo>
                  <a:close/>
                  <a:moveTo>
                    <a:pt x="5043" y="2162"/>
                  </a:moveTo>
                  <a:cubicBezTo>
                    <a:pt x="5251" y="2224"/>
                    <a:pt x="5472" y="2283"/>
                    <a:pt x="5707" y="2338"/>
                  </a:cubicBezTo>
                  <a:cubicBezTo>
                    <a:pt x="5707" y="2338"/>
                    <a:pt x="5442" y="2273"/>
                    <a:pt x="5043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1" name="Google Shape;1311;p39"/>
            <p:cNvSpPr/>
            <p:nvPr/>
          </p:nvSpPr>
          <p:spPr>
            <a:xfrm>
              <a:off x="6906825" y="3956875"/>
              <a:ext cx="54575" cy="19850"/>
            </a:xfrm>
            <a:custGeom>
              <a:avLst/>
              <a:gdLst/>
              <a:ahLst/>
              <a:cxnLst/>
              <a:rect l="l" t="t" r="r" b="b"/>
              <a:pathLst>
                <a:path w="2183" h="794" extrusionOk="0">
                  <a:moveTo>
                    <a:pt x="0" y="1"/>
                  </a:moveTo>
                  <a:lnTo>
                    <a:pt x="0" y="1"/>
                  </a:lnTo>
                  <a:cubicBezTo>
                    <a:pt x="1" y="1"/>
                    <a:pt x="1477" y="793"/>
                    <a:pt x="1960" y="793"/>
                  </a:cubicBezTo>
                  <a:cubicBezTo>
                    <a:pt x="2141" y="793"/>
                    <a:pt x="2183" y="682"/>
                    <a:pt x="1954" y="375"/>
                  </a:cubicBezTo>
                  <a:cubicBezTo>
                    <a:pt x="1954" y="375"/>
                    <a:pt x="1939" y="503"/>
                    <a:pt x="1650" y="503"/>
                  </a:cubicBezTo>
                  <a:cubicBezTo>
                    <a:pt x="1388" y="503"/>
                    <a:pt x="902" y="399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2" name="Google Shape;1312;p39"/>
            <p:cNvSpPr/>
            <p:nvPr/>
          </p:nvSpPr>
          <p:spPr>
            <a:xfrm>
              <a:off x="6739775" y="4036950"/>
              <a:ext cx="8950" cy="22550"/>
            </a:xfrm>
            <a:custGeom>
              <a:avLst/>
              <a:gdLst/>
              <a:ahLst/>
              <a:cxnLst/>
              <a:rect l="l" t="t" r="r" b="b"/>
              <a:pathLst>
                <a:path w="358" h="902" extrusionOk="0">
                  <a:moveTo>
                    <a:pt x="277" y="0"/>
                  </a:moveTo>
                  <a:cubicBezTo>
                    <a:pt x="268" y="9"/>
                    <a:pt x="259" y="9"/>
                    <a:pt x="241" y="18"/>
                  </a:cubicBezTo>
                  <a:cubicBezTo>
                    <a:pt x="223" y="27"/>
                    <a:pt x="206" y="36"/>
                    <a:pt x="188" y="45"/>
                  </a:cubicBezTo>
                  <a:cubicBezTo>
                    <a:pt x="170" y="63"/>
                    <a:pt x="152" y="80"/>
                    <a:pt x="134" y="98"/>
                  </a:cubicBezTo>
                  <a:cubicBezTo>
                    <a:pt x="107" y="116"/>
                    <a:pt x="90" y="143"/>
                    <a:pt x="72" y="170"/>
                  </a:cubicBezTo>
                  <a:cubicBezTo>
                    <a:pt x="63" y="196"/>
                    <a:pt x="45" y="223"/>
                    <a:pt x="36" y="250"/>
                  </a:cubicBezTo>
                  <a:cubicBezTo>
                    <a:pt x="9" y="312"/>
                    <a:pt x="0" y="393"/>
                    <a:pt x="0" y="464"/>
                  </a:cubicBezTo>
                  <a:cubicBezTo>
                    <a:pt x="0" y="500"/>
                    <a:pt x="9" y="535"/>
                    <a:pt x="18" y="571"/>
                  </a:cubicBezTo>
                  <a:cubicBezTo>
                    <a:pt x="36" y="598"/>
                    <a:pt x="45" y="634"/>
                    <a:pt x="63" y="660"/>
                  </a:cubicBezTo>
                  <a:cubicBezTo>
                    <a:pt x="81" y="696"/>
                    <a:pt x="98" y="723"/>
                    <a:pt x="116" y="750"/>
                  </a:cubicBezTo>
                  <a:cubicBezTo>
                    <a:pt x="134" y="767"/>
                    <a:pt x="161" y="794"/>
                    <a:pt x="179" y="812"/>
                  </a:cubicBezTo>
                  <a:cubicBezTo>
                    <a:pt x="223" y="848"/>
                    <a:pt x="268" y="866"/>
                    <a:pt x="304" y="883"/>
                  </a:cubicBezTo>
                  <a:cubicBezTo>
                    <a:pt x="313" y="892"/>
                    <a:pt x="330" y="892"/>
                    <a:pt x="339" y="901"/>
                  </a:cubicBezTo>
                  <a:lnTo>
                    <a:pt x="348" y="901"/>
                  </a:lnTo>
                  <a:cubicBezTo>
                    <a:pt x="348" y="901"/>
                    <a:pt x="357" y="901"/>
                    <a:pt x="357" y="892"/>
                  </a:cubicBezTo>
                  <a:cubicBezTo>
                    <a:pt x="357" y="883"/>
                    <a:pt x="357" y="866"/>
                    <a:pt x="357" y="848"/>
                  </a:cubicBezTo>
                  <a:cubicBezTo>
                    <a:pt x="357" y="839"/>
                    <a:pt x="357" y="821"/>
                    <a:pt x="348" y="794"/>
                  </a:cubicBezTo>
                  <a:cubicBezTo>
                    <a:pt x="348" y="776"/>
                    <a:pt x="348" y="758"/>
                    <a:pt x="348" y="732"/>
                  </a:cubicBezTo>
                  <a:cubicBezTo>
                    <a:pt x="348" y="714"/>
                    <a:pt x="348" y="687"/>
                    <a:pt x="339" y="669"/>
                  </a:cubicBezTo>
                  <a:cubicBezTo>
                    <a:pt x="339" y="643"/>
                    <a:pt x="339" y="616"/>
                    <a:pt x="339" y="589"/>
                  </a:cubicBezTo>
                  <a:cubicBezTo>
                    <a:pt x="339" y="571"/>
                    <a:pt x="330" y="544"/>
                    <a:pt x="330" y="518"/>
                  </a:cubicBezTo>
                  <a:cubicBezTo>
                    <a:pt x="330" y="500"/>
                    <a:pt x="330" y="473"/>
                    <a:pt x="321" y="446"/>
                  </a:cubicBezTo>
                  <a:cubicBezTo>
                    <a:pt x="321" y="419"/>
                    <a:pt x="321" y="402"/>
                    <a:pt x="321" y="375"/>
                  </a:cubicBezTo>
                  <a:cubicBezTo>
                    <a:pt x="321" y="366"/>
                    <a:pt x="321" y="348"/>
                    <a:pt x="313" y="339"/>
                  </a:cubicBezTo>
                  <a:cubicBezTo>
                    <a:pt x="313" y="330"/>
                    <a:pt x="313" y="312"/>
                    <a:pt x="313" y="304"/>
                  </a:cubicBezTo>
                  <a:cubicBezTo>
                    <a:pt x="313" y="259"/>
                    <a:pt x="304" y="205"/>
                    <a:pt x="304" y="161"/>
                  </a:cubicBezTo>
                  <a:cubicBezTo>
                    <a:pt x="304" y="116"/>
                    <a:pt x="295" y="80"/>
                    <a:pt x="295" y="45"/>
                  </a:cubicBezTo>
                  <a:cubicBezTo>
                    <a:pt x="295" y="36"/>
                    <a:pt x="295" y="18"/>
                    <a:pt x="295" y="9"/>
                  </a:cubicBezTo>
                  <a:cubicBezTo>
                    <a:pt x="295" y="0"/>
                    <a:pt x="295" y="0"/>
                    <a:pt x="2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3" name="Google Shape;1313;p39"/>
            <p:cNvSpPr/>
            <p:nvPr/>
          </p:nvSpPr>
          <p:spPr>
            <a:xfrm>
              <a:off x="6983550" y="4066950"/>
              <a:ext cx="12050" cy="17525"/>
            </a:xfrm>
            <a:custGeom>
              <a:avLst/>
              <a:gdLst/>
              <a:ahLst/>
              <a:cxnLst/>
              <a:rect l="l" t="t" r="r" b="b"/>
              <a:pathLst>
                <a:path w="482" h="701" extrusionOk="0">
                  <a:moveTo>
                    <a:pt x="155" y="1"/>
                  </a:moveTo>
                  <a:cubicBezTo>
                    <a:pt x="135" y="1"/>
                    <a:pt x="119" y="5"/>
                    <a:pt x="107" y="5"/>
                  </a:cubicBezTo>
                  <a:cubicBezTo>
                    <a:pt x="80" y="5"/>
                    <a:pt x="62" y="22"/>
                    <a:pt x="45" y="22"/>
                  </a:cubicBezTo>
                  <a:cubicBezTo>
                    <a:pt x="27" y="31"/>
                    <a:pt x="18" y="40"/>
                    <a:pt x="9" y="49"/>
                  </a:cubicBezTo>
                  <a:cubicBezTo>
                    <a:pt x="0" y="49"/>
                    <a:pt x="0" y="58"/>
                    <a:pt x="0" y="58"/>
                  </a:cubicBezTo>
                  <a:cubicBezTo>
                    <a:pt x="0" y="58"/>
                    <a:pt x="0" y="58"/>
                    <a:pt x="9" y="67"/>
                  </a:cubicBezTo>
                  <a:cubicBezTo>
                    <a:pt x="9" y="76"/>
                    <a:pt x="18" y="85"/>
                    <a:pt x="27" y="94"/>
                  </a:cubicBezTo>
                  <a:cubicBezTo>
                    <a:pt x="36" y="112"/>
                    <a:pt x="45" y="129"/>
                    <a:pt x="45" y="138"/>
                  </a:cubicBezTo>
                  <a:cubicBezTo>
                    <a:pt x="54" y="156"/>
                    <a:pt x="62" y="174"/>
                    <a:pt x="62" y="192"/>
                  </a:cubicBezTo>
                  <a:cubicBezTo>
                    <a:pt x="62" y="201"/>
                    <a:pt x="71" y="219"/>
                    <a:pt x="62" y="236"/>
                  </a:cubicBezTo>
                  <a:cubicBezTo>
                    <a:pt x="71" y="245"/>
                    <a:pt x="62" y="263"/>
                    <a:pt x="62" y="272"/>
                  </a:cubicBezTo>
                  <a:cubicBezTo>
                    <a:pt x="62" y="281"/>
                    <a:pt x="62" y="290"/>
                    <a:pt x="62" y="299"/>
                  </a:cubicBezTo>
                  <a:cubicBezTo>
                    <a:pt x="62" y="317"/>
                    <a:pt x="62" y="326"/>
                    <a:pt x="62" y="344"/>
                  </a:cubicBezTo>
                  <a:cubicBezTo>
                    <a:pt x="62" y="352"/>
                    <a:pt x="62" y="370"/>
                    <a:pt x="71" y="388"/>
                  </a:cubicBezTo>
                  <a:cubicBezTo>
                    <a:pt x="71" y="406"/>
                    <a:pt x="71" y="424"/>
                    <a:pt x="80" y="442"/>
                  </a:cubicBezTo>
                  <a:cubicBezTo>
                    <a:pt x="89" y="459"/>
                    <a:pt x="98" y="477"/>
                    <a:pt x="98" y="504"/>
                  </a:cubicBezTo>
                  <a:cubicBezTo>
                    <a:pt x="107" y="522"/>
                    <a:pt x="116" y="540"/>
                    <a:pt x="125" y="558"/>
                  </a:cubicBezTo>
                  <a:cubicBezTo>
                    <a:pt x="143" y="593"/>
                    <a:pt x="161" y="629"/>
                    <a:pt x="178" y="656"/>
                  </a:cubicBezTo>
                  <a:cubicBezTo>
                    <a:pt x="187" y="674"/>
                    <a:pt x="196" y="683"/>
                    <a:pt x="196" y="691"/>
                  </a:cubicBezTo>
                  <a:cubicBezTo>
                    <a:pt x="205" y="700"/>
                    <a:pt x="205" y="700"/>
                    <a:pt x="205" y="700"/>
                  </a:cubicBezTo>
                  <a:lnTo>
                    <a:pt x="223" y="700"/>
                  </a:lnTo>
                  <a:cubicBezTo>
                    <a:pt x="223" y="691"/>
                    <a:pt x="241" y="691"/>
                    <a:pt x="259" y="683"/>
                  </a:cubicBezTo>
                  <a:cubicBezTo>
                    <a:pt x="286" y="674"/>
                    <a:pt x="321" y="647"/>
                    <a:pt x="357" y="620"/>
                  </a:cubicBezTo>
                  <a:cubicBezTo>
                    <a:pt x="393" y="584"/>
                    <a:pt x="428" y="540"/>
                    <a:pt x="455" y="486"/>
                  </a:cubicBezTo>
                  <a:cubicBezTo>
                    <a:pt x="464" y="459"/>
                    <a:pt x="473" y="433"/>
                    <a:pt x="473" y="406"/>
                  </a:cubicBezTo>
                  <a:cubicBezTo>
                    <a:pt x="482" y="370"/>
                    <a:pt x="482" y="344"/>
                    <a:pt x="473" y="308"/>
                  </a:cubicBezTo>
                  <a:cubicBezTo>
                    <a:pt x="473" y="272"/>
                    <a:pt x="464" y="236"/>
                    <a:pt x="446" y="201"/>
                  </a:cubicBezTo>
                  <a:cubicBezTo>
                    <a:pt x="428" y="165"/>
                    <a:pt x="401" y="129"/>
                    <a:pt x="384" y="103"/>
                  </a:cubicBezTo>
                  <a:cubicBezTo>
                    <a:pt x="348" y="76"/>
                    <a:pt x="321" y="49"/>
                    <a:pt x="286" y="31"/>
                  </a:cubicBezTo>
                  <a:cubicBezTo>
                    <a:pt x="250" y="13"/>
                    <a:pt x="214" y="5"/>
                    <a:pt x="187" y="5"/>
                  </a:cubicBezTo>
                  <a:cubicBezTo>
                    <a:pt x="175" y="2"/>
                    <a:pt x="165" y="1"/>
                    <a:pt x="1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4" name="Google Shape;1314;p39"/>
            <p:cNvSpPr/>
            <p:nvPr/>
          </p:nvSpPr>
          <p:spPr>
            <a:xfrm>
              <a:off x="6681125" y="4051225"/>
              <a:ext cx="314475" cy="450975"/>
            </a:xfrm>
            <a:custGeom>
              <a:avLst/>
              <a:gdLst/>
              <a:ahLst/>
              <a:cxnLst/>
              <a:rect l="l" t="t" r="r" b="b"/>
              <a:pathLst>
                <a:path w="12579" h="18039" extrusionOk="0">
                  <a:moveTo>
                    <a:pt x="1989" y="0"/>
                  </a:moveTo>
                  <a:lnTo>
                    <a:pt x="1989" y="0"/>
                  </a:lnTo>
                  <a:cubicBezTo>
                    <a:pt x="1427" y="3194"/>
                    <a:pt x="0" y="16736"/>
                    <a:pt x="4737" y="18038"/>
                  </a:cubicBezTo>
                  <a:cubicBezTo>
                    <a:pt x="4737" y="18038"/>
                    <a:pt x="10607" y="17994"/>
                    <a:pt x="12579" y="1891"/>
                  </a:cubicBezTo>
                  <a:lnTo>
                    <a:pt x="12579" y="1891"/>
                  </a:lnTo>
                  <a:cubicBezTo>
                    <a:pt x="11405" y="2460"/>
                    <a:pt x="10079" y="2735"/>
                    <a:pt x="8739" y="2735"/>
                  </a:cubicBezTo>
                  <a:cubicBezTo>
                    <a:pt x="6251" y="2735"/>
                    <a:pt x="3712" y="1786"/>
                    <a:pt x="1989" y="0"/>
                  </a:cubicBezTo>
                  <a:close/>
                </a:path>
              </a:pathLst>
            </a:custGeom>
            <a:solidFill>
              <a:srgbClr val="A15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5" name="Google Shape;1315;p39"/>
            <p:cNvSpPr/>
            <p:nvPr/>
          </p:nvSpPr>
          <p:spPr>
            <a:xfrm>
              <a:off x="6721250" y="4098500"/>
              <a:ext cx="274350" cy="403700"/>
            </a:xfrm>
            <a:custGeom>
              <a:avLst/>
              <a:gdLst/>
              <a:ahLst/>
              <a:cxnLst/>
              <a:rect l="l" t="t" r="r" b="b"/>
              <a:pathLst>
                <a:path w="10974" h="16148" extrusionOk="0">
                  <a:moveTo>
                    <a:pt x="10974" y="0"/>
                  </a:moveTo>
                  <a:lnTo>
                    <a:pt x="10974" y="0"/>
                  </a:lnTo>
                  <a:cubicBezTo>
                    <a:pt x="10822" y="72"/>
                    <a:pt x="10679" y="134"/>
                    <a:pt x="10528" y="197"/>
                  </a:cubicBezTo>
                  <a:cubicBezTo>
                    <a:pt x="8378" y="14747"/>
                    <a:pt x="2891" y="14800"/>
                    <a:pt x="2891" y="14800"/>
                  </a:cubicBezTo>
                  <a:cubicBezTo>
                    <a:pt x="1366" y="14372"/>
                    <a:pt x="483" y="12677"/>
                    <a:pt x="1" y="10465"/>
                  </a:cubicBezTo>
                  <a:lnTo>
                    <a:pt x="1" y="10465"/>
                  </a:lnTo>
                  <a:cubicBezTo>
                    <a:pt x="393" y="13319"/>
                    <a:pt x="1303" y="15648"/>
                    <a:pt x="3132" y="16147"/>
                  </a:cubicBezTo>
                  <a:cubicBezTo>
                    <a:pt x="3132" y="16147"/>
                    <a:pt x="9002" y="16103"/>
                    <a:pt x="10974" y="0"/>
                  </a:cubicBezTo>
                  <a:close/>
                </a:path>
              </a:pathLst>
            </a:custGeom>
            <a:solidFill>
              <a:srgbClr val="914F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6" name="Google Shape;1316;p39"/>
            <p:cNvSpPr/>
            <p:nvPr/>
          </p:nvSpPr>
          <p:spPr>
            <a:xfrm>
              <a:off x="6766100" y="3859200"/>
              <a:ext cx="53325" cy="166300"/>
            </a:xfrm>
            <a:custGeom>
              <a:avLst/>
              <a:gdLst/>
              <a:ahLst/>
              <a:cxnLst/>
              <a:rect l="l" t="t" r="r" b="b"/>
              <a:pathLst>
                <a:path w="2133" h="6652" extrusionOk="0">
                  <a:moveTo>
                    <a:pt x="1204" y="0"/>
                  </a:moveTo>
                  <a:cubicBezTo>
                    <a:pt x="1041" y="137"/>
                    <a:pt x="586" y="260"/>
                    <a:pt x="270" y="260"/>
                  </a:cubicBezTo>
                  <a:cubicBezTo>
                    <a:pt x="155" y="260"/>
                    <a:pt x="57" y="244"/>
                    <a:pt x="0" y="205"/>
                  </a:cubicBezTo>
                  <a:lnTo>
                    <a:pt x="0" y="205"/>
                  </a:lnTo>
                  <a:cubicBezTo>
                    <a:pt x="0" y="214"/>
                    <a:pt x="937" y="6521"/>
                    <a:pt x="937" y="6521"/>
                  </a:cubicBezTo>
                  <a:cubicBezTo>
                    <a:pt x="947" y="6615"/>
                    <a:pt x="1029" y="6651"/>
                    <a:pt x="1147" y="6651"/>
                  </a:cubicBezTo>
                  <a:cubicBezTo>
                    <a:pt x="1455" y="6651"/>
                    <a:pt x="2003" y="6409"/>
                    <a:pt x="2132" y="6325"/>
                  </a:cubicBezTo>
                  <a:lnTo>
                    <a:pt x="12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7" name="Google Shape;1317;p39"/>
            <p:cNvSpPr/>
            <p:nvPr/>
          </p:nvSpPr>
          <p:spPr>
            <a:xfrm>
              <a:off x="6766100" y="3864325"/>
              <a:ext cx="53325" cy="161175"/>
            </a:xfrm>
            <a:custGeom>
              <a:avLst/>
              <a:gdLst/>
              <a:ahLst/>
              <a:cxnLst/>
              <a:rect l="l" t="t" r="r" b="b"/>
              <a:pathLst>
                <a:path w="2133" h="6447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9"/>
                    <a:pt x="937" y="6316"/>
                    <a:pt x="937" y="6316"/>
                  </a:cubicBezTo>
                  <a:cubicBezTo>
                    <a:pt x="947" y="6410"/>
                    <a:pt x="1029" y="6446"/>
                    <a:pt x="1147" y="6446"/>
                  </a:cubicBezTo>
                  <a:cubicBezTo>
                    <a:pt x="1455" y="6446"/>
                    <a:pt x="2003" y="6204"/>
                    <a:pt x="2132" y="6120"/>
                  </a:cubicBezTo>
                  <a:lnTo>
                    <a:pt x="2123" y="6040"/>
                  </a:lnTo>
                  <a:cubicBezTo>
                    <a:pt x="1914" y="6126"/>
                    <a:pt x="1654" y="6208"/>
                    <a:pt x="1475" y="6208"/>
                  </a:cubicBezTo>
                  <a:cubicBezTo>
                    <a:pt x="1356" y="6208"/>
                    <a:pt x="1274" y="6172"/>
                    <a:pt x="1267" y="6076"/>
                  </a:cubicBezTo>
                  <a:cubicBezTo>
                    <a:pt x="1267" y="6076"/>
                    <a:pt x="553" y="1294"/>
                    <a:pt x="375" y="54"/>
                  </a:cubicBezTo>
                  <a:cubicBezTo>
                    <a:pt x="340" y="56"/>
                    <a:pt x="306" y="57"/>
                    <a:pt x="274" y="57"/>
                  </a:cubicBezTo>
                  <a:cubicBezTo>
                    <a:pt x="156" y="57"/>
                    <a:pt x="56" y="4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8" name="Google Shape;1318;p39"/>
            <p:cNvSpPr/>
            <p:nvPr/>
          </p:nvSpPr>
          <p:spPr>
            <a:xfrm>
              <a:off x="6765650" y="3857350"/>
              <a:ext cx="30800" cy="9475"/>
            </a:xfrm>
            <a:custGeom>
              <a:avLst/>
              <a:gdLst/>
              <a:ahLst/>
              <a:cxnLst/>
              <a:rect l="l" t="t" r="r" b="b"/>
              <a:pathLst>
                <a:path w="1232" h="379" extrusionOk="0">
                  <a:moveTo>
                    <a:pt x="961" y="1"/>
                  </a:moveTo>
                  <a:cubicBezTo>
                    <a:pt x="858" y="1"/>
                    <a:pt x="732" y="13"/>
                    <a:pt x="598" y="38"/>
                  </a:cubicBezTo>
                  <a:cubicBezTo>
                    <a:pt x="268" y="101"/>
                    <a:pt x="0" y="217"/>
                    <a:pt x="18" y="297"/>
                  </a:cubicBezTo>
                  <a:cubicBezTo>
                    <a:pt x="29" y="351"/>
                    <a:pt x="137" y="379"/>
                    <a:pt x="293" y="379"/>
                  </a:cubicBezTo>
                  <a:cubicBezTo>
                    <a:pt x="396" y="379"/>
                    <a:pt x="520" y="367"/>
                    <a:pt x="651" y="342"/>
                  </a:cubicBezTo>
                  <a:cubicBezTo>
                    <a:pt x="981" y="279"/>
                    <a:pt x="1231" y="163"/>
                    <a:pt x="1222" y="74"/>
                  </a:cubicBezTo>
                  <a:cubicBezTo>
                    <a:pt x="1212" y="27"/>
                    <a:pt x="1110" y="1"/>
                    <a:pt x="9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9" name="Google Shape;1319;p39"/>
            <p:cNvSpPr/>
            <p:nvPr/>
          </p:nvSpPr>
          <p:spPr>
            <a:xfrm>
              <a:off x="6770775" y="3861575"/>
              <a:ext cx="23650" cy="5275"/>
            </a:xfrm>
            <a:custGeom>
              <a:avLst/>
              <a:gdLst/>
              <a:ahLst/>
              <a:cxnLst/>
              <a:rect l="l" t="t" r="r" b="b"/>
              <a:pathLst>
                <a:path w="946" h="211" extrusionOk="0">
                  <a:moveTo>
                    <a:pt x="858" y="0"/>
                  </a:moveTo>
                  <a:cubicBezTo>
                    <a:pt x="757" y="0"/>
                    <a:pt x="638" y="12"/>
                    <a:pt x="509" y="39"/>
                  </a:cubicBezTo>
                  <a:cubicBezTo>
                    <a:pt x="295" y="75"/>
                    <a:pt x="107" y="146"/>
                    <a:pt x="0" y="208"/>
                  </a:cubicBezTo>
                  <a:cubicBezTo>
                    <a:pt x="22" y="210"/>
                    <a:pt x="45" y="211"/>
                    <a:pt x="69" y="211"/>
                  </a:cubicBezTo>
                  <a:cubicBezTo>
                    <a:pt x="180" y="211"/>
                    <a:pt x="307" y="195"/>
                    <a:pt x="446" y="173"/>
                  </a:cubicBezTo>
                  <a:cubicBezTo>
                    <a:pt x="669" y="128"/>
                    <a:pt x="848" y="66"/>
                    <a:pt x="946" y="3"/>
                  </a:cubicBezTo>
                  <a:cubicBezTo>
                    <a:pt x="919" y="1"/>
                    <a:pt x="889" y="0"/>
                    <a:pt x="8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0" name="Google Shape;1320;p39"/>
            <p:cNvSpPr/>
            <p:nvPr/>
          </p:nvSpPr>
          <p:spPr>
            <a:xfrm>
              <a:off x="6866675" y="3936200"/>
              <a:ext cx="8950" cy="11475"/>
            </a:xfrm>
            <a:custGeom>
              <a:avLst/>
              <a:gdLst/>
              <a:ahLst/>
              <a:cxnLst/>
              <a:rect l="l" t="t" r="r" b="b"/>
              <a:pathLst>
                <a:path w="358" h="459" extrusionOk="0">
                  <a:moveTo>
                    <a:pt x="264" y="1"/>
                  </a:moveTo>
                  <a:cubicBezTo>
                    <a:pt x="255" y="1"/>
                    <a:pt x="246" y="5"/>
                    <a:pt x="241" y="16"/>
                  </a:cubicBezTo>
                  <a:lnTo>
                    <a:pt x="9" y="382"/>
                  </a:lnTo>
                  <a:cubicBezTo>
                    <a:pt x="0" y="399"/>
                    <a:pt x="0" y="417"/>
                    <a:pt x="18" y="426"/>
                  </a:cubicBezTo>
                  <a:lnTo>
                    <a:pt x="72" y="453"/>
                  </a:lnTo>
                  <a:cubicBezTo>
                    <a:pt x="79" y="457"/>
                    <a:pt x="87" y="459"/>
                    <a:pt x="93" y="459"/>
                  </a:cubicBezTo>
                  <a:cubicBezTo>
                    <a:pt x="103" y="459"/>
                    <a:pt x="111" y="454"/>
                    <a:pt x="116" y="444"/>
                  </a:cubicBezTo>
                  <a:lnTo>
                    <a:pt x="348" y="87"/>
                  </a:lnTo>
                  <a:cubicBezTo>
                    <a:pt x="357" y="69"/>
                    <a:pt x="348" y="51"/>
                    <a:pt x="339" y="43"/>
                  </a:cubicBezTo>
                  <a:lnTo>
                    <a:pt x="286" y="7"/>
                  </a:lnTo>
                  <a:cubicBezTo>
                    <a:pt x="278" y="3"/>
                    <a:pt x="271" y="1"/>
                    <a:pt x="2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1" name="Google Shape;1321;p39"/>
            <p:cNvSpPr/>
            <p:nvPr/>
          </p:nvSpPr>
          <p:spPr>
            <a:xfrm>
              <a:off x="6926000" y="4029275"/>
              <a:ext cx="8950" cy="11575"/>
            </a:xfrm>
            <a:custGeom>
              <a:avLst/>
              <a:gdLst/>
              <a:ahLst/>
              <a:cxnLst/>
              <a:rect l="l" t="t" r="r" b="b"/>
              <a:pathLst>
                <a:path w="358" h="463" extrusionOk="0">
                  <a:moveTo>
                    <a:pt x="274" y="0"/>
                  </a:moveTo>
                  <a:cubicBezTo>
                    <a:pt x="263" y="0"/>
                    <a:pt x="248" y="6"/>
                    <a:pt x="241" y="13"/>
                  </a:cubicBezTo>
                  <a:lnTo>
                    <a:pt x="9" y="379"/>
                  </a:lnTo>
                  <a:cubicBezTo>
                    <a:pt x="0" y="396"/>
                    <a:pt x="9" y="414"/>
                    <a:pt x="18" y="423"/>
                  </a:cubicBezTo>
                  <a:lnTo>
                    <a:pt x="72" y="459"/>
                  </a:lnTo>
                  <a:cubicBezTo>
                    <a:pt x="77" y="461"/>
                    <a:pt x="82" y="463"/>
                    <a:pt x="87" y="463"/>
                  </a:cubicBezTo>
                  <a:cubicBezTo>
                    <a:pt x="99" y="463"/>
                    <a:pt x="110" y="456"/>
                    <a:pt x="116" y="450"/>
                  </a:cubicBezTo>
                  <a:lnTo>
                    <a:pt x="348" y="84"/>
                  </a:lnTo>
                  <a:cubicBezTo>
                    <a:pt x="357" y="66"/>
                    <a:pt x="357" y="48"/>
                    <a:pt x="339" y="40"/>
                  </a:cubicBezTo>
                  <a:lnTo>
                    <a:pt x="286" y="4"/>
                  </a:lnTo>
                  <a:cubicBezTo>
                    <a:pt x="283" y="1"/>
                    <a:pt x="279" y="0"/>
                    <a:pt x="2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2" name="Google Shape;1322;p39"/>
            <p:cNvSpPr/>
            <p:nvPr/>
          </p:nvSpPr>
          <p:spPr>
            <a:xfrm>
              <a:off x="6901900" y="3970775"/>
              <a:ext cx="8725" cy="11475"/>
            </a:xfrm>
            <a:custGeom>
              <a:avLst/>
              <a:gdLst/>
              <a:ahLst/>
              <a:cxnLst/>
              <a:rect l="l" t="t" r="r" b="b"/>
              <a:pathLst>
                <a:path w="349" h="459" extrusionOk="0">
                  <a:moveTo>
                    <a:pt x="265" y="1"/>
                  </a:moveTo>
                  <a:cubicBezTo>
                    <a:pt x="255" y="1"/>
                    <a:pt x="247" y="5"/>
                    <a:pt x="242" y="15"/>
                  </a:cubicBezTo>
                  <a:lnTo>
                    <a:pt x="10" y="381"/>
                  </a:lnTo>
                  <a:cubicBezTo>
                    <a:pt x="1" y="390"/>
                    <a:pt x="1" y="408"/>
                    <a:pt x="19" y="417"/>
                  </a:cubicBezTo>
                  <a:lnTo>
                    <a:pt x="63" y="453"/>
                  </a:lnTo>
                  <a:cubicBezTo>
                    <a:pt x="71" y="456"/>
                    <a:pt x="78" y="458"/>
                    <a:pt x="85" y="458"/>
                  </a:cubicBezTo>
                  <a:cubicBezTo>
                    <a:pt x="94" y="458"/>
                    <a:pt x="103" y="454"/>
                    <a:pt x="108" y="444"/>
                  </a:cubicBezTo>
                  <a:lnTo>
                    <a:pt x="340" y="78"/>
                  </a:lnTo>
                  <a:cubicBezTo>
                    <a:pt x="349" y="69"/>
                    <a:pt x="349" y="51"/>
                    <a:pt x="331" y="42"/>
                  </a:cubicBezTo>
                  <a:lnTo>
                    <a:pt x="286" y="7"/>
                  </a:lnTo>
                  <a:cubicBezTo>
                    <a:pt x="279" y="3"/>
                    <a:pt x="272" y="1"/>
                    <a:pt x="2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3" name="Google Shape;1323;p39"/>
            <p:cNvSpPr/>
            <p:nvPr/>
          </p:nvSpPr>
          <p:spPr>
            <a:xfrm>
              <a:off x="6901475" y="4003850"/>
              <a:ext cx="6700" cy="12475"/>
            </a:xfrm>
            <a:custGeom>
              <a:avLst/>
              <a:gdLst/>
              <a:ahLst/>
              <a:cxnLst/>
              <a:rect l="l" t="t" r="r" b="b"/>
              <a:pathLst>
                <a:path w="268" h="499" extrusionOk="0">
                  <a:moveTo>
                    <a:pt x="95" y="0"/>
                  </a:moveTo>
                  <a:cubicBezTo>
                    <a:pt x="90" y="0"/>
                    <a:pt x="85" y="1"/>
                    <a:pt x="80" y="4"/>
                  </a:cubicBezTo>
                  <a:lnTo>
                    <a:pt x="27" y="22"/>
                  </a:lnTo>
                  <a:cubicBezTo>
                    <a:pt x="9" y="31"/>
                    <a:pt x="0" y="48"/>
                    <a:pt x="9" y="66"/>
                  </a:cubicBezTo>
                  <a:lnTo>
                    <a:pt x="143" y="477"/>
                  </a:lnTo>
                  <a:cubicBezTo>
                    <a:pt x="143" y="490"/>
                    <a:pt x="152" y="498"/>
                    <a:pt x="165" y="498"/>
                  </a:cubicBezTo>
                  <a:cubicBezTo>
                    <a:pt x="169" y="498"/>
                    <a:pt x="174" y="497"/>
                    <a:pt x="179" y="495"/>
                  </a:cubicBezTo>
                  <a:lnTo>
                    <a:pt x="241" y="477"/>
                  </a:lnTo>
                  <a:cubicBezTo>
                    <a:pt x="259" y="468"/>
                    <a:pt x="268" y="450"/>
                    <a:pt x="259" y="432"/>
                  </a:cubicBezTo>
                  <a:lnTo>
                    <a:pt x="125" y="22"/>
                  </a:lnTo>
                  <a:cubicBezTo>
                    <a:pt x="118" y="9"/>
                    <a:pt x="107" y="0"/>
                    <a:pt x="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4" name="Google Shape;1324;p39"/>
            <p:cNvSpPr/>
            <p:nvPr/>
          </p:nvSpPr>
          <p:spPr>
            <a:xfrm>
              <a:off x="6932025" y="3946175"/>
              <a:ext cx="6700" cy="12375"/>
            </a:xfrm>
            <a:custGeom>
              <a:avLst/>
              <a:gdLst/>
              <a:ahLst/>
              <a:cxnLst/>
              <a:rect l="l" t="t" r="r" b="b"/>
              <a:pathLst>
                <a:path w="268" h="495" extrusionOk="0">
                  <a:moveTo>
                    <a:pt x="89" y="0"/>
                  </a:moveTo>
                  <a:lnTo>
                    <a:pt x="27" y="18"/>
                  </a:lnTo>
                  <a:cubicBezTo>
                    <a:pt x="9" y="27"/>
                    <a:pt x="0" y="45"/>
                    <a:pt x="9" y="63"/>
                  </a:cubicBezTo>
                  <a:lnTo>
                    <a:pt x="143" y="473"/>
                  </a:lnTo>
                  <a:cubicBezTo>
                    <a:pt x="143" y="486"/>
                    <a:pt x="153" y="495"/>
                    <a:pt x="165" y="495"/>
                  </a:cubicBezTo>
                  <a:cubicBezTo>
                    <a:pt x="169" y="495"/>
                    <a:pt x="174" y="493"/>
                    <a:pt x="179" y="491"/>
                  </a:cubicBezTo>
                  <a:lnTo>
                    <a:pt x="241" y="473"/>
                  </a:lnTo>
                  <a:cubicBezTo>
                    <a:pt x="259" y="464"/>
                    <a:pt x="268" y="446"/>
                    <a:pt x="259" y="437"/>
                  </a:cubicBezTo>
                  <a:lnTo>
                    <a:pt x="125" y="27"/>
                  </a:lnTo>
                  <a:cubicBezTo>
                    <a:pt x="116" y="9"/>
                    <a:pt x="98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5" name="Google Shape;1325;p39"/>
            <p:cNvSpPr/>
            <p:nvPr/>
          </p:nvSpPr>
          <p:spPr>
            <a:xfrm>
              <a:off x="6859750" y="3964675"/>
              <a:ext cx="6500" cy="12375"/>
            </a:xfrm>
            <a:custGeom>
              <a:avLst/>
              <a:gdLst/>
              <a:ahLst/>
              <a:cxnLst/>
              <a:rect l="l" t="t" r="r" b="b"/>
              <a:pathLst>
                <a:path w="260" h="495" extrusionOk="0">
                  <a:moveTo>
                    <a:pt x="81" y="1"/>
                  </a:moveTo>
                  <a:lnTo>
                    <a:pt x="28" y="28"/>
                  </a:lnTo>
                  <a:cubicBezTo>
                    <a:pt x="10" y="28"/>
                    <a:pt x="1" y="45"/>
                    <a:pt x="1" y="63"/>
                  </a:cubicBezTo>
                  <a:lnTo>
                    <a:pt x="135" y="474"/>
                  </a:lnTo>
                  <a:cubicBezTo>
                    <a:pt x="141" y="487"/>
                    <a:pt x="153" y="495"/>
                    <a:pt x="165" y="495"/>
                  </a:cubicBezTo>
                  <a:cubicBezTo>
                    <a:pt x="170" y="495"/>
                    <a:pt x="174" y="494"/>
                    <a:pt x="179" y="491"/>
                  </a:cubicBezTo>
                  <a:lnTo>
                    <a:pt x="233" y="474"/>
                  </a:lnTo>
                  <a:cubicBezTo>
                    <a:pt x="251" y="474"/>
                    <a:pt x="260" y="456"/>
                    <a:pt x="260" y="438"/>
                  </a:cubicBezTo>
                  <a:lnTo>
                    <a:pt x="126" y="28"/>
                  </a:lnTo>
                  <a:cubicBezTo>
                    <a:pt x="117" y="10"/>
                    <a:pt x="99" y="1"/>
                    <a:pt x="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6" name="Google Shape;1326;p39"/>
            <p:cNvSpPr/>
            <p:nvPr/>
          </p:nvSpPr>
          <p:spPr>
            <a:xfrm>
              <a:off x="6815825" y="3939850"/>
              <a:ext cx="6500" cy="12375"/>
            </a:xfrm>
            <a:custGeom>
              <a:avLst/>
              <a:gdLst/>
              <a:ahLst/>
              <a:cxnLst/>
              <a:rect l="l" t="t" r="r" b="b"/>
              <a:pathLst>
                <a:path w="260" h="495" extrusionOk="0">
                  <a:moveTo>
                    <a:pt x="95" y="0"/>
                  </a:moveTo>
                  <a:cubicBezTo>
                    <a:pt x="90" y="0"/>
                    <a:pt x="85" y="1"/>
                    <a:pt x="81" y="4"/>
                  </a:cubicBezTo>
                  <a:lnTo>
                    <a:pt x="27" y="21"/>
                  </a:lnTo>
                  <a:cubicBezTo>
                    <a:pt x="9" y="30"/>
                    <a:pt x="0" y="48"/>
                    <a:pt x="9" y="66"/>
                  </a:cubicBezTo>
                  <a:lnTo>
                    <a:pt x="143" y="476"/>
                  </a:lnTo>
                  <a:cubicBezTo>
                    <a:pt x="143" y="485"/>
                    <a:pt x="161" y="494"/>
                    <a:pt x="179" y="494"/>
                  </a:cubicBezTo>
                  <a:lnTo>
                    <a:pt x="241" y="476"/>
                  </a:lnTo>
                  <a:cubicBezTo>
                    <a:pt x="250" y="467"/>
                    <a:pt x="259" y="450"/>
                    <a:pt x="259" y="432"/>
                  </a:cubicBezTo>
                  <a:lnTo>
                    <a:pt x="125" y="21"/>
                  </a:lnTo>
                  <a:cubicBezTo>
                    <a:pt x="119" y="8"/>
                    <a:pt x="107" y="0"/>
                    <a:pt x="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7" name="Google Shape;1327;p39"/>
            <p:cNvSpPr/>
            <p:nvPr/>
          </p:nvSpPr>
          <p:spPr>
            <a:xfrm>
              <a:off x="6908150" y="3909725"/>
              <a:ext cx="6725" cy="12375"/>
            </a:xfrm>
            <a:custGeom>
              <a:avLst/>
              <a:gdLst/>
              <a:ahLst/>
              <a:cxnLst/>
              <a:rect l="l" t="t" r="r" b="b"/>
              <a:pathLst>
                <a:path w="269" h="495" extrusionOk="0">
                  <a:moveTo>
                    <a:pt x="99" y="1"/>
                  </a:moveTo>
                  <a:cubicBezTo>
                    <a:pt x="95" y="1"/>
                    <a:pt x="92" y="2"/>
                    <a:pt x="90" y="4"/>
                  </a:cubicBezTo>
                  <a:lnTo>
                    <a:pt x="27" y="22"/>
                  </a:lnTo>
                  <a:cubicBezTo>
                    <a:pt x="10" y="22"/>
                    <a:pt x="1" y="40"/>
                    <a:pt x="10" y="58"/>
                  </a:cubicBezTo>
                  <a:lnTo>
                    <a:pt x="143" y="468"/>
                  </a:lnTo>
                  <a:cubicBezTo>
                    <a:pt x="143" y="486"/>
                    <a:pt x="161" y="495"/>
                    <a:pt x="179" y="495"/>
                  </a:cubicBezTo>
                  <a:lnTo>
                    <a:pt x="242" y="468"/>
                  </a:lnTo>
                  <a:cubicBezTo>
                    <a:pt x="259" y="468"/>
                    <a:pt x="268" y="450"/>
                    <a:pt x="259" y="432"/>
                  </a:cubicBezTo>
                  <a:lnTo>
                    <a:pt x="126" y="22"/>
                  </a:lnTo>
                  <a:cubicBezTo>
                    <a:pt x="119" y="9"/>
                    <a:pt x="108" y="1"/>
                    <a:pt x="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8" name="Google Shape;1328;p39"/>
            <p:cNvSpPr/>
            <p:nvPr/>
          </p:nvSpPr>
          <p:spPr>
            <a:xfrm>
              <a:off x="6839250" y="4013150"/>
              <a:ext cx="9600" cy="11200"/>
            </a:xfrm>
            <a:custGeom>
              <a:avLst/>
              <a:gdLst/>
              <a:ahLst/>
              <a:cxnLst/>
              <a:rect l="l" t="t" r="r" b="b"/>
              <a:pathLst>
                <a:path w="384" h="448" extrusionOk="0">
                  <a:moveTo>
                    <a:pt x="298" y="1"/>
                  </a:moveTo>
                  <a:cubicBezTo>
                    <a:pt x="290" y="1"/>
                    <a:pt x="282" y="5"/>
                    <a:pt x="277" y="15"/>
                  </a:cubicBezTo>
                  <a:lnTo>
                    <a:pt x="18" y="363"/>
                  </a:lnTo>
                  <a:cubicBezTo>
                    <a:pt x="0" y="372"/>
                    <a:pt x="9" y="390"/>
                    <a:pt x="18" y="399"/>
                  </a:cubicBezTo>
                  <a:lnTo>
                    <a:pt x="71" y="444"/>
                  </a:lnTo>
                  <a:cubicBezTo>
                    <a:pt x="74" y="446"/>
                    <a:pt x="78" y="447"/>
                    <a:pt x="83" y="447"/>
                  </a:cubicBezTo>
                  <a:cubicBezTo>
                    <a:pt x="95" y="447"/>
                    <a:pt x="110" y="441"/>
                    <a:pt x="116" y="435"/>
                  </a:cubicBezTo>
                  <a:lnTo>
                    <a:pt x="375" y="87"/>
                  </a:lnTo>
                  <a:cubicBezTo>
                    <a:pt x="384" y="69"/>
                    <a:pt x="375" y="51"/>
                    <a:pt x="366" y="42"/>
                  </a:cubicBezTo>
                  <a:lnTo>
                    <a:pt x="312" y="7"/>
                  </a:lnTo>
                  <a:cubicBezTo>
                    <a:pt x="309" y="3"/>
                    <a:pt x="303" y="1"/>
                    <a:pt x="2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9" name="Google Shape;1329;p39"/>
            <p:cNvSpPr/>
            <p:nvPr/>
          </p:nvSpPr>
          <p:spPr>
            <a:xfrm>
              <a:off x="6763625" y="3977925"/>
              <a:ext cx="9625" cy="11250"/>
            </a:xfrm>
            <a:custGeom>
              <a:avLst/>
              <a:gdLst/>
              <a:ahLst/>
              <a:cxnLst/>
              <a:rect l="l" t="t" r="r" b="b"/>
              <a:pathLst>
                <a:path w="385" h="450" extrusionOk="0">
                  <a:moveTo>
                    <a:pt x="299" y="0"/>
                  </a:moveTo>
                  <a:cubicBezTo>
                    <a:pt x="291" y="0"/>
                    <a:pt x="283" y="5"/>
                    <a:pt x="277" y="15"/>
                  </a:cubicBezTo>
                  <a:lnTo>
                    <a:pt x="19" y="363"/>
                  </a:lnTo>
                  <a:cubicBezTo>
                    <a:pt x="1" y="372"/>
                    <a:pt x="10" y="390"/>
                    <a:pt x="19" y="407"/>
                  </a:cubicBezTo>
                  <a:lnTo>
                    <a:pt x="72" y="443"/>
                  </a:lnTo>
                  <a:cubicBezTo>
                    <a:pt x="76" y="447"/>
                    <a:pt x="83" y="449"/>
                    <a:pt x="90" y="449"/>
                  </a:cubicBezTo>
                  <a:cubicBezTo>
                    <a:pt x="100" y="449"/>
                    <a:pt x="112" y="445"/>
                    <a:pt x="117" y="434"/>
                  </a:cubicBezTo>
                  <a:lnTo>
                    <a:pt x="376" y="86"/>
                  </a:lnTo>
                  <a:cubicBezTo>
                    <a:pt x="384" y="77"/>
                    <a:pt x="376" y="51"/>
                    <a:pt x="367" y="42"/>
                  </a:cubicBezTo>
                  <a:lnTo>
                    <a:pt x="313" y="6"/>
                  </a:lnTo>
                  <a:cubicBezTo>
                    <a:pt x="309" y="2"/>
                    <a:pt x="304" y="0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0" name="Google Shape;1330;p39"/>
            <p:cNvSpPr/>
            <p:nvPr/>
          </p:nvSpPr>
          <p:spPr>
            <a:xfrm>
              <a:off x="6933125" y="3919550"/>
              <a:ext cx="7175" cy="12225"/>
            </a:xfrm>
            <a:custGeom>
              <a:avLst/>
              <a:gdLst/>
              <a:ahLst/>
              <a:cxnLst/>
              <a:rect l="l" t="t" r="r" b="b"/>
              <a:pathLst>
                <a:path w="287" h="489" extrusionOk="0">
                  <a:moveTo>
                    <a:pt x="90" y="0"/>
                  </a:moveTo>
                  <a:cubicBezTo>
                    <a:pt x="87" y="0"/>
                    <a:pt x="84" y="1"/>
                    <a:pt x="81" y="4"/>
                  </a:cubicBezTo>
                  <a:lnTo>
                    <a:pt x="19" y="22"/>
                  </a:lnTo>
                  <a:cubicBezTo>
                    <a:pt x="1" y="31"/>
                    <a:pt x="1" y="48"/>
                    <a:pt x="1" y="66"/>
                  </a:cubicBezTo>
                  <a:lnTo>
                    <a:pt x="161" y="468"/>
                  </a:lnTo>
                  <a:cubicBezTo>
                    <a:pt x="168" y="481"/>
                    <a:pt x="179" y="489"/>
                    <a:pt x="192" y="489"/>
                  </a:cubicBezTo>
                  <a:cubicBezTo>
                    <a:pt x="196" y="489"/>
                    <a:pt x="201" y="488"/>
                    <a:pt x="206" y="485"/>
                  </a:cubicBezTo>
                  <a:lnTo>
                    <a:pt x="260" y="459"/>
                  </a:lnTo>
                  <a:cubicBezTo>
                    <a:pt x="277" y="459"/>
                    <a:pt x="286" y="441"/>
                    <a:pt x="277" y="423"/>
                  </a:cubicBezTo>
                  <a:lnTo>
                    <a:pt x="117" y="22"/>
                  </a:lnTo>
                  <a:cubicBezTo>
                    <a:pt x="110" y="9"/>
                    <a:pt x="99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1" name="Google Shape;1331;p39"/>
            <p:cNvSpPr/>
            <p:nvPr/>
          </p:nvSpPr>
          <p:spPr>
            <a:xfrm>
              <a:off x="6891200" y="4043100"/>
              <a:ext cx="7175" cy="12250"/>
            </a:xfrm>
            <a:custGeom>
              <a:avLst/>
              <a:gdLst/>
              <a:ahLst/>
              <a:cxnLst/>
              <a:rect l="l" t="t" r="r" b="b"/>
              <a:pathLst>
                <a:path w="287" h="490" extrusionOk="0">
                  <a:moveTo>
                    <a:pt x="95" y="0"/>
                  </a:moveTo>
                  <a:cubicBezTo>
                    <a:pt x="91" y="0"/>
                    <a:pt x="86" y="2"/>
                    <a:pt x="81" y="4"/>
                  </a:cubicBezTo>
                  <a:lnTo>
                    <a:pt x="27" y="31"/>
                  </a:lnTo>
                  <a:cubicBezTo>
                    <a:pt x="10" y="31"/>
                    <a:pt x="1" y="49"/>
                    <a:pt x="10" y="66"/>
                  </a:cubicBezTo>
                  <a:lnTo>
                    <a:pt x="170" y="468"/>
                  </a:lnTo>
                  <a:cubicBezTo>
                    <a:pt x="170" y="481"/>
                    <a:pt x="180" y="489"/>
                    <a:pt x="192" y="489"/>
                  </a:cubicBezTo>
                  <a:cubicBezTo>
                    <a:pt x="196" y="489"/>
                    <a:pt x="201" y="488"/>
                    <a:pt x="206" y="486"/>
                  </a:cubicBezTo>
                  <a:lnTo>
                    <a:pt x="268" y="468"/>
                  </a:lnTo>
                  <a:cubicBezTo>
                    <a:pt x="277" y="459"/>
                    <a:pt x="286" y="441"/>
                    <a:pt x="286" y="423"/>
                  </a:cubicBezTo>
                  <a:lnTo>
                    <a:pt x="126" y="22"/>
                  </a:lnTo>
                  <a:cubicBezTo>
                    <a:pt x="119" y="9"/>
                    <a:pt x="108" y="0"/>
                    <a:pt x="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2" name="Google Shape;1332;p39"/>
            <p:cNvSpPr/>
            <p:nvPr/>
          </p:nvSpPr>
          <p:spPr>
            <a:xfrm>
              <a:off x="6838125" y="3932700"/>
              <a:ext cx="7150" cy="12250"/>
            </a:xfrm>
            <a:custGeom>
              <a:avLst/>
              <a:gdLst/>
              <a:ahLst/>
              <a:cxnLst/>
              <a:rect l="l" t="t" r="r" b="b"/>
              <a:pathLst>
                <a:path w="286" h="490" extrusionOk="0">
                  <a:moveTo>
                    <a:pt x="95" y="1"/>
                  </a:moveTo>
                  <a:cubicBezTo>
                    <a:pt x="90" y="1"/>
                    <a:pt x="86" y="2"/>
                    <a:pt x="81" y="4"/>
                  </a:cubicBezTo>
                  <a:lnTo>
                    <a:pt x="18" y="22"/>
                  </a:lnTo>
                  <a:cubicBezTo>
                    <a:pt x="9" y="31"/>
                    <a:pt x="1" y="49"/>
                    <a:pt x="9" y="67"/>
                  </a:cubicBezTo>
                  <a:lnTo>
                    <a:pt x="161" y="468"/>
                  </a:lnTo>
                  <a:cubicBezTo>
                    <a:pt x="168" y="481"/>
                    <a:pt x="179" y="489"/>
                    <a:pt x="192" y="489"/>
                  </a:cubicBezTo>
                  <a:cubicBezTo>
                    <a:pt x="196" y="489"/>
                    <a:pt x="201" y="488"/>
                    <a:pt x="206" y="486"/>
                  </a:cubicBezTo>
                  <a:lnTo>
                    <a:pt x="259" y="459"/>
                  </a:lnTo>
                  <a:cubicBezTo>
                    <a:pt x="277" y="459"/>
                    <a:pt x="286" y="441"/>
                    <a:pt x="277" y="423"/>
                  </a:cubicBezTo>
                  <a:lnTo>
                    <a:pt x="116" y="22"/>
                  </a:lnTo>
                  <a:cubicBezTo>
                    <a:pt x="116" y="9"/>
                    <a:pt x="107" y="1"/>
                    <a:pt x="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3" name="Google Shape;1333;p39"/>
            <p:cNvSpPr/>
            <p:nvPr/>
          </p:nvSpPr>
          <p:spPr>
            <a:xfrm>
              <a:off x="6899675" y="3941425"/>
              <a:ext cx="5825" cy="12450"/>
            </a:xfrm>
            <a:custGeom>
              <a:avLst/>
              <a:gdLst/>
              <a:ahLst/>
              <a:cxnLst/>
              <a:rect l="l" t="t" r="r" b="b"/>
              <a:pathLst>
                <a:path w="233" h="498" extrusionOk="0">
                  <a:moveTo>
                    <a:pt x="142" y="1"/>
                  </a:moveTo>
                  <a:cubicBezTo>
                    <a:pt x="128" y="1"/>
                    <a:pt x="117" y="14"/>
                    <a:pt x="117" y="21"/>
                  </a:cubicBezTo>
                  <a:lnTo>
                    <a:pt x="1" y="440"/>
                  </a:lnTo>
                  <a:cubicBezTo>
                    <a:pt x="1" y="458"/>
                    <a:pt x="10" y="476"/>
                    <a:pt x="27" y="485"/>
                  </a:cubicBezTo>
                  <a:lnTo>
                    <a:pt x="90" y="494"/>
                  </a:lnTo>
                  <a:cubicBezTo>
                    <a:pt x="92" y="496"/>
                    <a:pt x="95" y="497"/>
                    <a:pt x="99" y="497"/>
                  </a:cubicBezTo>
                  <a:cubicBezTo>
                    <a:pt x="108" y="497"/>
                    <a:pt x="119" y="489"/>
                    <a:pt x="126" y="476"/>
                  </a:cubicBezTo>
                  <a:lnTo>
                    <a:pt x="233" y="57"/>
                  </a:lnTo>
                  <a:cubicBezTo>
                    <a:pt x="233" y="39"/>
                    <a:pt x="224" y="21"/>
                    <a:pt x="215" y="21"/>
                  </a:cubicBezTo>
                  <a:lnTo>
                    <a:pt x="152" y="3"/>
                  </a:lnTo>
                  <a:cubicBezTo>
                    <a:pt x="149" y="1"/>
                    <a:pt x="146" y="1"/>
                    <a:pt x="1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4" name="Google Shape;1334;p39"/>
            <p:cNvSpPr/>
            <p:nvPr/>
          </p:nvSpPr>
          <p:spPr>
            <a:xfrm>
              <a:off x="6836125" y="3974800"/>
              <a:ext cx="8500" cy="11775"/>
            </a:xfrm>
            <a:custGeom>
              <a:avLst/>
              <a:gdLst/>
              <a:ahLst/>
              <a:cxnLst/>
              <a:rect l="l" t="t" r="r" b="b"/>
              <a:pathLst>
                <a:path w="340" h="471" extrusionOk="0">
                  <a:moveTo>
                    <a:pt x="95" y="0"/>
                  </a:moveTo>
                  <a:cubicBezTo>
                    <a:pt x="89" y="0"/>
                    <a:pt x="84" y="2"/>
                    <a:pt x="81" y="6"/>
                  </a:cubicBezTo>
                  <a:lnTo>
                    <a:pt x="27" y="33"/>
                  </a:lnTo>
                  <a:cubicBezTo>
                    <a:pt x="9" y="42"/>
                    <a:pt x="0" y="60"/>
                    <a:pt x="9" y="78"/>
                  </a:cubicBezTo>
                  <a:lnTo>
                    <a:pt x="223" y="452"/>
                  </a:lnTo>
                  <a:cubicBezTo>
                    <a:pt x="223" y="470"/>
                    <a:pt x="250" y="470"/>
                    <a:pt x="259" y="470"/>
                  </a:cubicBezTo>
                  <a:lnTo>
                    <a:pt x="312" y="434"/>
                  </a:lnTo>
                  <a:cubicBezTo>
                    <a:pt x="330" y="425"/>
                    <a:pt x="339" y="408"/>
                    <a:pt x="330" y="399"/>
                  </a:cubicBezTo>
                  <a:lnTo>
                    <a:pt x="116" y="15"/>
                  </a:lnTo>
                  <a:cubicBezTo>
                    <a:pt x="111" y="5"/>
                    <a:pt x="103" y="0"/>
                    <a:pt x="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5" name="Google Shape;1335;p39"/>
            <p:cNvSpPr/>
            <p:nvPr/>
          </p:nvSpPr>
          <p:spPr>
            <a:xfrm>
              <a:off x="6873150" y="3989350"/>
              <a:ext cx="12050" cy="7775"/>
            </a:xfrm>
            <a:custGeom>
              <a:avLst/>
              <a:gdLst/>
              <a:ahLst/>
              <a:cxnLst/>
              <a:rect l="l" t="t" r="r" b="b"/>
              <a:pathLst>
                <a:path w="482" h="311" extrusionOk="0">
                  <a:moveTo>
                    <a:pt x="56" y="0"/>
                  </a:moveTo>
                  <a:cubicBezTo>
                    <a:pt x="45" y="0"/>
                    <a:pt x="36" y="7"/>
                    <a:pt x="36" y="13"/>
                  </a:cubicBezTo>
                  <a:lnTo>
                    <a:pt x="0" y="75"/>
                  </a:lnTo>
                  <a:cubicBezTo>
                    <a:pt x="0" y="84"/>
                    <a:pt x="0" y="102"/>
                    <a:pt x="18" y="111"/>
                  </a:cubicBezTo>
                  <a:lnTo>
                    <a:pt x="410" y="307"/>
                  </a:lnTo>
                  <a:cubicBezTo>
                    <a:pt x="413" y="310"/>
                    <a:pt x="416" y="311"/>
                    <a:pt x="419" y="311"/>
                  </a:cubicBezTo>
                  <a:cubicBezTo>
                    <a:pt x="428" y="311"/>
                    <a:pt x="440" y="303"/>
                    <a:pt x="446" y="289"/>
                  </a:cubicBezTo>
                  <a:lnTo>
                    <a:pt x="473" y="236"/>
                  </a:lnTo>
                  <a:cubicBezTo>
                    <a:pt x="482" y="218"/>
                    <a:pt x="473" y="200"/>
                    <a:pt x="464" y="191"/>
                  </a:cubicBezTo>
                  <a:lnTo>
                    <a:pt x="71" y="4"/>
                  </a:lnTo>
                  <a:cubicBezTo>
                    <a:pt x="66" y="1"/>
                    <a:pt x="61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6" name="Google Shape;1336;p39"/>
            <p:cNvSpPr/>
            <p:nvPr/>
          </p:nvSpPr>
          <p:spPr>
            <a:xfrm>
              <a:off x="6859100" y="3914850"/>
              <a:ext cx="12275" cy="7800"/>
            </a:xfrm>
            <a:custGeom>
              <a:avLst/>
              <a:gdLst/>
              <a:ahLst/>
              <a:cxnLst/>
              <a:rect l="l" t="t" r="r" b="b"/>
              <a:pathLst>
                <a:path w="491" h="312" extrusionOk="0">
                  <a:moveTo>
                    <a:pt x="65" y="1"/>
                  </a:moveTo>
                  <a:cubicBezTo>
                    <a:pt x="53" y="1"/>
                    <a:pt x="42" y="7"/>
                    <a:pt x="36" y="13"/>
                  </a:cubicBezTo>
                  <a:lnTo>
                    <a:pt x="9" y="76"/>
                  </a:lnTo>
                  <a:cubicBezTo>
                    <a:pt x="0" y="85"/>
                    <a:pt x="9" y="103"/>
                    <a:pt x="27" y="111"/>
                  </a:cubicBezTo>
                  <a:lnTo>
                    <a:pt x="410" y="308"/>
                  </a:lnTo>
                  <a:cubicBezTo>
                    <a:pt x="415" y="310"/>
                    <a:pt x="420" y="311"/>
                    <a:pt x="425" y="311"/>
                  </a:cubicBezTo>
                  <a:cubicBezTo>
                    <a:pt x="437" y="311"/>
                    <a:pt x="449" y="303"/>
                    <a:pt x="455" y="290"/>
                  </a:cubicBezTo>
                  <a:lnTo>
                    <a:pt x="482" y="236"/>
                  </a:lnTo>
                  <a:cubicBezTo>
                    <a:pt x="491" y="219"/>
                    <a:pt x="482" y="201"/>
                    <a:pt x="464" y="192"/>
                  </a:cubicBezTo>
                  <a:lnTo>
                    <a:pt x="80" y="4"/>
                  </a:lnTo>
                  <a:cubicBezTo>
                    <a:pt x="75" y="2"/>
                    <a:pt x="70" y="1"/>
                    <a:pt x="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7" name="Google Shape;1337;p39"/>
            <p:cNvSpPr/>
            <p:nvPr/>
          </p:nvSpPr>
          <p:spPr>
            <a:xfrm>
              <a:off x="6957225" y="4032625"/>
              <a:ext cx="12275" cy="7775"/>
            </a:xfrm>
            <a:custGeom>
              <a:avLst/>
              <a:gdLst/>
              <a:ahLst/>
              <a:cxnLst/>
              <a:rect l="l" t="t" r="r" b="b"/>
              <a:pathLst>
                <a:path w="491" h="311" extrusionOk="0">
                  <a:moveTo>
                    <a:pt x="66" y="0"/>
                  </a:moveTo>
                  <a:cubicBezTo>
                    <a:pt x="54" y="0"/>
                    <a:pt x="43" y="8"/>
                    <a:pt x="36" y="22"/>
                  </a:cubicBezTo>
                  <a:lnTo>
                    <a:pt x="9" y="75"/>
                  </a:lnTo>
                  <a:cubicBezTo>
                    <a:pt x="0" y="84"/>
                    <a:pt x="9" y="111"/>
                    <a:pt x="27" y="111"/>
                  </a:cubicBezTo>
                  <a:lnTo>
                    <a:pt x="411" y="307"/>
                  </a:lnTo>
                  <a:cubicBezTo>
                    <a:pt x="415" y="309"/>
                    <a:pt x="420" y="311"/>
                    <a:pt x="425" y="311"/>
                  </a:cubicBezTo>
                  <a:cubicBezTo>
                    <a:pt x="437" y="311"/>
                    <a:pt x="449" y="302"/>
                    <a:pt x="455" y="289"/>
                  </a:cubicBezTo>
                  <a:lnTo>
                    <a:pt x="482" y="236"/>
                  </a:lnTo>
                  <a:cubicBezTo>
                    <a:pt x="491" y="218"/>
                    <a:pt x="482" y="200"/>
                    <a:pt x="464" y="191"/>
                  </a:cubicBezTo>
                  <a:lnTo>
                    <a:pt x="81" y="4"/>
                  </a:lnTo>
                  <a:cubicBezTo>
                    <a:pt x="76" y="1"/>
                    <a:pt x="71" y="0"/>
                    <a:pt x="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8" name="Google Shape;1338;p39"/>
            <p:cNvSpPr/>
            <p:nvPr/>
          </p:nvSpPr>
          <p:spPr>
            <a:xfrm>
              <a:off x="6923325" y="3991575"/>
              <a:ext cx="12075" cy="7800"/>
            </a:xfrm>
            <a:custGeom>
              <a:avLst/>
              <a:gdLst/>
              <a:ahLst/>
              <a:cxnLst/>
              <a:rect l="l" t="t" r="r" b="b"/>
              <a:pathLst>
                <a:path w="483" h="312" extrusionOk="0">
                  <a:moveTo>
                    <a:pt x="56" y="1"/>
                  </a:moveTo>
                  <a:cubicBezTo>
                    <a:pt x="44" y="1"/>
                    <a:pt x="33" y="7"/>
                    <a:pt x="27" y="13"/>
                  </a:cubicBezTo>
                  <a:lnTo>
                    <a:pt x="0" y="76"/>
                  </a:lnTo>
                  <a:cubicBezTo>
                    <a:pt x="0" y="85"/>
                    <a:pt x="0" y="102"/>
                    <a:pt x="18" y="111"/>
                  </a:cubicBezTo>
                  <a:lnTo>
                    <a:pt x="402" y="308"/>
                  </a:lnTo>
                  <a:cubicBezTo>
                    <a:pt x="407" y="310"/>
                    <a:pt x="411" y="311"/>
                    <a:pt x="416" y="311"/>
                  </a:cubicBezTo>
                  <a:cubicBezTo>
                    <a:pt x="429" y="311"/>
                    <a:pt x="440" y="303"/>
                    <a:pt x="446" y="290"/>
                  </a:cubicBezTo>
                  <a:lnTo>
                    <a:pt x="473" y="236"/>
                  </a:lnTo>
                  <a:cubicBezTo>
                    <a:pt x="482" y="218"/>
                    <a:pt x="473" y="200"/>
                    <a:pt x="464" y="192"/>
                  </a:cubicBezTo>
                  <a:lnTo>
                    <a:pt x="72" y="4"/>
                  </a:lnTo>
                  <a:cubicBezTo>
                    <a:pt x="66" y="2"/>
                    <a:pt x="61" y="1"/>
                    <a:pt x="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9" name="Google Shape;1339;p39"/>
            <p:cNvSpPr/>
            <p:nvPr/>
          </p:nvSpPr>
          <p:spPr>
            <a:xfrm>
              <a:off x="6637400" y="4011975"/>
              <a:ext cx="377175" cy="555400"/>
            </a:xfrm>
            <a:custGeom>
              <a:avLst/>
              <a:gdLst/>
              <a:ahLst/>
              <a:cxnLst/>
              <a:rect l="l" t="t" r="r" b="b"/>
              <a:pathLst>
                <a:path w="15087" h="22216" extrusionOk="0">
                  <a:moveTo>
                    <a:pt x="3462" y="0"/>
                  </a:moveTo>
                  <a:cubicBezTo>
                    <a:pt x="3399" y="330"/>
                    <a:pt x="1" y="17226"/>
                    <a:pt x="5541" y="20251"/>
                  </a:cubicBezTo>
                  <a:cubicBezTo>
                    <a:pt x="5407" y="20420"/>
                    <a:pt x="5300" y="20634"/>
                    <a:pt x="5264" y="20866"/>
                  </a:cubicBezTo>
                  <a:cubicBezTo>
                    <a:pt x="5175" y="21517"/>
                    <a:pt x="5585" y="22115"/>
                    <a:pt x="6192" y="22204"/>
                  </a:cubicBezTo>
                  <a:cubicBezTo>
                    <a:pt x="6242" y="22212"/>
                    <a:pt x="6292" y="22216"/>
                    <a:pt x="6342" y="22216"/>
                  </a:cubicBezTo>
                  <a:cubicBezTo>
                    <a:pt x="6882" y="22216"/>
                    <a:pt x="7369" y="21784"/>
                    <a:pt x="7459" y="21196"/>
                  </a:cubicBezTo>
                  <a:cubicBezTo>
                    <a:pt x="7503" y="20875"/>
                    <a:pt x="7432" y="20572"/>
                    <a:pt x="7271" y="20331"/>
                  </a:cubicBezTo>
                  <a:cubicBezTo>
                    <a:pt x="9180" y="19546"/>
                    <a:pt x="13498" y="16370"/>
                    <a:pt x="15086" y="1731"/>
                  </a:cubicBezTo>
                  <a:lnTo>
                    <a:pt x="15086" y="1731"/>
                  </a:lnTo>
                  <a:cubicBezTo>
                    <a:pt x="14655" y="2405"/>
                    <a:pt x="13290" y="2705"/>
                    <a:pt x="11635" y="2705"/>
                  </a:cubicBezTo>
                  <a:cubicBezTo>
                    <a:pt x="8498" y="2705"/>
                    <a:pt x="4315" y="1629"/>
                    <a:pt x="3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0" name="Google Shape;1340;p39"/>
            <p:cNvSpPr/>
            <p:nvPr/>
          </p:nvSpPr>
          <p:spPr>
            <a:xfrm>
              <a:off x="6943025" y="3819275"/>
              <a:ext cx="117250" cy="192900"/>
            </a:xfrm>
            <a:custGeom>
              <a:avLst/>
              <a:gdLst/>
              <a:ahLst/>
              <a:cxnLst/>
              <a:rect l="l" t="t" r="r" b="b"/>
              <a:pathLst>
                <a:path w="4690" h="7716" extrusionOk="0">
                  <a:moveTo>
                    <a:pt x="3807" y="0"/>
                  </a:moveTo>
                  <a:cubicBezTo>
                    <a:pt x="3807" y="0"/>
                    <a:pt x="96" y="7378"/>
                    <a:pt x="96" y="7378"/>
                  </a:cubicBezTo>
                  <a:cubicBezTo>
                    <a:pt x="1" y="7568"/>
                    <a:pt x="635" y="7716"/>
                    <a:pt x="954" y="7716"/>
                  </a:cubicBezTo>
                  <a:cubicBezTo>
                    <a:pt x="995" y="7716"/>
                    <a:pt x="1031" y="7713"/>
                    <a:pt x="1059" y="7708"/>
                  </a:cubicBezTo>
                  <a:lnTo>
                    <a:pt x="4690" y="491"/>
                  </a:lnTo>
                  <a:cubicBezTo>
                    <a:pt x="4413" y="277"/>
                    <a:pt x="4083" y="241"/>
                    <a:pt x="38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1" name="Google Shape;1341;p39"/>
            <p:cNvSpPr/>
            <p:nvPr/>
          </p:nvSpPr>
          <p:spPr>
            <a:xfrm>
              <a:off x="7037075" y="3818325"/>
              <a:ext cx="24325" cy="14175"/>
            </a:xfrm>
            <a:custGeom>
              <a:avLst/>
              <a:gdLst/>
              <a:ahLst/>
              <a:cxnLst/>
              <a:rect l="l" t="t" r="r" b="b"/>
              <a:pathLst>
                <a:path w="973" h="567" extrusionOk="0">
                  <a:moveTo>
                    <a:pt x="139" y="1"/>
                  </a:moveTo>
                  <a:cubicBezTo>
                    <a:pt x="93" y="1"/>
                    <a:pt x="59" y="13"/>
                    <a:pt x="45" y="38"/>
                  </a:cubicBezTo>
                  <a:cubicBezTo>
                    <a:pt x="0" y="110"/>
                    <a:pt x="170" y="279"/>
                    <a:pt x="410" y="422"/>
                  </a:cubicBezTo>
                  <a:cubicBezTo>
                    <a:pt x="574" y="513"/>
                    <a:pt x="734" y="567"/>
                    <a:pt x="833" y="567"/>
                  </a:cubicBezTo>
                  <a:cubicBezTo>
                    <a:pt x="880" y="567"/>
                    <a:pt x="914" y="555"/>
                    <a:pt x="928" y="529"/>
                  </a:cubicBezTo>
                  <a:cubicBezTo>
                    <a:pt x="972" y="458"/>
                    <a:pt x="812" y="279"/>
                    <a:pt x="562" y="145"/>
                  </a:cubicBezTo>
                  <a:cubicBezTo>
                    <a:pt x="398" y="54"/>
                    <a:pt x="239" y="1"/>
                    <a:pt x="1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2" name="Google Shape;1342;p39"/>
            <p:cNvSpPr/>
            <p:nvPr/>
          </p:nvSpPr>
          <p:spPr>
            <a:xfrm>
              <a:off x="6719025" y="4000150"/>
              <a:ext cx="298000" cy="84400"/>
            </a:xfrm>
            <a:custGeom>
              <a:avLst/>
              <a:gdLst/>
              <a:ahLst/>
              <a:cxnLst/>
              <a:rect l="l" t="t" r="r" b="b"/>
              <a:pathLst>
                <a:path w="11920" h="3376" extrusionOk="0">
                  <a:moveTo>
                    <a:pt x="242" y="0"/>
                  </a:moveTo>
                  <a:cubicBezTo>
                    <a:pt x="206" y="72"/>
                    <a:pt x="179" y="152"/>
                    <a:pt x="170" y="232"/>
                  </a:cubicBezTo>
                  <a:cubicBezTo>
                    <a:pt x="1" y="1401"/>
                    <a:pt x="2436" y="2703"/>
                    <a:pt x="5728" y="3194"/>
                  </a:cubicBezTo>
                  <a:cubicBezTo>
                    <a:pt x="6555" y="3317"/>
                    <a:pt x="7345" y="3376"/>
                    <a:pt x="8068" y="3376"/>
                  </a:cubicBezTo>
                  <a:cubicBezTo>
                    <a:pt x="10222" y="3376"/>
                    <a:pt x="11774" y="2856"/>
                    <a:pt x="11901" y="1981"/>
                  </a:cubicBezTo>
                  <a:cubicBezTo>
                    <a:pt x="11919" y="1856"/>
                    <a:pt x="11910" y="1722"/>
                    <a:pt x="11875" y="1597"/>
                  </a:cubicBezTo>
                  <a:lnTo>
                    <a:pt x="11598" y="1677"/>
                  </a:lnTo>
                  <a:cubicBezTo>
                    <a:pt x="11625" y="1767"/>
                    <a:pt x="11625" y="1856"/>
                    <a:pt x="11616" y="1936"/>
                  </a:cubicBezTo>
                  <a:cubicBezTo>
                    <a:pt x="11522" y="2591"/>
                    <a:pt x="10163" y="3090"/>
                    <a:pt x="8086" y="3090"/>
                  </a:cubicBezTo>
                  <a:cubicBezTo>
                    <a:pt x="7389" y="3090"/>
                    <a:pt x="6611" y="3034"/>
                    <a:pt x="5773" y="2908"/>
                  </a:cubicBezTo>
                  <a:cubicBezTo>
                    <a:pt x="2427" y="2418"/>
                    <a:pt x="331" y="1142"/>
                    <a:pt x="456" y="277"/>
                  </a:cubicBezTo>
                  <a:cubicBezTo>
                    <a:pt x="465" y="223"/>
                    <a:pt x="482" y="170"/>
                    <a:pt x="509" y="116"/>
                  </a:cubicBezTo>
                  <a:lnTo>
                    <a:pt x="2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41"/>
          <p:cNvSpPr txBox="1"/>
          <p:nvPr>
            <p:ph type="title"/>
          </p:nvPr>
        </p:nvSpPr>
        <p:spPr>
          <a:xfrm>
            <a:off x="2640965" y="833755"/>
            <a:ext cx="4222115" cy="102997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 lang="en-GB"/>
          </a:p>
        </p:txBody>
      </p:sp>
      <p:sp>
        <p:nvSpPr>
          <p:cNvPr id="1426" name="Google Shape;1426;p41"/>
          <p:cNvSpPr txBox="1"/>
          <p:nvPr>
            <p:ph type="subTitle" idx="1"/>
          </p:nvPr>
        </p:nvSpPr>
        <p:spPr>
          <a:xfrm>
            <a:off x="2461260" y="1816735"/>
            <a:ext cx="4222115" cy="185483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o"/>
            </a:pPr>
            <a:r>
              <a:rPr lang="en-US" altLang="en-GB"/>
              <a:t>Ice Cream is loved by people of all ages</a:t>
            </a:r>
            <a:endParaRPr lang="en-US" altLang="en-GB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o"/>
            </a:pPr>
            <a:r>
              <a:rPr lang="en-US" altLang="en-GB"/>
              <a:t>Our website shows ice cream as an adventure</a:t>
            </a:r>
            <a:endParaRPr lang="en-US" altLang="en-GB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o"/>
            </a:pPr>
            <a:r>
              <a:rPr lang="en-US" altLang="en-GB"/>
              <a:t>It combines taste,fun and creativity</a:t>
            </a:r>
            <a:endParaRPr lang="en-US" altLang="en-GB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o"/>
            </a:pPr>
            <a:r>
              <a:rPr lang="en-US" altLang="en-GB"/>
              <a:t>Simple and user-friendly</a:t>
            </a:r>
            <a:endParaRPr lang="en-US" altLang="en-GB"/>
          </a:p>
        </p:txBody>
      </p:sp>
      <p:grpSp>
        <p:nvGrpSpPr>
          <p:cNvPr id="1427" name="Google Shape;1427;p41"/>
          <p:cNvGrpSpPr/>
          <p:nvPr/>
        </p:nvGrpSpPr>
        <p:grpSpPr>
          <a:xfrm rot="6554939" flipH="1">
            <a:off x="2153574" y="499555"/>
            <a:ext cx="910776" cy="372376"/>
            <a:chOff x="6810700" y="1337175"/>
            <a:chExt cx="300650" cy="122925"/>
          </a:xfrm>
        </p:grpSpPr>
        <p:sp>
          <p:nvSpPr>
            <p:cNvPr id="1428" name="Google Shape;1428;p41"/>
            <p:cNvSpPr/>
            <p:nvPr/>
          </p:nvSpPr>
          <p:spPr>
            <a:xfrm>
              <a:off x="6810700" y="1340300"/>
              <a:ext cx="113750" cy="119800"/>
            </a:xfrm>
            <a:custGeom>
              <a:avLst/>
              <a:gdLst/>
              <a:ahLst/>
              <a:cxnLst/>
              <a:rect l="l" t="t" r="r" b="b"/>
              <a:pathLst>
                <a:path w="4550" h="4792" extrusionOk="0">
                  <a:moveTo>
                    <a:pt x="2489" y="0"/>
                  </a:moveTo>
                  <a:cubicBezTo>
                    <a:pt x="2294" y="0"/>
                    <a:pt x="2091" y="60"/>
                    <a:pt x="1900" y="190"/>
                  </a:cubicBezTo>
                  <a:cubicBezTo>
                    <a:pt x="1026" y="787"/>
                    <a:pt x="0" y="1804"/>
                    <a:pt x="205" y="2982"/>
                  </a:cubicBezTo>
                  <a:cubicBezTo>
                    <a:pt x="399" y="4093"/>
                    <a:pt x="1292" y="4792"/>
                    <a:pt x="1932" y="4792"/>
                  </a:cubicBezTo>
                  <a:cubicBezTo>
                    <a:pt x="1970" y="4792"/>
                    <a:pt x="2007" y="4789"/>
                    <a:pt x="2043" y="4784"/>
                  </a:cubicBezTo>
                  <a:cubicBezTo>
                    <a:pt x="2677" y="4695"/>
                    <a:pt x="4238" y="4588"/>
                    <a:pt x="4389" y="3607"/>
                  </a:cubicBezTo>
                  <a:cubicBezTo>
                    <a:pt x="4550" y="2616"/>
                    <a:pt x="4113" y="2099"/>
                    <a:pt x="3471" y="1831"/>
                  </a:cubicBezTo>
                  <a:cubicBezTo>
                    <a:pt x="3791" y="753"/>
                    <a:pt x="3183" y="0"/>
                    <a:pt x="2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9" name="Google Shape;1429;p41"/>
            <p:cNvSpPr/>
            <p:nvPr/>
          </p:nvSpPr>
          <p:spPr>
            <a:xfrm>
              <a:off x="6887850" y="1337175"/>
              <a:ext cx="223500" cy="121350"/>
            </a:xfrm>
            <a:custGeom>
              <a:avLst/>
              <a:gdLst/>
              <a:ahLst/>
              <a:cxnLst/>
              <a:rect l="l" t="t" r="r" b="b"/>
              <a:pathLst>
                <a:path w="8940" h="4854" extrusionOk="0">
                  <a:moveTo>
                    <a:pt x="4793" y="1"/>
                  </a:moveTo>
                  <a:cubicBezTo>
                    <a:pt x="4593" y="1"/>
                    <a:pt x="4393" y="16"/>
                    <a:pt x="4194" y="47"/>
                  </a:cubicBezTo>
                  <a:cubicBezTo>
                    <a:pt x="3061" y="234"/>
                    <a:pt x="1999" y="698"/>
                    <a:pt x="1089" y="1367"/>
                  </a:cubicBezTo>
                  <a:cubicBezTo>
                    <a:pt x="875" y="1528"/>
                    <a:pt x="652" y="1671"/>
                    <a:pt x="385" y="1751"/>
                  </a:cubicBezTo>
                  <a:cubicBezTo>
                    <a:pt x="197" y="1813"/>
                    <a:pt x="1" y="1938"/>
                    <a:pt x="99" y="2322"/>
                  </a:cubicBezTo>
                  <a:cubicBezTo>
                    <a:pt x="206" y="2277"/>
                    <a:pt x="277" y="2260"/>
                    <a:pt x="340" y="2215"/>
                  </a:cubicBezTo>
                  <a:cubicBezTo>
                    <a:pt x="474" y="2126"/>
                    <a:pt x="599" y="2019"/>
                    <a:pt x="732" y="1921"/>
                  </a:cubicBezTo>
                  <a:cubicBezTo>
                    <a:pt x="1054" y="1689"/>
                    <a:pt x="1393" y="1466"/>
                    <a:pt x="1732" y="1251"/>
                  </a:cubicBezTo>
                  <a:cubicBezTo>
                    <a:pt x="1964" y="1109"/>
                    <a:pt x="2187" y="948"/>
                    <a:pt x="2427" y="841"/>
                  </a:cubicBezTo>
                  <a:cubicBezTo>
                    <a:pt x="2945" y="600"/>
                    <a:pt x="3489" y="431"/>
                    <a:pt x="4042" y="333"/>
                  </a:cubicBezTo>
                  <a:cubicBezTo>
                    <a:pt x="4351" y="273"/>
                    <a:pt x="4662" y="237"/>
                    <a:pt x="4971" y="237"/>
                  </a:cubicBezTo>
                  <a:cubicBezTo>
                    <a:pt x="5259" y="237"/>
                    <a:pt x="5546" y="268"/>
                    <a:pt x="5826" y="342"/>
                  </a:cubicBezTo>
                  <a:cubicBezTo>
                    <a:pt x="6388" y="484"/>
                    <a:pt x="6897" y="779"/>
                    <a:pt x="7361" y="1136"/>
                  </a:cubicBezTo>
                  <a:cubicBezTo>
                    <a:pt x="7628" y="1350"/>
                    <a:pt x="7887" y="1590"/>
                    <a:pt x="8119" y="1867"/>
                  </a:cubicBezTo>
                  <a:cubicBezTo>
                    <a:pt x="8342" y="2135"/>
                    <a:pt x="8556" y="2429"/>
                    <a:pt x="8681" y="2750"/>
                  </a:cubicBezTo>
                  <a:cubicBezTo>
                    <a:pt x="8699" y="2804"/>
                    <a:pt x="8690" y="2848"/>
                    <a:pt x="8699" y="2893"/>
                  </a:cubicBezTo>
                  <a:cubicBezTo>
                    <a:pt x="8690" y="2938"/>
                    <a:pt x="8681" y="2982"/>
                    <a:pt x="8672" y="3027"/>
                  </a:cubicBezTo>
                  <a:cubicBezTo>
                    <a:pt x="8654" y="3152"/>
                    <a:pt x="8610" y="3285"/>
                    <a:pt x="8556" y="3410"/>
                  </a:cubicBezTo>
                  <a:cubicBezTo>
                    <a:pt x="8512" y="3535"/>
                    <a:pt x="8440" y="3660"/>
                    <a:pt x="8378" y="3776"/>
                  </a:cubicBezTo>
                  <a:cubicBezTo>
                    <a:pt x="8235" y="4017"/>
                    <a:pt x="8066" y="4240"/>
                    <a:pt x="7860" y="4418"/>
                  </a:cubicBezTo>
                  <a:cubicBezTo>
                    <a:pt x="7771" y="4499"/>
                    <a:pt x="7673" y="4543"/>
                    <a:pt x="7566" y="4579"/>
                  </a:cubicBezTo>
                  <a:cubicBezTo>
                    <a:pt x="7517" y="4588"/>
                    <a:pt x="7463" y="4592"/>
                    <a:pt x="7409" y="4592"/>
                  </a:cubicBezTo>
                  <a:cubicBezTo>
                    <a:pt x="7354" y="4592"/>
                    <a:pt x="7298" y="4588"/>
                    <a:pt x="7245" y="4579"/>
                  </a:cubicBezTo>
                  <a:cubicBezTo>
                    <a:pt x="7040" y="4552"/>
                    <a:pt x="6826" y="4454"/>
                    <a:pt x="6674" y="4302"/>
                  </a:cubicBezTo>
                  <a:cubicBezTo>
                    <a:pt x="6513" y="4151"/>
                    <a:pt x="6406" y="3937"/>
                    <a:pt x="6397" y="3714"/>
                  </a:cubicBezTo>
                  <a:cubicBezTo>
                    <a:pt x="6397" y="3375"/>
                    <a:pt x="6576" y="3045"/>
                    <a:pt x="6826" y="2830"/>
                  </a:cubicBezTo>
                  <a:cubicBezTo>
                    <a:pt x="6888" y="2777"/>
                    <a:pt x="6959" y="2732"/>
                    <a:pt x="7031" y="2697"/>
                  </a:cubicBezTo>
                  <a:cubicBezTo>
                    <a:pt x="7090" y="2667"/>
                    <a:pt x="7155" y="2650"/>
                    <a:pt x="7206" y="2650"/>
                  </a:cubicBezTo>
                  <a:cubicBezTo>
                    <a:pt x="7217" y="2650"/>
                    <a:pt x="7227" y="2651"/>
                    <a:pt x="7236" y="2652"/>
                  </a:cubicBezTo>
                  <a:cubicBezTo>
                    <a:pt x="7316" y="2661"/>
                    <a:pt x="7396" y="2679"/>
                    <a:pt x="7450" y="2715"/>
                  </a:cubicBezTo>
                  <a:cubicBezTo>
                    <a:pt x="7503" y="2741"/>
                    <a:pt x="7530" y="2786"/>
                    <a:pt x="7557" y="2857"/>
                  </a:cubicBezTo>
                  <a:cubicBezTo>
                    <a:pt x="7566" y="2884"/>
                    <a:pt x="7557" y="2929"/>
                    <a:pt x="7584" y="2955"/>
                  </a:cubicBezTo>
                  <a:cubicBezTo>
                    <a:pt x="7619" y="2982"/>
                    <a:pt x="7682" y="3036"/>
                    <a:pt x="7735" y="3036"/>
                  </a:cubicBezTo>
                  <a:cubicBezTo>
                    <a:pt x="7798" y="3027"/>
                    <a:pt x="7896" y="2964"/>
                    <a:pt x="7905" y="2920"/>
                  </a:cubicBezTo>
                  <a:cubicBezTo>
                    <a:pt x="7923" y="2848"/>
                    <a:pt x="7878" y="2768"/>
                    <a:pt x="7825" y="2688"/>
                  </a:cubicBezTo>
                  <a:cubicBezTo>
                    <a:pt x="7789" y="2625"/>
                    <a:pt x="7727" y="2563"/>
                    <a:pt x="7655" y="2527"/>
                  </a:cubicBezTo>
                  <a:cubicBezTo>
                    <a:pt x="7584" y="2483"/>
                    <a:pt x="7512" y="2465"/>
                    <a:pt x="7450" y="2447"/>
                  </a:cubicBezTo>
                  <a:cubicBezTo>
                    <a:pt x="7396" y="2429"/>
                    <a:pt x="7343" y="2420"/>
                    <a:pt x="7289" y="2411"/>
                  </a:cubicBezTo>
                  <a:cubicBezTo>
                    <a:pt x="7272" y="2411"/>
                    <a:pt x="7236" y="2402"/>
                    <a:pt x="7200" y="2402"/>
                  </a:cubicBezTo>
                  <a:cubicBezTo>
                    <a:pt x="7156" y="2402"/>
                    <a:pt x="7129" y="2411"/>
                    <a:pt x="7093" y="2420"/>
                  </a:cubicBezTo>
                  <a:cubicBezTo>
                    <a:pt x="6977" y="2447"/>
                    <a:pt x="6870" y="2500"/>
                    <a:pt x="6781" y="2563"/>
                  </a:cubicBezTo>
                  <a:cubicBezTo>
                    <a:pt x="6602" y="2688"/>
                    <a:pt x="6460" y="2848"/>
                    <a:pt x="6344" y="3036"/>
                  </a:cubicBezTo>
                  <a:cubicBezTo>
                    <a:pt x="6237" y="3223"/>
                    <a:pt x="6165" y="3437"/>
                    <a:pt x="6156" y="3669"/>
                  </a:cubicBezTo>
                  <a:cubicBezTo>
                    <a:pt x="6148" y="3910"/>
                    <a:pt x="6237" y="4142"/>
                    <a:pt x="6362" y="4329"/>
                  </a:cubicBezTo>
                  <a:cubicBezTo>
                    <a:pt x="6540" y="4570"/>
                    <a:pt x="6790" y="4749"/>
                    <a:pt x="7075" y="4820"/>
                  </a:cubicBezTo>
                  <a:cubicBezTo>
                    <a:pt x="7167" y="4841"/>
                    <a:pt x="7256" y="4853"/>
                    <a:pt x="7347" y="4853"/>
                  </a:cubicBezTo>
                  <a:cubicBezTo>
                    <a:pt x="7406" y="4853"/>
                    <a:pt x="7467" y="4848"/>
                    <a:pt x="7530" y="4838"/>
                  </a:cubicBezTo>
                  <a:cubicBezTo>
                    <a:pt x="7700" y="4811"/>
                    <a:pt x="7825" y="4731"/>
                    <a:pt x="7941" y="4650"/>
                  </a:cubicBezTo>
                  <a:cubicBezTo>
                    <a:pt x="8164" y="4481"/>
                    <a:pt x="8333" y="4276"/>
                    <a:pt x="8476" y="4062"/>
                  </a:cubicBezTo>
                  <a:cubicBezTo>
                    <a:pt x="8628" y="3847"/>
                    <a:pt x="8744" y="3624"/>
                    <a:pt x="8833" y="3375"/>
                  </a:cubicBezTo>
                  <a:cubicBezTo>
                    <a:pt x="8886" y="3214"/>
                    <a:pt x="8940" y="3054"/>
                    <a:pt x="8913" y="2866"/>
                  </a:cubicBezTo>
                  <a:cubicBezTo>
                    <a:pt x="8886" y="2670"/>
                    <a:pt x="8806" y="2536"/>
                    <a:pt x="8735" y="2393"/>
                  </a:cubicBezTo>
                  <a:cubicBezTo>
                    <a:pt x="8583" y="2117"/>
                    <a:pt x="8396" y="1867"/>
                    <a:pt x="8190" y="1635"/>
                  </a:cubicBezTo>
                  <a:cubicBezTo>
                    <a:pt x="7593" y="921"/>
                    <a:pt x="6790" y="350"/>
                    <a:pt x="5871" y="136"/>
                  </a:cubicBezTo>
                  <a:cubicBezTo>
                    <a:pt x="5520" y="50"/>
                    <a:pt x="5157" y="1"/>
                    <a:pt x="4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0" name="Google Shape;1430;p41"/>
            <p:cNvSpPr/>
            <p:nvPr/>
          </p:nvSpPr>
          <p:spPr>
            <a:xfrm>
              <a:off x="6842750" y="1350575"/>
              <a:ext cx="36925" cy="18075"/>
            </a:xfrm>
            <a:custGeom>
              <a:avLst/>
              <a:gdLst/>
              <a:ahLst/>
              <a:cxnLst/>
              <a:rect l="l" t="t" r="r" b="b"/>
              <a:pathLst>
                <a:path w="1477" h="723" extrusionOk="0">
                  <a:moveTo>
                    <a:pt x="1114" y="0"/>
                  </a:moveTo>
                  <a:cubicBezTo>
                    <a:pt x="695" y="0"/>
                    <a:pt x="341" y="306"/>
                    <a:pt x="47" y="600"/>
                  </a:cubicBezTo>
                  <a:cubicBezTo>
                    <a:pt x="0" y="653"/>
                    <a:pt x="50" y="722"/>
                    <a:pt x="107" y="722"/>
                  </a:cubicBezTo>
                  <a:cubicBezTo>
                    <a:pt x="126" y="722"/>
                    <a:pt x="146" y="715"/>
                    <a:pt x="163" y="698"/>
                  </a:cubicBezTo>
                  <a:cubicBezTo>
                    <a:pt x="429" y="432"/>
                    <a:pt x="743" y="149"/>
                    <a:pt x="1121" y="149"/>
                  </a:cubicBezTo>
                  <a:cubicBezTo>
                    <a:pt x="1200" y="149"/>
                    <a:pt x="1282" y="161"/>
                    <a:pt x="1368" y="189"/>
                  </a:cubicBezTo>
                  <a:cubicBezTo>
                    <a:pt x="1375" y="191"/>
                    <a:pt x="1382" y="192"/>
                    <a:pt x="1389" y="192"/>
                  </a:cubicBezTo>
                  <a:cubicBezTo>
                    <a:pt x="1461" y="192"/>
                    <a:pt x="1476" y="71"/>
                    <a:pt x="1395" y="46"/>
                  </a:cubicBezTo>
                  <a:cubicBezTo>
                    <a:pt x="1298" y="15"/>
                    <a:pt x="1204" y="0"/>
                    <a:pt x="1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1" name="Google Shape;1431;p41"/>
            <p:cNvSpPr/>
            <p:nvPr/>
          </p:nvSpPr>
          <p:spPr>
            <a:xfrm>
              <a:off x="6880500" y="1355525"/>
              <a:ext cx="5150" cy="3800"/>
            </a:xfrm>
            <a:custGeom>
              <a:avLst/>
              <a:gdLst/>
              <a:ahLst/>
              <a:cxnLst/>
              <a:rect l="l" t="t" r="r" b="b"/>
              <a:pathLst>
                <a:path w="206" h="152" extrusionOk="0">
                  <a:moveTo>
                    <a:pt x="99" y="0"/>
                  </a:moveTo>
                  <a:cubicBezTo>
                    <a:pt x="1" y="0"/>
                    <a:pt x="9" y="152"/>
                    <a:pt x="108" y="152"/>
                  </a:cubicBezTo>
                  <a:cubicBezTo>
                    <a:pt x="206" y="152"/>
                    <a:pt x="197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32" name="Google Shape;1432;p41"/>
          <p:cNvGrpSpPr/>
          <p:nvPr/>
        </p:nvGrpSpPr>
        <p:grpSpPr>
          <a:xfrm rot="10075057">
            <a:off x="-15436" y="-827878"/>
            <a:ext cx="1765850" cy="3019658"/>
            <a:chOff x="6383600" y="999150"/>
            <a:chExt cx="727750" cy="1244475"/>
          </a:xfrm>
        </p:grpSpPr>
        <p:sp>
          <p:nvSpPr>
            <p:cNvPr id="1433" name="Google Shape;1433;p41"/>
            <p:cNvSpPr/>
            <p:nvPr/>
          </p:nvSpPr>
          <p:spPr>
            <a:xfrm>
              <a:off x="6648775" y="1070700"/>
              <a:ext cx="50875" cy="69400"/>
            </a:xfrm>
            <a:custGeom>
              <a:avLst/>
              <a:gdLst/>
              <a:ahLst/>
              <a:cxnLst/>
              <a:rect l="l" t="t" r="r" b="b"/>
              <a:pathLst>
                <a:path w="2035" h="2776" extrusionOk="0">
                  <a:moveTo>
                    <a:pt x="1" y="1"/>
                  </a:moveTo>
                  <a:lnTo>
                    <a:pt x="1" y="1"/>
                  </a:lnTo>
                  <a:cubicBezTo>
                    <a:pt x="54" y="545"/>
                    <a:pt x="117" y="1134"/>
                    <a:pt x="179" y="1741"/>
                  </a:cubicBezTo>
                  <a:cubicBezTo>
                    <a:pt x="821" y="2035"/>
                    <a:pt x="1446" y="2383"/>
                    <a:pt x="2035" y="2775"/>
                  </a:cubicBezTo>
                  <a:cubicBezTo>
                    <a:pt x="1972" y="2213"/>
                    <a:pt x="1901" y="1633"/>
                    <a:pt x="1838" y="1071"/>
                  </a:cubicBezTo>
                  <a:cubicBezTo>
                    <a:pt x="1258" y="670"/>
                    <a:pt x="643" y="313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4" name="Google Shape;1434;p41"/>
            <p:cNvSpPr/>
            <p:nvPr/>
          </p:nvSpPr>
          <p:spPr>
            <a:xfrm>
              <a:off x="6658150" y="1157700"/>
              <a:ext cx="50650" cy="67825"/>
            </a:xfrm>
            <a:custGeom>
              <a:avLst/>
              <a:gdLst/>
              <a:ahLst/>
              <a:cxnLst/>
              <a:rect l="l" t="t" r="r" b="b"/>
              <a:pathLst>
                <a:path w="2026" h="2713" extrusionOk="0">
                  <a:moveTo>
                    <a:pt x="0" y="0"/>
                  </a:moveTo>
                  <a:lnTo>
                    <a:pt x="0" y="0"/>
                  </a:lnTo>
                  <a:cubicBezTo>
                    <a:pt x="81" y="634"/>
                    <a:pt x="152" y="1231"/>
                    <a:pt x="223" y="1766"/>
                  </a:cubicBezTo>
                  <a:cubicBezTo>
                    <a:pt x="848" y="2034"/>
                    <a:pt x="1454" y="2355"/>
                    <a:pt x="2025" y="2712"/>
                  </a:cubicBezTo>
                  <a:cubicBezTo>
                    <a:pt x="1981" y="2257"/>
                    <a:pt x="1918" y="1668"/>
                    <a:pt x="1847" y="1008"/>
                  </a:cubicBezTo>
                  <a:cubicBezTo>
                    <a:pt x="1258" y="625"/>
                    <a:pt x="643" y="286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5" name="Google Shape;1435;p41"/>
            <p:cNvSpPr/>
            <p:nvPr/>
          </p:nvSpPr>
          <p:spPr>
            <a:xfrm>
              <a:off x="6663725" y="1201850"/>
              <a:ext cx="47525" cy="50650"/>
            </a:xfrm>
            <a:custGeom>
              <a:avLst/>
              <a:gdLst/>
              <a:ahLst/>
              <a:cxnLst/>
              <a:rect l="l" t="t" r="r" b="b"/>
              <a:pathLst>
                <a:path w="1901" h="2026" extrusionOk="0">
                  <a:moveTo>
                    <a:pt x="0" y="0"/>
                  </a:moveTo>
                  <a:cubicBezTo>
                    <a:pt x="143" y="1160"/>
                    <a:pt x="268" y="1990"/>
                    <a:pt x="286" y="2026"/>
                  </a:cubicBezTo>
                  <a:lnTo>
                    <a:pt x="1900" y="1874"/>
                  </a:lnTo>
                  <a:cubicBezTo>
                    <a:pt x="1900" y="1874"/>
                    <a:pt x="1865" y="1517"/>
                    <a:pt x="1802" y="946"/>
                  </a:cubicBezTo>
                  <a:cubicBezTo>
                    <a:pt x="1231" y="589"/>
                    <a:pt x="625" y="268"/>
                    <a:pt x="0" y="0"/>
                  </a:cubicBezTo>
                  <a:close/>
                </a:path>
              </a:pathLst>
            </a:custGeom>
            <a:solidFill>
              <a:srgbClr val="A5D2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6" name="Google Shape;1436;p41"/>
            <p:cNvSpPr/>
            <p:nvPr/>
          </p:nvSpPr>
          <p:spPr>
            <a:xfrm>
              <a:off x="6653225" y="1114200"/>
              <a:ext cx="51100" cy="68725"/>
            </a:xfrm>
            <a:custGeom>
              <a:avLst/>
              <a:gdLst/>
              <a:ahLst/>
              <a:cxnLst/>
              <a:rect l="l" t="t" r="r" b="b"/>
              <a:pathLst>
                <a:path w="2044" h="2749" extrusionOk="0">
                  <a:moveTo>
                    <a:pt x="1" y="1"/>
                  </a:moveTo>
                  <a:cubicBezTo>
                    <a:pt x="63" y="580"/>
                    <a:pt x="135" y="1169"/>
                    <a:pt x="197" y="1740"/>
                  </a:cubicBezTo>
                  <a:cubicBezTo>
                    <a:pt x="840" y="2026"/>
                    <a:pt x="1455" y="2365"/>
                    <a:pt x="2044" y="2748"/>
                  </a:cubicBezTo>
                  <a:cubicBezTo>
                    <a:pt x="1981" y="2213"/>
                    <a:pt x="1919" y="1633"/>
                    <a:pt x="1857" y="1035"/>
                  </a:cubicBezTo>
                  <a:cubicBezTo>
                    <a:pt x="1268" y="643"/>
                    <a:pt x="643" y="295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7" name="Google Shape;1437;p41"/>
            <p:cNvSpPr/>
            <p:nvPr/>
          </p:nvSpPr>
          <p:spPr>
            <a:xfrm>
              <a:off x="6645875" y="1028125"/>
              <a:ext cx="48875" cy="69375"/>
            </a:xfrm>
            <a:custGeom>
              <a:avLst/>
              <a:gdLst/>
              <a:ahLst/>
              <a:cxnLst/>
              <a:rect l="l" t="t" r="r" b="b"/>
              <a:pathLst>
                <a:path w="1955" h="2775" extrusionOk="0">
                  <a:moveTo>
                    <a:pt x="1" y="0"/>
                  </a:moveTo>
                  <a:cubicBezTo>
                    <a:pt x="18" y="446"/>
                    <a:pt x="63" y="1035"/>
                    <a:pt x="117" y="1704"/>
                  </a:cubicBezTo>
                  <a:cubicBezTo>
                    <a:pt x="759" y="2016"/>
                    <a:pt x="1374" y="2373"/>
                    <a:pt x="1954" y="2774"/>
                  </a:cubicBezTo>
                  <a:cubicBezTo>
                    <a:pt x="1883" y="2168"/>
                    <a:pt x="1812" y="1588"/>
                    <a:pt x="1740" y="1062"/>
                  </a:cubicBezTo>
                  <a:cubicBezTo>
                    <a:pt x="1187" y="669"/>
                    <a:pt x="607" y="312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8" name="Google Shape;1438;p41"/>
            <p:cNvSpPr/>
            <p:nvPr/>
          </p:nvSpPr>
          <p:spPr>
            <a:xfrm>
              <a:off x="6645200" y="1000350"/>
              <a:ext cx="44200" cy="54325"/>
            </a:xfrm>
            <a:custGeom>
              <a:avLst/>
              <a:gdLst/>
              <a:ahLst/>
              <a:cxnLst/>
              <a:rect l="l" t="t" r="r" b="b"/>
              <a:pathLst>
                <a:path w="1768" h="2173" extrusionOk="0">
                  <a:moveTo>
                    <a:pt x="1031" y="1"/>
                  </a:moveTo>
                  <a:cubicBezTo>
                    <a:pt x="702" y="1"/>
                    <a:pt x="276" y="114"/>
                    <a:pt x="63" y="308"/>
                  </a:cubicBezTo>
                  <a:cubicBezTo>
                    <a:pt x="19" y="362"/>
                    <a:pt x="1" y="656"/>
                    <a:pt x="28" y="1111"/>
                  </a:cubicBezTo>
                  <a:cubicBezTo>
                    <a:pt x="634" y="1423"/>
                    <a:pt x="1214" y="1780"/>
                    <a:pt x="1767" y="2173"/>
                  </a:cubicBezTo>
                  <a:cubicBezTo>
                    <a:pt x="1616" y="1004"/>
                    <a:pt x="1491" y="156"/>
                    <a:pt x="1419" y="94"/>
                  </a:cubicBezTo>
                  <a:cubicBezTo>
                    <a:pt x="1344" y="31"/>
                    <a:pt x="1200" y="1"/>
                    <a:pt x="10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9" name="Google Shape;1439;p41"/>
            <p:cNvSpPr/>
            <p:nvPr/>
          </p:nvSpPr>
          <p:spPr>
            <a:xfrm>
              <a:off x="6761625" y="1062675"/>
              <a:ext cx="44175" cy="80550"/>
            </a:xfrm>
            <a:custGeom>
              <a:avLst/>
              <a:gdLst/>
              <a:ahLst/>
              <a:cxnLst/>
              <a:rect l="l" t="t" r="r" b="b"/>
              <a:pathLst>
                <a:path w="1767" h="3222" extrusionOk="0">
                  <a:moveTo>
                    <a:pt x="295" y="1"/>
                  </a:moveTo>
                  <a:cubicBezTo>
                    <a:pt x="197" y="536"/>
                    <a:pt x="99" y="1125"/>
                    <a:pt x="1" y="1723"/>
                  </a:cubicBezTo>
                  <a:cubicBezTo>
                    <a:pt x="536" y="2178"/>
                    <a:pt x="1044" y="2677"/>
                    <a:pt x="1508" y="3221"/>
                  </a:cubicBezTo>
                  <a:cubicBezTo>
                    <a:pt x="1597" y="2659"/>
                    <a:pt x="1687" y="2079"/>
                    <a:pt x="1767" y="1526"/>
                  </a:cubicBezTo>
                  <a:cubicBezTo>
                    <a:pt x="1321" y="982"/>
                    <a:pt x="821" y="465"/>
                    <a:pt x="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0" name="Google Shape;1440;p41"/>
            <p:cNvSpPr/>
            <p:nvPr/>
          </p:nvSpPr>
          <p:spPr>
            <a:xfrm>
              <a:off x="6748250" y="1149000"/>
              <a:ext cx="44175" cy="78975"/>
            </a:xfrm>
            <a:custGeom>
              <a:avLst/>
              <a:gdLst/>
              <a:ahLst/>
              <a:cxnLst/>
              <a:rect l="l" t="t" r="r" b="b"/>
              <a:pathLst>
                <a:path w="1767" h="3159" extrusionOk="0">
                  <a:moveTo>
                    <a:pt x="259" y="0"/>
                  </a:moveTo>
                  <a:cubicBezTo>
                    <a:pt x="161" y="625"/>
                    <a:pt x="72" y="1231"/>
                    <a:pt x="0" y="1758"/>
                  </a:cubicBezTo>
                  <a:cubicBezTo>
                    <a:pt x="527" y="2186"/>
                    <a:pt x="1026" y="2650"/>
                    <a:pt x="1481" y="3158"/>
                  </a:cubicBezTo>
                  <a:cubicBezTo>
                    <a:pt x="1562" y="2703"/>
                    <a:pt x="1660" y="2123"/>
                    <a:pt x="1767" y="1463"/>
                  </a:cubicBezTo>
                  <a:cubicBezTo>
                    <a:pt x="1303" y="937"/>
                    <a:pt x="794" y="446"/>
                    <a:pt x="259" y="0"/>
                  </a:cubicBezTo>
                  <a:close/>
                </a:path>
              </a:pathLst>
            </a:custGeom>
            <a:solidFill>
              <a:srgbClr val="FA6B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1" name="Google Shape;1441;p41"/>
            <p:cNvSpPr/>
            <p:nvPr/>
          </p:nvSpPr>
          <p:spPr>
            <a:xfrm>
              <a:off x="6741325" y="1192925"/>
              <a:ext cx="43975" cy="57800"/>
            </a:xfrm>
            <a:custGeom>
              <a:avLst/>
              <a:gdLst/>
              <a:ahLst/>
              <a:cxnLst/>
              <a:rect l="l" t="t" r="r" b="b"/>
              <a:pathLst>
                <a:path w="1759" h="2312" extrusionOk="0">
                  <a:moveTo>
                    <a:pt x="277" y="1"/>
                  </a:moveTo>
                  <a:cubicBezTo>
                    <a:pt x="108" y="1160"/>
                    <a:pt x="1" y="1990"/>
                    <a:pt x="10" y="2035"/>
                  </a:cubicBezTo>
                  <a:lnTo>
                    <a:pt x="1607" y="2311"/>
                  </a:lnTo>
                  <a:cubicBezTo>
                    <a:pt x="1607" y="2311"/>
                    <a:pt x="1669" y="1963"/>
                    <a:pt x="1758" y="1401"/>
                  </a:cubicBezTo>
                  <a:cubicBezTo>
                    <a:pt x="1303" y="893"/>
                    <a:pt x="804" y="429"/>
                    <a:pt x="277" y="1"/>
                  </a:cubicBezTo>
                  <a:close/>
                </a:path>
              </a:pathLst>
            </a:custGeom>
            <a:solidFill>
              <a:srgbClr val="A5D2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2" name="Google Shape;1442;p41"/>
            <p:cNvSpPr/>
            <p:nvPr/>
          </p:nvSpPr>
          <p:spPr>
            <a:xfrm>
              <a:off x="6754725" y="1105725"/>
              <a:ext cx="44625" cy="79875"/>
            </a:xfrm>
            <a:custGeom>
              <a:avLst/>
              <a:gdLst/>
              <a:ahLst/>
              <a:cxnLst/>
              <a:rect l="l" t="t" r="r" b="b"/>
              <a:pathLst>
                <a:path w="1785" h="3195" extrusionOk="0">
                  <a:moveTo>
                    <a:pt x="277" y="1"/>
                  </a:moveTo>
                  <a:cubicBezTo>
                    <a:pt x="178" y="580"/>
                    <a:pt x="89" y="1169"/>
                    <a:pt x="0" y="1731"/>
                  </a:cubicBezTo>
                  <a:cubicBezTo>
                    <a:pt x="535" y="2177"/>
                    <a:pt x="1044" y="2668"/>
                    <a:pt x="1508" y="3194"/>
                  </a:cubicBezTo>
                  <a:cubicBezTo>
                    <a:pt x="1588" y="2668"/>
                    <a:pt x="1686" y="2088"/>
                    <a:pt x="1784" y="1499"/>
                  </a:cubicBezTo>
                  <a:cubicBezTo>
                    <a:pt x="1320" y="955"/>
                    <a:pt x="812" y="456"/>
                    <a:pt x="2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3" name="Google Shape;1443;p41"/>
            <p:cNvSpPr/>
            <p:nvPr/>
          </p:nvSpPr>
          <p:spPr>
            <a:xfrm>
              <a:off x="6768975" y="1020750"/>
              <a:ext cx="43300" cy="80100"/>
            </a:xfrm>
            <a:custGeom>
              <a:avLst/>
              <a:gdLst/>
              <a:ahLst/>
              <a:cxnLst/>
              <a:rect l="l" t="t" r="r" b="b"/>
              <a:pathLst>
                <a:path w="1732" h="3204" extrusionOk="0">
                  <a:moveTo>
                    <a:pt x="331" y="1"/>
                  </a:moveTo>
                  <a:cubicBezTo>
                    <a:pt x="233" y="429"/>
                    <a:pt x="117" y="1018"/>
                    <a:pt x="1" y="1678"/>
                  </a:cubicBezTo>
                  <a:cubicBezTo>
                    <a:pt x="527" y="2142"/>
                    <a:pt x="1027" y="2659"/>
                    <a:pt x="1473" y="3203"/>
                  </a:cubicBezTo>
                  <a:cubicBezTo>
                    <a:pt x="1571" y="2597"/>
                    <a:pt x="1660" y="2017"/>
                    <a:pt x="1732" y="1490"/>
                  </a:cubicBezTo>
                  <a:cubicBezTo>
                    <a:pt x="1303" y="964"/>
                    <a:pt x="840" y="465"/>
                    <a:pt x="3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4" name="Google Shape;1444;p41"/>
            <p:cNvSpPr/>
            <p:nvPr/>
          </p:nvSpPr>
          <p:spPr>
            <a:xfrm>
              <a:off x="6777250" y="999150"/>
              <a:ext cx="41725" cy="58875"/>
            </a:xfrm>
            <a:custGeom>
              <a:avLst/>
              <a:gdLst/>
              <a:ahLst/>
              <a:cxnLst/>
              <a:rect l="l" t="t" r="r" b="b"/>
              <a:pathLst>
                <a:path w="1669" h="2355" extrusionOk="0">
                  <a:moveTo>
                    <a:pt x="784" y="1"/>
                  </a:moveTo>
                  <a:cubicBezTo>
                    <a:pt x="587" y="1"/>
                    <a:pt x="396" y="33"/>
                    <a:pt x="259" y="106"/>
                  </a:cubicBezTo>
                  <a:cubicBezTo>
                    <a:pt x="196" y="142"/>
                    <a:pt x="107" y="428"/>
                    <a:pt x="0" y="865"/>
                  </a:cubicBezTo>
                  <a:cubicBezTo>
                    <a:pt x="509" y="1329"/>
                    <a:pt x="972" y="1828"/>
                    <a:pt x="1401" y="2354"/>
                  </a:cubicBezTo>
                  <a:cubicBezTo>
                    <a:pt x="1570" y="1186"/>
                    <a:pt x="1668" y="338"/>
                    <a:pt x="1624" y="267"/>
                  </a:cubicBezTo>
                  <a:cubicBezTo>
                    <a:pt x="1515" y="106"/>
                    <a:pt x="1140" y="1"/>
                    <a:pt x="7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5" name="Google Shape;1445;p41"/>
            <p:cNvSpPr/>
            <p:nvPr/>
          </p:nvSpPr>
          <p:spPr>
            <a:xfrm>
              <a:off x="6867125" y="1123125"/>
              <a:ext cx="41275" cy="85225"/>
            </a:xfrm>
            <a:custGeom>
              <a:avLst/>
              <a:gdLst/>
              <a:ahLst/>
              <a:cxnLst/>
              <a:rect l="l" t="t" r="r" b="b"/>
              <a:pathLst>
                <a:path w="1651" h="3409" extrusionOk="0">
                  <a:moveTo>
                    <a:pt x="1089" y="0"/>
                  </a:moveTo>
                  <a:cubicBezTo>
                    <a:pt x="741" y="420"/>
                    <a:pt x="375" y="884"/>
                    <a:pt x="0" y="1365"/>
                  </a:cubicBezTo>
                  <a:cubicBezTo>
                    <a:pt x="250" y="2025"/>
                    <a:pt x="455" y="2712"/>
                    <a:pt x="598" y="3408"/>
                  </a:cubicBezTo>
                  <a:cubicBezTo>
                    <a:pt x="946" y="2953"/>
                    <a:pt x="1303" y="2489"/>
                    <a:pt x="1651" y="2043"/>
                  </a:cubicBezTo>
                  <a:cubicBezTo>
                    <a:pt x="1517" y="1347"/>
                    <a:pt x="1329" y="669"/>
                    <a:pt x="10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6" name="Google Shape;1446;p41"/>
            <p:cNvSpPr/>
            <p:nvPr/>
          </p:nvSpPr>
          <p:spPr>
            <a:xfrm>
              <a:off x="6813375" y="1192025"/>
              <a:ext cx="42175" cy="83675"/>
            </a:xfrm>
            <a:custGeom>
              <a:avLst/>
              <a:gdLst/>
              <a:ahLst/>
              <a:cxnLst/>
              <a:rect l="l" t="t" r="r" b="b"/>
              <a:pathLst>
                <a:path w="1687" h="3347" extrusionOk="0">
                  <a:moveTo>
                    <a:pt x="1071" y="1"/>
                  </a:moveTo>
                  <a:cubicBezTo>
                    <a:pt x="687" y="501"/>
                    <a:pt x="321" y="982"/>
                    <a:pt x="0" y="1410"/>
                  </a:cubicBezTo>
                  <a:cubicBezTo>
                    <a:pt x="259" y="2035"/>
                    <a:pt x="464" y="2686"/>
                    <a:pt x="625" y="3346"/>
                  </a:cubicBezTo>
                  <a:cubicBezTo>
                    <a:pt x="910" y="2990"/>
                    <a:pt x="1276" y="2526"/>
                    <a:pt x="1686" y="1999"/>
                  </a:cubicBezTo>
                  <a:cubicBezTo>
                    <a:pt x="1535" y="1321"/>
                    <a:pt x="1330" y="652"/>
                    <a:pt x="10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7" name="Google Shape;1447;p41"/>
            <p:cNvSpPr/>
            <p:nvPr/>
          </p:nvSpPr>
          <p:spPr>
            <a:xfrm>
              <a:off x="6783050" y="1227275"/>
              <a:ext cx="45950" cy="66700"/>
            </a:xfrm>
            <a:custGeom>
              <a:avLst/>
              <a:gdLst/>
              <a:ahLst/>
              <a:cxnLst/>
              <a:rect l="l" t="t" r="r" b="b"/>
              <a:pathLst>
                <a:path w="1838" h="2668" extrusionOk="0">
                  <a:moveTo>
                    <a:pt x="1213" y="0"/>
                  </a:moveTo>
                  <a:cubicBezTo>
                    <a:pt x="509" y="937"/>
                    <a:pt x="9" y="1606"/>
                    <a:pt x="0" y="1651"/>
                  </a:cubicBezTo>
                  <a:lnTo>
                    <a:pt x="1267" y="2668"/>
                  </a:lnTo>
                  <a:cubicBezTo>
                    <a:pt x="1267" y="2668"/>
                    <a:pt x="1490" y="2391"/>
                    <a:pt x="1838" y="1936"/>
                  </a:cubicBezTo>
                  <a:cubicBezTo>
                    <a:pt x="1677" y="1276"/>
                    <a:pt x="1472" y="625"/>
                    <a:pt x="1213" y="0"/>
                  </a:cubicBezTo>
                  <a:close/>
                </a:path>
              </a:pathLst>
            </a:custGeom>
            <a:solidFill>
              <a:srgbClr val="A5D2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8" name="Google Shape;1448;p41"/>
            <p:cNvSpPr/>
            <p:nvPr/>
          </p:nvSpPr>
          <p:spPr>
            <a:xfrm>
              <a:off x="6840125" y="1157250"/>
              <a:ext cx="41950" cy="84775"/>
            </a:xfrm>
            <a:custGeom>
              <a:avLst/>
              <a:gdLst/>
              <a:ahLst/>
              <a:cxnLst/>
              <a:rect l="l" t="t" r="r" b="b"/>
              <a:pathLst>
                <a:path w="1678" h="3391" extrusionOk="0">
                  <a:moveTo>
                    <a:pt x="1080" y="0"/>
                  </a:moveTo>
                  <a:cubicBezTo>
                    <a:pt x="714" y="455"/>
                    <a:pt x="349" y="928"/>
                    <a:pt x="1" y="1392"/>
                  </a:cubicBezTo>
                  <a:cubicBezTo>
                    <a:pt x="260" y="2043"/>
                    <a:pt x="465" y="2712"/>
                    <a:pt x="616" y="3390"/>
                  </a:cubicBezTo>
                  <a:cubicBezTo>
                    <a:pt x="955" y="2971"/>
                    <a:pt x="1312" y="2507"/>
                    <a:pt x="1678" y="2043"/>
                  </a:cubicBezTo>
                  <a:cubicBezTo>
                    <a:pt x="1535" y="1347"/>
                    <a:pt x="1330" y="660"/>
                    <a:pt x="10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9" name="Google Shape;1449;p41"/>
            <p:cNvSpPr/>
            <p:nvPr/>
          </p:nvSpPr>
          <p:spPr>
            <a:xfrm>
              <a:off x="6894325" y="1090550"/>
              <a:ext cx="40175" cy="83675"/>
            </a:xfrm>
            <a:custGeom>
              <a:avLst/>
              <a:gdLst/>
              <a:ahLst/>
              <a:cxnLst/>
              <a:rect l="l" t="t" r="r" b="b"/>
              <a:pathLst>
                <a:path w="1607" h="3347" extrusionOk="0">
                  <a:moveTo>
                    <a:pt x="1098" y="1"/>
                  </a:moveTo>
                  <a:cubicBezTo>
                    <a:pt x="804" y="322"/>
                    <a:pt x="420" y="777"/>
                    <a:pt x="1" y="1303"/>
                  </a:cubicBezTo>
                  <a:cubicBezTo>
                    <a:pt x="241" y="1972"/>
                    <a:pt x="429" y="2650"/>
                    <a:pt x="563" y="3346"/>
                  </a:cubicBezTo>
                  <a:cubicBezTo>
                    <a:pt x="937" y="2865"/>
                    <a:pt x="1294" y="2401"/>
                    <a:pt x="1606" y="1981"/>
                  </a:cubicBezTo>
                  <a:cubicBezTo>
                    <a:pt x="1490" y="1303"/>
                    <a:pt x="1321" y="643"/>
                    <a:pt x="10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0" name="Google Shape;1450;p41"/>
            <p:cNvSpPr/>
            <p:nvPr/>
          </p:nvSpPr>
          <p:spPr>
            <a:xfrm>
              <a:off x="6921750" y="1076950"/>
              <a:ext cx="43075" cy="63150"/>
            </a:xfrm>
            <a:custGeom>
              <a:avLst/>
              <a:gdLst/>
              <a:ahLst/>
              <a:cxnLst/>
              <a:rect l="l" t="t" r="r" b="b"/>
              <a:pathLst>
                <a:path w="1723" h="2526" extrusionOk="0">
                  <a:moveTo>
                    <a:pt x="590" y="1"/>
                  </a:moveTo>
                  <a:cubicBezTo>
                    <a:pt x="518" y="1"/>
                    <a:pt x="304" y="206"/>
                    <a:pt x="1" y="545"/>
                  </a:cubicBezTo>
                  <a:cubicBezTo>
                    <a:pt x="224" y="1187"/>
                    <a:pt x="393" y="1847"/>
                    <a:pt x="509" y="2525"/>
                  </a:cubicBezTo>
                  <a:cubicBezTo>
                    <a:pt x="1223" y="1571"/>
                    <a:pt x="1723" y="875"/>
                    <a:pt x="1714" y="795"/>
                  </a:cubicBezTo>
                  <a:cubicBezTo>
                    <a:pt x="1687" y="491"/>
                    <a:pt x="1027" y="1"/>
                    <a:pt x="5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1" name="Google Shape;1451;p41"/>
            <p:cNvSpPr/>
            <p:nvPr/>
          </p:nvSpPr>
          <p:spPr>
            <a:xfrm>
              <a:off x="6815375" y="1234275"/>
              <a:ext cx="117775" cy="111975"/>
            </a:xfrm>
            <a:custGeom>
              <a:avLst/>
              <a:gdLst/>
              <a:ahLst/>
              <a:cxnLst/>
              <a:rect l="l" t="t" r="r" b="b"/>
              <a:pathLst>
                <a:path w="4711" h="4479" extrusionOk="0">
                  <a:moveTo>
                    <a:pt x="1783" y="1"/>
                  </a:moveTo>
                  <a:cubicBezTo>
                    <a:pt x="1468" y="1"/>
                    <a:pt x="1163" y="161"/>
                    <a:pt x="973" y="488"/>
                  </a:cubicBezTo>
                  <a:cubicBezTo>
                    <a:pt x="464" y="1335"/>
                    <a:pt x="1" y="2611"/>
                    <a:pt x="643" y="3530"/>
                  </a:cubicBezTo>
                  <a:cubicBezTo>
                    <a:pt x="1105" y="4181"/>
                    <a:pt x="1804" y="4479"/>
                    <a:pt x="2354" y="4479"/>
                  </a:cubicBezTo>
                  <a:cubicBezTo>
                    <a:pt x="2579" y="4479"/>
                    <a:pt x="2779" y="4429"/>
                    <a:pt x="2927" y="4333"/>
                  </a:cubicBezTo>
                  <a:cubicBezTo>
                    <a:pt x="3426" y="3994"/>
                    <a:pt x="4711" y="3280"/>
                    <a:pt x="4452" y="2388"/>
                  </a:cubicBezTo>
                  <a:cubicBezTo>
                    <a:pt x="4196" y="1527"/>
                    <a:pt x="3664" y="1244"/>
                    <a:pt x="3048" y="1244"/>
                  </a:cubicBezTo>
                  <a:cubicBezTo>
                    <a:pt x="3020" y="1244"/>
                    <a:pt x="2991" y="1245"/>
                    <a:pt x="2962" y="1246"/>
                  </a:cubicBezTo>
                  <a:cubicBezTo>
                    <a:pt x="2835" y="424"/>
                    <a:pt x="2295" y="1"/>
                    <a:pt x="1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2" name="Google Shape;1452;p41"/>
            <p:cNvSpPr/>
            <p:nvPr/>
          </p:nvSpPr>
          <p:spPr>
            <a:xfrm>
              <a:off x="6881175" y="1170350"/>
              <a:ext cx="202300" cy="105800"/>
            </a:xfrm>
            <a:custGeom>
              <a:avLst/>
              <a:gdLst/>
              <a:ahLst/>
              <a:cxnLst/>
              <a:rect l="l" t="t" r="r" b="b"/>
              <a:pathLst>
                <a:path w="8092" h="4232" extrusionOk="0">
                  <a:moveTo>
                    <a:pt x="4994" y="1"/>
                  </a:moveTo>
                  <a:cubicBezTo>
                    <a:pt x="4750" y="1"/>
                    <a:pt x="4505" y="24"/>
                    <a:pt x="4265" y="74"/>
                  </a:cubicBezTo>
                  <a:cubicBezTo>
                    <a:pt x="3747" y="172"/>
                    <a:pt x="3239" y="368"/>
                    <a:pt x="2801" y="663"/>
                  </a:cubicBezTo>
                  <a:cubicBezTo>
                    <a:pt x="1918" y="1269"/>
                    <a:pt x="1196" y="2099"/>
                    <a:pt x="696" y="3027"/>
                  </a:cubicBezTo>
                  <a:cubicBezTo>
                    <a:pt x="571" y="3250"/>
                    <a:pt x="437" y="3455"/>
                    <a:pt x="241" y="3633"/>
                  </a:cubicBezTo>
                  <a:cubicBezTo>
                    <a:pt x="107" y="3758"/>
                    <a:pt x="0" y="3946"/>
                    <a:pt x="232" y="4231"/>
                  </a:cubicBezTo>
                  <a:cubicBezTo>
                    <a:pt x="304" y="4151"/>
                    <a:pt x="366" y="4106"/>
                    <a:pt x="393" y="4044"/>
                  </a:cubicBezTo>
                  <a:cubicBezTo>
                    <a:pt x="473" y="3910"/>
                    <a:pt x="536" y="3776"/>
                    <a:pt x="607" y="3642"/>
                  </a:cubicBezTo>
                  <a:cubicBezTo>
                    <a:pt x="785" y="3312"/>
                    <a:pt x="991" y="2991"/>
                    <a:pt x="1196" y="2670"/>
                  </a:cubicBezTo>
                  <a:cubicBezTo>
                    <a:pt x="1330" y="2456"/>
                    <a:pt x="1454" y="2233"/>
                    <a:pt x="1624" y="2037"/>
                  </a:cubicBezTo>
                  <a:cubicBezTo>
                    <a:pt x="1963" y="1635"/>
                    <a:pt x="2355" y="1278"/>
                    <a:pt x="2784" y="966"/>
                  </a:cubicBezTo>
                  <a:cubicBezTo>
                    <a:pt x="3248" y="636"/>
                    <a:pt x="3756" y="368"/>
                    <a:pt x="4309" y="261"/>
                  </a:cubicBezTo>
                  <a:cubicBezTo>
                    <a:pt x="4512" y="224"/>
                    <a:pt x="4717" y="207"/>
                    <a:pt x="4922" y="207"/>
                  </a:cubicBezTo>
                  <a:cubicBezTo>
                    <a:pt x="5256" y="207"/>
                    <a:pt x="5592" y="252"/>
                    <a:pt x="5924" y="324"/>
                  </a:cubicBezTo>
                  <a:cubicBezTo>
                    <a:pt x="6236" y="404"/>
                    <a:pt x="6557" y="502"/>
                    <a:pt x="6861" y="645"/>
                  </a:cubicBezTo>
                  <a:cubicBezTo>
                    <a:pt x="7155" y="779"/>
                    <a:pt x="7458" y="948"/>
                    <a:pt x="7690" y="1180"/>
                  </a:cubicBezTo>
                  <a:cubicBezTo>
                    <a:pt x="7726" y="1207"/>
                    <a:pt x="7744" y="1252"/>
                    <a:pt x="7762" y="1287"/>
                  </a:cubicBezTo>
                  <a:cubicBezTo>
                    <a:pt x="7770" y="1332"/>
                    <a:pt x="7779" y="1368"/>
                    <a:pt x="7788" y="1412"/>
                  </a:cubicBezTo>
                  <a:cubicBezTo>
                    <a:pt x="7824" y="1528"/>
                    <a:pt x="7842" y="1653"/>
                    <a:pt x="7851" y="1787"/>
                  </a:cubicBezTo>
                  <a:cubicBezTo>
                    <a:pt x="7860" y="1912"/>
                    <a:pt x="7851" y="2037"/>
                    <a:pt x="7842" y="2170"/>
                  </a:cubicBezTo>
                  <a:cubicBezTo>
                    <a:pt x="7815" y="2429"/>
                    <a:pt x="7770" y="2688"/>
                    <a:pt x="7655" y="2920"/>
                  </a:cubicBezTo>
                  <a:cubicBezTo>
                    <a:pt x="7610" y="3018"/>
                    <a:pt x="7547" y="3098"/>
                    <a:pt x="7476" y="3170"/>
                  </a:cubicBezTo>
                  <a:cubicBezTo>
                    <a:pt x="7396" y="3232"/>
                    <a:pt x="7298" y="3268"/>
                    <a:pt x="7200" y="3303"/>
                  </a:cubicBezTo>
                  <a:cubicBezTo>
                    <a:pt x="7113" y="3328"/>
                    <a:pt x="7020" y="3342"/>
                    <a:pt x="6926" y="3342"/>
                  </a:cubicBezTo>
                  <a:cubicBezTo>
                    <a:pt x="6817" y="3342"/>
                    <a:pt x="6707" y="3324"/>
                    <a:pt x="6602" y="3286"/>
                  </a:cubicBezTo>
                  <a:cubicBezTo>
                    <a:pt x="6406" y="3223"/>
                    <a:pt x="6227" y="3089"/>
                    <a:pt x="6138" y="2902"/>
                  </a:cubicBezTo>
                  <a:cubicBezTo>
                    <a:pt x="5995" y="2616"/>
                    <a:pt x="6022" y="2260"/>
                    <a:pt x="6147" y="1983"/>
                  </a:cubicBezTo>
                  <a:cubicBezTo>
                    <a:pt x="6183" y="1912"/>
                    <a:pt x="6218" y="1840"/>
                    <a:pt x="6272" y="1787"/>
                  </a:cubicBezTo>
                  <a:cubicBezTo>
                    <a:pt x="6316" y="1724"/>
                    <a:pt x="6370" y="1680"/>
                    <a:pt x="6423" y="1662"/>
                  </a:cubicBezTo>
                  <a:cubicBezTo>
                    <a:pt x="6482" y="1647"/>
                    <a:pt x="6546" y="1633"/>
                    <a:pt x="6597" y="1633"/>
                  </a:cubicBezTo>
                  <a:cubicBezTo>
                    <a:pt x="6608" y="1633"/>
                    <a:pt x="6619" y="1634"/>
                    <a:pt x="6629" y="1635"/>
                  </a:cubicBezTo>
                  <a:cubicBezTo>
                    <a:pt x="6691" y="1635"/>
                    <a:pt x="6727" y="1662"/>
                    <a:pt x="6780" y="1707"/>
                  </a:cubicBezTo>
                  <a:cubicBezTo>
                    <a:pt x="6798" y="1733"/>
                    <a:pt x="6807" y="1778"/>
                    <a:pt x="6834" y="1787"/>
                  </a:cubicBezTo>
                  <a:cubicBezTo>
                    <a:pt x="6861" y="1792"/>
                    <a:pt x="6901" y="1801"/>
                    <a:pt x="6939" y="1801"/>
                  </a:cubicBezTo>
                  <a:cubicBezTo>
                    <a:pt x="6963" y="1801"/>
                    <a:pt x="6986" y="1797"/>
                    <a:pt x="7003" y="1787"/>
                  </a:cubicBezTo>
                  <a:cubicBezTo>
                    <a:pt x="7057" y="1760"/>
                    <a:pt x="7110" y="1671"/>
                    <a:pt x="7101" y="1626"/>
                  </a:cubicBezTo>
                  <a:cubicBezTo>
                    <a:pt x="7084" y="1555"/>
                    <a:pt x="7012" y="1510"/>
                    <a:pt x="6941" y="1457"/>
                  </a:cubicBezTo>
                  <a:cubicBezTo>
                    <a:pt x="6887" y="1421"/>
                    <a:pt x="6807" y="1394"/>
                    <a:pt x="6727" y="1385"/>
                  </a:cubicBezTo>
                  <a:cubicBezTo>
                    <a:pt x="6655" y="1385"/>
                    <a:pt x="6584" y="1394"/>
                    <a:pt x="6522" y="1403"/>
                  </a:cubicBezTo>
                  <a:cubicBezTo>
                    <a:pt x="6468" y="1412"/>
                    <a:pt x="6423" y="1421"/>
                    <a:pt x="6370" y="1439"/>
                  </a:cubicBezTo>
                  <a:cubicBezTo>
                    <a:pt x="6352" y="1448"/>
                    <a:pt x="6325" y="1457"/>
                    <a:pt x="6290" y="1475"/>
                  </a:cubicBezTo>
                  <a:cubicBezTo>
                    <a:pt x="6263" y="1484"/>
                    <a:pt x="6236" y="1501"/>
                    <a:pt x="6209" y="1519"/>
                  </a:cubicBezTo>
                  <a:cubicBezTo>
                    <a:pt x="6120" y="1599"/>
                    <a:pt x="6058" y="1680"/>
                    <a:pt x="6004" y="1769"/>
                  </a:cubicBezTo>
                  <a:cubicBezTo>
                    <a:pt x="5897" y="1947"/>
                    <a:pt x="5844" y="2144"/>
                    <a:pt x="5826" y="2349"/>
                  </a:cubicBezTo>
                  <a:cubicBezTo>
                    <a:pt x="5808" y="2554"/>
                    <a:pt x="5826" y="2759"/>
                    <a:pt x="5915" y="2964"/>
                  </a:cubicBezTo>
                  <a:cubicBezTo>
                    <a:pt x="6004" y="3170"/>
                    <a:pt x="6165" y="3330"/>
                    <a:pt x="6352" y="3437"/>
                  </a:cubicBezTo>
                  <a:cubicBezTo>
                    <a:pt x="6533" y="3538"/>
                    <a:pt x="6738" y="3588"/>
                    <a:pt x="6947" y="3588"/>
                  </a:cubicBezTo>
                  <a:cubicBezTo>
                    <a:pt x="7016" y="3588"/>
                    <a:pt x="7086" y="3582"/>
                    <a:pt x="7155" y="3571"/>
                  </a:cubicBezTo>
                  <a:cubicBezTo>
                    <a:pt x="7289" y="3544"/>
                    <a:pt x="7423" y="3491"/>
                    <a:pt x="7539" y="3410"/>
                  </a:cubicBezTo>
                  <a:cubicBezTo>
                    <a:pt x="7681" y="3312"/>
                    <a:pt x="7753" y="3196"/>
                    <a:pt x="7815" y="3080"/>
                  </a:cubicBezTo>
                  <a:cubicBezTo>
                    <a:pt x="7940" y="2848"/>
                    <a:pt x="8002" y="2608"/>
                    <a:pt x="8038" y="2367"/>
                  </a:cubicBezTo>
                  <a:cubicBezTo>
                    <a:pt x="8083" y="2126"/>
                    <a:pt x="8092" y="1885"/>
                    <a:pt x="8074" y="1635"/>
                  </a:cubicBezTo>
                  <a:cubicBezTo>
                    <a:pt x="8056" y="1484"/>
                    <a:pt x="8029" y="1332"/>
                    <a:pt x="7940" y="1171"/>
                  </a:cubicBezTo>
                  <a:cubicBezTo>
                    <a:pt x="7833" y="1020"/>
                    <a:pt x="7717" y="948"/>
                    <a:pt x="7592" y="850"/>
                  </a:cubicBezTo>
                  <a:cubicBezTo>
                    <a:pt x="7351" y="672"/>
                    <a:pt x="7093" y="538"/>
                    <a:pt x="6834" y="422"/>
                  </a:cubicBezTo>
                  <a:cubicBezTo>
                    <a:pt x="6261" y="158"/>
                    <a:pt x="5628" y="1"/>
                    <a:pt x="49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3" name="Google Shape;1453;p41"/>
            <p:cNvSpPr/>
            <p:nvPr/>
          </p:nvSpPr>
          <p:spPr>
            <a:xfrm>
              <a:off x="6835450" y="1244000"/>
              <a:ext cx="26050" cy="27725"/>
            </a:xfrm>
            <a:custGeom>
              <a:avLst/>
              <a:gdLst/>
              <a:ahLst/>
              <a:cxnLst/>
              <a:rect l="l" t="t" r="r" b="b"/>
              <a:pathLst>
                <a:path w="1042" h="1109" extrusionOk="0">
                  <a:moveTo>
                    <a:pt x="954" y="0"/>
                  </a:moveTo>
                  <a:cubicBezTo>
                    <a:pt x="951" y="0"/>
                    <a:pt x="949" y="0"/>
                    <a:pt x="946" y="1"/>
                  </a:cubicBezTo>
                  <a:cubicBezTo>
                    <a:pt x="411" y="63"/>
                    <a:pt x="179" y="563"/>
                    <a:pt x="18" y="1009"/>
                  </a:cubicBezTo>
                  <a:cubicBezTo>
                    <a:pt x="0" y="1063"/>
                    <a:pt x="51" y="1108"/>
                    <a:pt x="94" y="1108"/>
                  </a:cubicBezTo>
                  <a:cubicBezTo>
                    <a:pt x="115" y="1108"/>
                    <a:pt x="134" y="1097"/>
                    <a:pt x="143" y="1071"/>
                  </a:cubicBezTo>
                  <a:cubicBezTo>
                    <a:pt x="286" y="670"/>
                    <a:pt x="482" y="197"/>
                    <a:pt x="955" y="143"/>
                  </a:cubicBezTo>
                  <a:cubicBezTo>
                    <a:pt x="1042" y="135"/>
                    <a:pt x="1036" y="0"/>
                    <a:pt x="9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4" name="Google Shape;1454;p41"/>
            <p:cNvSpPr/>
            <p:nvPr/>
          </p:nvSpPr>
          <p:spPr>
            <a:xfrm>
              <a:off x="6863325" y="1245125"/>
              <a:ext cx="4700" cy="3350"/>
            </a:xfrm>
            <a:custGeom>
              <a:avLst/>
              <a:gdLst/>
              <a:ahLst/>
              <a:cxnLst/>
              <a:rect l="l" t="t" r="r" b="b"/>
              <a:pathLst>
                <a:path w="188" h="134" extrusionOk="0">
                  <a:moveTo>
                    <a:pt x="90" y="0"/>
                  </a:moveTo>
                  <a:cubicBezTo>
                    <a:pt x="1" y="0"/>
                    <a:pt x="10" y="134"/>
                    <a:pt x="99" y="134"/>
                  </a:cubicBezTo>
                  <a:cubicBezTo>
                    <a:pt x="188" y="134"/>
                    <a:pt x="179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5" name="Google Shape;1455;p41"/>
            <p:cNvSpPr/>
            <p:nvPr/>
          </p:nvSpPr>
          <p:spPr>
            <a:xfrm>
              <a:off x="6383600" y="1268050"/>
              <a:ext cx="117775" cy="104100"/>
            </a:xfrm>
            <a:custGeom>
              <a:avLst/>
              <a:gdLst/>
              <a:ahLst/>
              <a:cxnLst/>
              <a:rect l="l" t="t" r="r" b="b"/>
              <a:pathLst>
                <a:path w="4711" h="4164" extrusionOk="0">
                  <a:moveTo>
                    <a:pt x="2352" y="0"/>
                  </a:moveTo>
                  <a:cubicBezTo>
                    <a:pt x="1916" y="0"/>
                    <a:pt x="1478" y="137"/>
                    <a:pt x="1107" y="421"/>
                  </a:cubicBezTo>
                  <a:cubicBezTo>
                    <a:pt x="188" y="1108"/>
                    <a:pt x="0" y="2420"/>
                    <a:pt x="687" y="3338"/>
                  </a:cubicBezTo>
                  <a:cubicBezTo>
                    <a:pt x="1100" y="3878"/>
                    <a:pt x="1725" y="4163"/>
                    <a:pt x="2358" y="4163"/>
                  </a:cubicBezTo>
                  <a:cubicBezTo>
                    <a:pt x="2792" y="4163"/>
                    <a:pt x="3230" y="4029"/>
                    <a:pt x="3605" y="3749"/>
                  </a:cubicBezTo>
                  <a:cubicBezTo>
                    <a:pt x="4523" y="3053"/>
                    <a:pt x="4711" y="1751"/>
                    <a:pt x="4015" y="832"/>
                  </a:cubicBezTo>
                  <a:cubicBezTo>
                    <a:pt x="3608" y="288"/>
                    <a:pt x="2983" y="0"/>
                    <a:pt x="23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6" name="Google Shape;1456;p41"/>
            <p:cNvSpPr/>
            <p:nvPr/>
          </p:nvSpPr>
          <p:spPr>
            <a:xfrm>
              <a:off x="6434900" y="1448075"/>
              <a:ext cx="500925" cy="795550"/>
            </a:xfrm>
            <a:custGeom>
              <a:avLst/>
              <a:gdLst/>
              <a:ahLst/>
              <a:cxnLst/>
              <a:rect l="l" t="t" r="r" b="b"/>
              <a:pathLst>
                <a:path w="20037" h="31822" extrusionOk="0">
                  <a:moveTo>
                    <a:pt x="9938" y="0"/>
                  </a:moveTo>
                  <a:cubicBezTo>
                    <a:pt x="3453" y="0"/>
                    <a:pt x="892" y="946"/>
                    <a:pt x="455" y="1535"/>
                  </a:cubicBezTo>
                  <a:cubicBezTo>
                    <a:pt x="0" y="2123"/>
                    <a:pt x="937" y="13578"/>
                    <a:pt x="2409" y="19011"/>
                  </a:cubicBezTo>
                  <a:cubicBezTo>
                    <a:pt x="3872" y="24435"/>
                    <a:pt x="7217" y="24372"/>
                    <a:pt x="8333" y="24747"/>
                  </a:cubicBezTo>
                  <a:cubicBezTo>
                    <a:pt x="9448" y="25122"/>
                    <a:pt x="8404" y="27058"/>
                    <a:pt x="8101" y="27727"/>
                  </a:cubicBezTo>
                  <a:cubicBezTo>
                    <a:pt x="7806" y="28387"/>
                    <a:pt x="1338" y="27923"/>
                    <a:pt x="1329" y="29787"/>
                  </a:cubicBezTo>
                  <a:cubicBezTo>
                    <a:pt x="1329" y="31482"/>
                    <a:pt x="8591" y="31777"/>
                    <a:pt x="9840" y="31813"/>
                  </a:cubicBezTo>
                  <a:lnTo>
                    <a:pt x="9929" y="31813"/>
                  </a:lnTo>
                  <a:cubicBezTo>
                    <a:pt x="9992" y="31813"/>
                    <a:pt x="10028" y="31821"/>
                    <a:pt x="10028" y="31821"/>
                  </a:cubicBezTo>
                  <a:lnTo>
                    <a:pt x="10028" y="31813"/>
                  </a:lnTo>
                  <a:cubicBezTo>
                    <a:pt x="11276" y="31786"/>
                    <a:pt x="18538" y="31536"/>
                    <a:pt x="18547" y="29832"/>
                  </a:cubicBezTo>
                  <a:cubicBezTo>
                    <a:pt x="18547" y="27977"/>
                    <a:pt x="12079" y="28405"/>
                    <a:pt x="11785" y="27736"/>
                  </a:cubicBezTo>
                  <a:cubicBezTo>
                    <a:pt x="11491" y="27067"/>
                    <a:pt x="10456" y="25131"/>
                    <a:pt x="11571" y="24756"/>
                  </a:cubicBezTo>
                  <a:cubicBezTo>
                    <a:pt x="12686" y="24390"/>
                    <a:pt x="16031" y="24479"/>
                    <a:pt x="17539" y="19056"/>
                  </a:cubicBezTo>
                  <a:cubicBezTo>
                    <a:pt x="19038" y="13632"/>
                    <a:pt x="20037" y="2186"/>
                    <a:pt x="19600" y="1588"/>
                  </a:cubicBezTo>
                  <a:cubicBezTo>
                    <a:pt x="19154" y="999"/>
                    <a:pt x="16602" y="36"/>
                    <a:pt x="10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7" name="Google Shape;1457;p41"/>
            <p:cNvSpPr/>
            <p:nvPr/>
          </p:nvSpPr>
          <p:spPr>
            <a:xfrm>
              <a:off x="6479275" y="1485325"/>
              <a:ext cx="411725" cy="556050"/>
            </a:xfrm>
            <a:custGeom>
              <a:avLst/>
              <a:gdLst/>
              <a:ahLst/>
              <a:cxnLst/>
              <a:rect l="l" t="t" r="r" b="b"/>
              <a:pathLst>
                <a:path w="16469" h="22242" extrusionOk="0">
                  <a:moveTo>
                    <a:pt x="7182" y="0"/>
                  </a:moveTo>
                  <a:cubicBezTo>
                    <a:pt x="6718" y="9"/>
                    <a:pt x="6281" y="27"/>
                    <a:pt x="5871" y="45"/>
                  </a:cubicBezTo>
                  <a:cubicBezTo>
                    <a:pt x="5532" y="54"/>
                    <a:pt x="5219" y="71"/>
                    <a:pt x="4916" y="89"/>
                  </a:cubicBezTo>
                  <a:cubicBezTo>
                    <a:pt x="3863" y="152"/>
                    <a:pt x="3007" y="250"/>
                    <a:pt x="2320" y="357"/>
                  </a:cubicBezTo>
                  <a:cubicBezTo>
                    <a:pt x="1089" y="544"/>
                    <a:pt x="393" y="776"/>
                    <a:pt x="45" y="910"/>
                  </a:cubicBezTo>
                  <a:cubicBezTo>
                    <a:pt x="1" y="2248"/>
                    <a:pt x="250" y="5736"/>
                    <a:pt x="696" y="9358"/>
                  </a:cubicBezTo>
                  <a:cubicBezTo>
                    <a:pt x="750" y="9822"/>
                    <a:pt x="812" y="10295"/>
                    <a:pt x="875" y="10768"/>
                  </a:cubicBezTo>
                  <a:cubicBezTo>
                    <a:pt x="946" y="11276"/>
                    <a:pt x="1026" y="11785"/>
                    <a:pt x="1098" y="12293"/>
                  </a:cubicBezTo>
                  <a:cubicBezTo>
                    <a:pt x="1249" y="13283"/>
                    <a:pt x="1419" y="14247"/>
                    <a:pt x="1597" y="15130"/>
                  </a:cubicBezTo>
                  <a:cubicBezTo>
                    <a:pt x="1749" y="15853"/>
                    <a:pt x="1901" y="16531"/>
                    <a:pt x="2061" y="17128"/>
                  </a:cubicBezTo>
                  <a:cubicBezTo>
                    <a:pt x="2249" y="17789"/>
                    <a:pt x="2454" y="18351"/>
                    <a:pt x="2677" y="18832"/>
                  </a:cubicBezTo>
                  <a:cubicBezTo>
                    <a:pt x="2811" y="19118"/>
                    <a:pt x="2962" y="19376"/>
                    <a:pt x="3105" y="19608"/>
                  </a:cubicBezTo>
                  <a:cubicBezTo>
                    <a:pt x="3292" y="19885"/>
                    <a:pt x="3480" y="20126"/>
                    <a:pt x="3667" y="20331"/>
                  </a:cubicBezTo>
                  <a:cubicBezTo>
                    <a:pt x="3819" y="20483"/>
                    <a:pt x="3961" y="20616"/>
                    <a:pt x="4113" y="20732"/>
                  </a:cubicBezTo>
                  <a:cubicBezTo>
                    <a:pt x="4399" y="20964"/>
                    <a:pt x="4693" y="21134"/>
                    <a:pt x="4987" y="21259"/>
                  </a:cubicBezTo>
                  <a:cubicBezTo>
                    <a:pt x="5166" y="21348"/>
                    <a:pt x="5344" y="21410"/>
                    <a:pt x="5523" y="21464"/>
                  </a:cubicBezTo>
                  <a:cubicBezTo>
                    <a:pt x="5532" y="21464"/>
                    <a:pt x="5549" y="21473"/>
                    <a:pt x="5558" y="21473"/>
                  </a:cubicBezTo>
                  <a:cubicBezTo>
                    <a:pt x="5826" y="21553"/>
                    <a:pt x="6076" y="21616"/>
                    <a:pt x="6308" y="21660"/>
                  </a:cubicBezTo>
                  <a:cubicBezTo>
                    <a:pt x="6566" y="21723"/>
                    <a:pt x="6807" y="21776"/>
                    <a:pt x="7030" y="21848"/>
                  </a:cubicBezTo>
                  <a:cubicBezTo>
                    <a:pt x="7182" y="21901"/>
                    <a:pt x="7316" y="21964"/>
                    <a:pt x="7450" y="22035"/>
                  </a:cubicBezTo>
                  <a:cubicBezTo>
                    <a:pt x="7682" y="22170"/>
                    <a:pt x="7941" y="22242"/>
                    <a:pt x="8200" y="22242"/>
                  </a:cubicBezTo>
                  <a:cubicBezTo>
                    <a:pt x="8439" y="22242"/>
                    <a:pt x="8677" y="22181"/>
                    <a:pt x="8895" y="22053"/>
                  </a:cubicBezTo>
                  <a:cubicBezTo>
                    <a:pt x="8913" y="22044"/>
                    <a:pt x="8939" y="22026"/>
                    <a:pt x="8957" y="22017"/>
                  </a:cubicBezTo>
                  <a:cubicBezTo>
                    <a:pt x="9073" y="21955"/>
                    <a:pt x="9198" y="21901"/>
                    <a:pt x="9332" y="21857"/>
                  </a:cubicBezTo>
                  <a:cubicBezTo>
                    <a:pt x="9555" y="21785"/>
                    <a:pt x="9796" y="21732"/>
                    <a:pt x="10055" y="21678"/>
                  </a:cubicBezTo>
                  <a:cubicBezTo>
                    <a:pt x="10206" y="21642"/>
                    <a:pt x="10376" y="21607"/>
                    <a:pt x="10545" y="21562"/>
                  </a:cubicBezTo>
                  <a:cubicBezTo>
                    <a:pt x="10741" y="21518"/>
                    <a:pt x="10938" y="21455"/>
                    <a:pt x="11152" y="21375"/>
                  </a:cubicBezTo>
                  <a:cubicBezTo>
                    <a:pt x="11223" y="21348"/>
                    <a:pt x="11304" y="21321"/>
                    <a:pt x="11384" y="21286"/>
                  </a:cubicBezTo>
                  <a:cubicBezTo>
                    <a:pt x="12445" y="20813"/>
                    <a:pt x="13596" y="19805"/>
                    <a:pt x="14328" y="17164"/>
                  </a:cubicBezTo>
                  <a:cubicBezTo>
                    <a:pt x="14961" y="14871"/>
                    <a:pt x="15505" y="11481"/>
                    <a:pt x="15880" y="8341"/>
                  </a:cubicBezTo>
                  <a:cubicBezTo>
                    <a:pt x="15925" y="7967"/>
                    <a:pt x="15960" y="7601"/>
                    <a:pt x="16005" y="7235"/>
                  </a:cubicBezTo>
                  <a:cubicBezTo>
                    <a:pt x="16308" y="4461"/>
                    <a:pt x="16469" y="2025"/>
                    <a:pt x="16442" y="964"/>
                  </a:cubicBezTo>
                  <a:cubicBezTo>
                    <a:pt x="16201" y="865"/>
                    <a:pt x="15773" y="714"/>
                    <a:pt x="15104" y="571"/>
                  </a:cubicBezTo>
                  <a:cubicBezTo>
                    <a:pt x="13855" y="294"/>
                    <a:pt x="11758" y="18"/>
                    <a:pt x="8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8" name="Google Shape;1458;p41"/>
            <p:cNvSpPr/>
            <p:nvPr/>
          </p:nvSpPr>
          <p:spPr>
            <a:xfrm>
              <a:off x="6496675" y="1486425"/>
              <a:ext cx="130275" cy="268100"/>
            </a:xfrm>
            <a:custGeom>
              <a:avLst/>
              <a:gdLst/>
              <a:ahLst/>
              <a:cxnLst/>
              <a:rect l="l" t="t" r="r" b="b"/>
              <a:pathLst>
                <a:path w="5211" h="10724" extrusionOk="0">
                  <a:moveTo>
                    <a:pt x="5175" y="1"/>
                  </a:moveTo>
                  <a:cubicBezTo>
                    <a:pt x="4836" y="10"/>
                    <a:pt x="4523" y="27"/>
                    <a:pt x="4220" y="45"/>
                  </a:cubicBezTo>
                  <a:cubicBezTo>
                    <a:pt x="3435" y="491"/>
                    <a:pt x="2784" y="1143"/>
                    <a:pt x="2373" y="1954"/>
                  </a:cubicBezTo>
                  <a:cubicBezTo>
                    <a:pt x="1695" y="3266"/>
                    <a:pt x="1945" y="4702"/>
                    <a:pt x="1642" y="6094"/>
                  </a:cubicBezTo>
                  <a:cubicBezTo>
                    <a:pt x="1374" y="7343"/>
                    <a:pt x="527" y="8226"/>
                    <a:pt x="0" y="9314"/>
                  </a:cubicBezTo>
                  <a:cubicBezTo>
                    <a:pt x="54" y="9778"/>
                    <a:pt x="116" y="10251"/>
                    <a:pt x="179" y="10724"/>
                  </a:cubicBezTo>
                  <a:cubicBezTo>
                    <a:pt x="241" y="10340"/>
                    <a:pt x="348" y="9957"/>
                    <a:pt x="527" y="9600"/>
                  </a:cubicBezTo>
                  <a:cubicBezTo>
                    <a:pt x="1071" y="8529"/>
                    <a:pt x="1838" y="7700"/>
                    <a:pt x="2159" y="6504"/>
                  </a:cubicBezTo>
                  <a:cubicBezTo>
                    <a:pt x="2480" y="5282"/>
                    <a:pt x="2266" y="3979"/>
                    <a:pt x="2659" y="2784"/>
                  </a:cubicBezTo>
                  <a:cubicBezTo>
                    <a:pt x="3051" y="1633"/>
                    <a:pt x="3926" y="768"/>
                    <a:pt x="5032" y="304"/>
                  </a:cubicBezTo>
                  <a:cubicBezTo>
                    <a:pt x="5184" y="242"/>
                    <a:pt x="5210" y="117"/>
                    <a:pt x="5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9" name="Google Shape;1459;p41"/>
            <p:cNvSpPr/>
            <p:nvPr/>
          </p:nvSpPr>
          <p:spPr>
            <a:xfrm>
              <a:off x="6546175" y="1556000"/>
              <a:ext cx="105050" cy="419550"/>
            </a:xfrm>
            <a:custGeom>
              <a:avLst/>
              <a:gdLst/>
              <a:ahLst/>
              <a:cxnLst/>
              <a:rect l="l" t="t" r="r" b="b"/>
              <a:pathLst>
                <a:path w="4202" h="16782" extrusionOk="0">
                  <a:moveTo>
                    <a:pt x="3767" y="1"/>
                  </a:moveTo>
                  <a:cubicBezTo>
                    <a:pt x="3700" y="1"/>
                    <a:pt x="3630" y="27"/>
                    <a:pt x="3569" y="90"/>
                  </a:cubicBezTo>
                  <a:cubicBezTo>
                    <a:pt x="2543" y="1098"/>
                    <a:pt x="1901" y="2428"/>
                    <a:pt x="1803" y="3873"/>
                  </a:cubicBezTo>
                  <a:cubicBezTo>
                    <a:pt x="1740" y="4756"/>
                    <a:pt x="1946" y="5630"/>
                    <a:pt x="1946" y="6513"/>
                  </a:cubicBezTo>
                  <a:cubicBezTo>
                    <a:pt x="1955" y="7548"/>
                    <a:pt x="1482" y="8315"/>
                    <a:pt x="1009" y="9199"/>
                  </a:cubicBezTo>
                  <a:cubicBezTo>
                    <a:pt x="331" y="10465"/>
                    <a:pt x="197" y="11821"/>
                    <a:pt x="170" y="13249"/>
                  </a:cubicBezTo>
                  <a:cubicBezTo>
                    <a:pt x="153" y="14168"/>
                    <a:pt x="170" y="15113"/>
                    <a:pt x="1" y="16005"/>
                  </a:cubicBezTo>
                  <a:cubicBezTo>
                    <a:pt x="135" y="16291"/>
                    <a:pt x="286" y="16549"/>
                    <a:pt x="429" y="16781"/>
                  </a:cubicBezTo>
                  <a:cubicBezTo>
                    <a:pt x="1116" y="14524"/>
                    <a:pt x="322" y="11893"/>
                    <a:pt x="1410" y="9698"/>
                  </a:cubicBezTo>
                  <a:cubicBezTo>
                    <a:pt x="1740" y="9056"/>
                    <a:pt x="2160" y="8449"/>
                    <a:pt x="2374" y="7753"/>
                  </a:cubicBezTo>
                  <a:cubicBezTo>
                    <a:pt x="2615" y="6995"/>
                    <a:pt x="2543" y="6210"/>
                    <a:pt x="2472" y="5434"/>
                  </a:cubicBezTo>
                  <a:cubicBezTo>
                    <a:pt x="2276" y="3561"/>
                    <a:pt x="2597" y="1874"/>
                    <a:pt x="3989" y="510"/>
                  </a:cubicBezTo>
                  <a:cubicBezTo>
                    <a:pt x="4202" y="303"/>
                    <a:pt x="3996" y="1"/>
                    <a:pt x="37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0" name="Google Shape;1460;p41"/>
            <p:cNvSpPr/>
            <p:nvPr/>
          </p:nvSpPr>
          <p:spPr>
            <a:xfrm>
              <a:off x="6570950" y="1539675"/>
              <a:ext cx="228800" cy="463975"/>
            </a:xfrm>
            <a:custGeom>
              <a:avLst/>
              <a:gdLst/>
              <a:ahLst/>
              <a:cxnLst/>
              <a:rect l="l" t="t" r="r" b="b"/>
              <a:pathLst>
                <a:path w="9152" h="18559" extrusionOk="0">
                  <a:moveTo>
                    <a:pt x="8736" y="1"/>
                  </a:moveTo>
                  <a:cubicBezTo>
                    <a:pt x="8710" y="1"/>
                    <a:pt x="8683" y="4"/>
                    <a:pt x="8654" y="12"/>
                  </a:cubicBezTo>
                  <a:cubicBezTo>
                    <a:pt x="6727" y="520"/>
                    <a:pt x="6459" y="2626"/>
                    <a:pt x="6031" y="4267"/>
                  </a:cubicBezTo>
                  <a:cubicBezTo>
                    <a:pt x="5727" y="5418"/>
                    <a:pt x="5103" y="6194"/>
                    <a:pt x="4362" y="7086"/>
                  </a:cubicBezTo>
                  <a:cubicBezTo>
                    <a:pt x="3783" y="7800"/>
                    <a:pt x="3301" y="8522"/>
                    <a:pt x="3167" y="9450"/>
                  </a:cubicBezTo>
                  <a:cubicBezTo>
                    <a:pt x="3015" y="10521"/>
                    <a:pt x="3283" y="11734"/>
                    <a:pt x="2703" y="12715"/>
                  </a:cubicBezTo>
                  <a:cubicBezTo>
                    <a:pt x="2213" y="13545"/>
                    <a:pt x="1392" y="14062"/>
                    <a:pt x="981" y="14972"/>
                  </a:cubicBezTo>
                  <a:cubicBezTo>
                    <a:pt x="553" y="15909"/>
                    <a:pt x="437" y="17149"/>
                    <a:pt x="0" y="18157"/>
                  </a:cubicBezTo>
                  <a:cubicBezTo>
                    <a:pt x="152" y="18309"/>
                    <a:pt x="294" y="18442"/>
                    <a:pt x="446" y="18558"/>
                  </a:cubicBezTo>
                  <a:cubicBezTo>
                    <a:pt x="785" y="17818"/>
                    <a:pt x="955" y="16971"/>
                    <a:pt x="1178" y="16177"/>
                  </a:cubicBezTo>
                  <a:cubicBezTo>
                    <a:pt x="1472" y="15160"/>
                    <a:pt x="1954" y="14490"/>
                    <a:pt x="2659" y="13723"/>
                  </a:cubicBezTo>
                  <a:cubicBezTo>
                    <a:pt x="3265" y="13063"/>
                    <a:pt x="3577" y="12385"/>
                    <a:pt x="3658" y="11493"/>
                  </a:cubicBezTo>
                  <a:cubicBezTo>
                    <a:pt x="3756" y="10387"/>
                    <a:pt x="3595" y="9307"/>
                    <a:pt x="4193" y="8308"/>
                  </a:cubicBezTo>
                  <a:cubicBezTo>
                    <a:pt x="4684" y="7505"/>
                    <a:pt x="5406" y="6881"/>
                    <a:pt x="5915" y="6087"/>
                  </a:cubicBezTo>
                  <a:cubicBezTo>
                    <a:pt x="6959" y="4463"/>
                    <a:pt x="6548" y="1189"/>
                    <a:pt x="8814" y="592"/>
                  </a:cubicBezTo>
                  <a:cubicBezTo>
                    <a:pt x="9152" y="501"/>
                    <a:pt x="9049" y="1"/>
                    <a:pt x="87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1" name="Google Shape;1461;p41"/>
            <p:cNvSpPr/>
            <p:nvPr/>
          </p:nvSpPr>
          <p:spPr>
            <a:xfrm>
              <a:off x="6603950" y="1519525"/>
              <a:ext cx="275025" cy="502625"/>
            </a:xfrm>
            <a:custGeom>
              <a:avLst/>
              <a:gdLst/>
              <a:ahLst/>
              <a:cxnLst/>
              <a:rect l="l" t="t" r="r" b="b"/>
              <a:pathLst>
                <a:path w="11001" h="20105" extrusionOk="0">
                  <a:moveTo>
                    <a:pt x="10604" y="1"/>
                  </a:moveTo>
                  <a:cubicBezTo>
                    <a:pt x="10554" y="1"/>
                    <a:pt x="10500" y="19"/>
                    <a:pt x="10447" y="59"/>
                  </a:cubicBezTo>
                  <a:cubicBezTo>
                    <a:pt x="8850" y="1255"/>
                    <a:pt x="8645" y="3244"/>
                    <a:pt x="8154" y="5037"/>
                  </a:cubicBezTo>
                  <a:cubicBezTo>
                    <a:pt x="7842" y="6197"/>
                    <a:pt x="7342" y="7143"/>
                    <a:pt x="6504" y="8017"/>
                  </a:cubicBezTo>
                  <a:cubicBezTo>
                    <a:pt x="5683" y="8873"/>
                    <a:pt x="4898" y="9632"/>
                    <a:pt x="4407" y="10738"/>
                  </a:cubicBezTo>
                  <a:cubicBezTo>
                    <a:pt x="3881" y="11915"/>
                    <a:pt x="3480" y="12968"/>
                    <a:pt x="2659" y="13985"/>
                  </a:cubicBezTo>
                  <a:cubicBezTo>
                    <a:pt x="2052" y="14752"/>
                    <a:pt x="1463" y="15520"/>
                    <a:pt x="1347" y="16528"/>
                  </a:cubicBezTo>
                  <a:cubicBezTo>
                    <a:pt x="1258" y="17384"/>
                    <a:pt x="1321" y="18080"/>
                    <a:pt x="750" y="18794"/>
                  </a:cubicBezTo>
                  <a:cubicBezTo>
                    <a:pt x="491" y="19124"/>
                    <a:pt x="197" y="19427"/>
                    <a:pt x="27" y="19819"/>
                  </a:cubicBezTo>
                  <a:cubicBezTo>
                    <a:pt x="18" y="19846"/>
                    <a:pt x="9" y="19864"/>
                    <a:pt x="0" y="19891"/>
                  </a:cubicBezTo>
                  <a:cubicBezTo>
                    <a:pt x="179" y="19980"/>
                    <a:pt x="357" y="20042"/>
                    <a:pt x="536" y="20096"/>
                  </a:cubicBezTo>
                  <a:cubicBezTo>
                    <a:pt x="545" y="20096"/>
                    <a:pt x="562" y="20105"/>
                    <a:pt x="571" y="20105"/>
                  </a:cubicBezTo>
                  <a:cubicBezTo>
                    <a:pt x="893" y="19302"/>
                    <a:pt x="1731" y="18713"/>
                    <a:pt x="1865" y="17785"/>
                  </a:cubicBezTo>
                  <a:cubicBezTo>
                    <a:pt x="1954" y="17170"/>
                    <a:pt x="1865" y="16528"/>
                    <a:pt x="2088" y="15930"/>
                  </a:cubicBezTo>
                  <a:cubicBezTo>
                    <a:pt x="2302" y="15359"/>
                    <a:pt x="2703" y="14877"/>
                    <a:pt x="3087" y="14404"/>
                  </a:cubicBezTo>
                  <a:cubicBezTo>
                    <a:pt x="3774" y="13539"/>
                    <a:pt x="4256" y="12674"/>
                    <a:pt x="4675" y="11648"/>
                  </a:cubicBezTo>
                  <a:cubicBezTo>
                    <a:pt x="4907" y="11068"/>
                    <a:pt x="5148" y="10488"/>
                    <a:pt x="5514" y="9980"/>
                  </a:cubicBezTo>
                  <a:cubicBezTo>
                    <a:pt x="5915" y="9409"/>
                    <a:pt x="6441" y="8936"/>
                    <a:pt x="6923" y="8436"/>
                  </a:cubicBezTo>
                  <a:cubicBezTo>
                    <a:pt x="7574" y="7758"/>
                    <a:pt x="8092" y="7027"/>
                    <a:pt x="8431" y="6144"/>
                  </a:cubicBezTo>
                  <a:cubicBezTo>
                    <a:pt x="9118" y="4315"/>
                    <a:pt x="9055" y="1844"/>
                    <a:pt x="10750" y="568"/>
                  </a:cubicBezTo>
                  <a:cubicBezTo>
                    <a:pt x="11000" y="384"/>
                    <a:pt x="10838" y="1"/>
                    <a:pt x="106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2" name="Google Shape;1462;p41"/>
            <p:cNvSpPr/>
            <p:nvPr/>
          </p:nvSpPr>
          <p:spPr>
            <a:xfrm>
              <a:off x="6742900" y="1666200"/>
              <a:ext cx="136500" cy="358200"/>
            </a:xfrm>
            <a:custGeom>
              <a:avLst/>
              <a:gdLst/>
              <a:ahLst/>
              <a:cxnLst/>
              <a:rect l="l" t="t" r="r" b="b"/>
              <a:pathLst>
                <a:path w="5460" h="14328" extrusionOk="0">
                  <a:moveTo>
                    <a:pt x="5460" y="0"/>
                  </a:moveTo>
                  <a:cubicBezTo>
                    <a:pt x="4603" y="1071"/>
                    <a:pt x="3747" y="2132"/>
                    <a:pt x="2900" y="3203"/>
                  </a:cubicBezTo>
                  <a:cubicBezTo>
                    <a:pt x="2507" y="3702"/>
                    <a:pt x="2097" y="4211"/>
                    <a:pt x="1856" y="4808"/>
                  </a:cubicBezTo>
                  <a:cubicBezTo>
                    <a:pt x="1633" y="5370"/>
                    <a:pt x="1570" y="5968"/>
                    <a:pt x="1499" y="6557"/>
                  </a:cubicBezTo>
                  <a:cubicBezTo>
                    <a:pt x="1401" y="7315"/>
                    <a:pt x="1276" y="7984"/>
                    <a:pt x="874" y="8636"/>
                  </a:cubicBezTo>
                  <a:cubicBezTo>
                    <a:pt x="535" y="9189"/>
                    <a:pt x="286" y="9644"/>
                    <a:pt x="214" y="10304"/>
                  </a:cubicBezTo>
                  <a:cubicBezTo>
                    <a:pt x="63" y="11633"/>
                    <a:pt x="45" y="12989"/>
                    <a:pt x="0" y="14327"/>
                  </a:cubicBezTo>
                  <a:cubicBezTo>
                    <a:pt x="196" y="14283"/>
                    <a:pt x="393" y="14220"/>
                    <a:pt x="607" y="14140"/>
                  </a:cubicBezTo>
                  <a:cubicBezTo>
                    <a:pt x="651" y="12962"/>
                    <a:pt x="687" y="11785"/>
                    <a:pt x="785" y="10607"/>
                  </a:cubicBezTo>
                  <a:cubicBezTo>
                    <a:pt x="839" y="9849"/>
                    <a:pt x="1142" y="9376"/>
                    <a:pt x="1508" y="8752"/>
                  </a:cubicBezTo>
                  <a:cubicBezTo>
                    <a:pt x="1793" y="8234"/>
                    <a:pt x="1936" y="7699"/>
                    <a:pt x="2025" y="7119"/>
                  </a:cubicBezTo>
                  <a:cubicBezTo>
                    <a:pt x="2115" y="6486"/>
                    <a:pt x="2132" y="5834"/>
                    <a:pt x="2338" y="5228"/>
                  </a:cubicBezTo>
                  <a:cubicBezTo>
                    <a:pt x="2569" y="4532"/>
                    <a:pt x="3051" y="3961"/>
                    <a:pt x="3506" y="3399"/>
                  </a:cubicBezTo>
                  <a:cubicBezTo>
                    <a:pt x="4113" y="2632"/>
                    <a:pt x="4719" y="1873"/>
                    <a:pt x="5335" y="1106"/>
                  </a:cubicBezTo>
                  <a:cubicBezTo>
                    <a:pt x="5380" y="732"/>
                    <a:pt x="5415" y="366"/>
                    <a:pt x="54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3" name="Google Shape;1463;p41"/>
            <p:cNvSpPr/>
            <p:nvPr/>
          </p:nvSpPr>
          <p:spPr>
            <a:xfrm>
              <a:off x="6403900" y="1105275"/>
              <a:ext cx="559600" cy="503650"/>
            </a:xfrm>
            <a:custGeom>
              <a:avLst/>
              <a:gdLst/>
              <a:ahLst/>
              <a:cxnLst/>
              <a:rect l="l" t="t" r="r" b="b"/>
              <a:pathLst>
                <a:path w="22384" h="20146" extrusionOk="0">
                  <a:moveTo>
                    <a:pt x="13334" y="0"/>
                  </a:moveTo>
                  <a:cubicBezTo>
                    <a:pt x="13196" y="0"/>
                    <a:pt x="13121" y="103"/>
                    <a:pt x="13123" y="331"/>
                  </a:cubicBezTo>
                  <a:cubicBezTo>
                    <a:pt x="13123" y="1276"/>
                    <a:pt x="13016" y="3979"/>
                    <a:pt x="12169" y="4872"/>
                  </a:cubicBezTo>
                  <a:cubicBezTo>
                    <a:pt x="11321" y="5764"/>
                    <a:pt x="4113" y="6843"/>
                    <a:pt x="3283" y="7485"/>
                  </a:cubicBezTo>
                  <a:cubicBezTo>
                    <a:pt x="2454" y="8128"/>
                    <a:pt x="0" y="11732"/>
                    <a:pt x="384" y="13382"/>
                  </a:cubicBezTo>
                  <a:cubicBezTo>
                    <a:pt x="767" y="15041"/>
                    <a:pt x="2721" y="17022"/>
                    <a:pt x="2721" y="17022"/>
                  </a:cubicBezTo>
                  <a:cubicBezTo>
                    <a:pt x="3399" y="17691"/>
                    <a:pt x="4488" y="18119"/>
                    <a:pt x="4488" y="18119"/>
                  </a:cubicBezTo>
                  <a:cubicBezTo>
                    <a:pt x="4488" y="18119"/>
                    <a:pt x="6227" y="20002"/>
                    <a:pt x="7503" y="20135"/>
                  </a:cubicBezTo>
                  <a:cubicBezTo>
                    <a:pt x="7566" y="20143"/>
                    <a:pt x="7633" y="20146"/>
                    <a:pt x="7702" y="20146"/>
                  </a:cubicBezTo>
                  <a:cubicBezTo>
                    <a:pt x="9022" y="20146"/>
                    <a:pt x="11357" y="18922"/>
                    <a:pt x="11357" y="18922"/>
                  </a:cubicBezTo>
                  <a:cubicBezTo>
                    <a:pt x="11357" y="18922"/>
                    <a:pt x="13164" y="19593"/>
                    <a:pt x="14729" y="19593"/>
                  </a:cubicBezTo>
                  <a:cubicBezTo>
                    <a:pt x="15149" y="19593"/>
                    <a:pt x="15552" y="19544"/>
                    <a:pt x="15898" y="19422"/>
                  </a:cubicBezTo>
                  <a:cubicBezTo>
                    <a:pt x="17530" y="18842"/>
                    <a:pt x="18181" y="17075"/>
                    <a:pt x="18181" y="17075"/>
                  </a:cubicBezTo>
                  <a:cubicBezTo>
                    <a:pt x="18181" y="17075"/>
                    <a:pt x="20296" y="16799"/>
                    <a:pt x="20983" y="16174"/>
                  </a:cubicBezTo>
                  <a:cubicBezTo>
                    <a:pt x="21661" y="15559"/>
                    <a:pt x="22383" y="12633"/>
                    <a:pt x="22124" y="11562"/>
                  </a:cubicBezTo>
                  <a:cubicBezTo>
                    <a:pt x="21857" y="10501"/>
                    <a:pt x="18957" y="8172"/>
                    <a:pt x="18610" y="7708"/>
                  </a:cubicBezTo>
                  <a:cubicBezTo>
                    <a:pt x="18262" y="7253"/>
                    <a:pt x="17637" y="4229"/>
                    <a:pt x="16040" y="2409"/>
                  </a:cubicBezTo>
                  <a:cubicBezTo>
                    <a:pt x="14828" y="1027"/>
                    <a:pt x="13769" y="0"/>
                    <a:pt x="133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4" name="Google Shape;1464;p41"/>
            <p:cNvSpPr/>
            <p:nvPr/>
          </p:nvSpPr>
          <p:spPr>
            <a:xfrm>
              <a:off x="6812925" y="1210325"/>
              <a:ext cx="105300" cy="321850"/>
            </a:xfrm>
            <a:custGeom>
              <a:avLst/>
              <a:gdLst/>
              <a:ahLst/>
              <a:cxnLst/>
              <a:rect l="l" t="t" r="r" b="b"/>
              <a:pathLst>
                <a:path w="4212" h="12874" extrusionOk="0">
                  <a:moveTo>
                    <a:pt x="207" y="0"/>
                  </a:moveTo>
                  <a:cubicBezTo>
                    <a:pt x="206" y="0"/>
                    <a:pt x="206" y="0"/>
                    <a:pt x="206" y="0"/>
                  </a:cubicBezTo>
                  <a:cubicBezTo>
                    <a:pt x="0" y="9"/>
                    <a:pt x="812" y="2793"/>
                    <a:pt x="1196" y="3515"/>
                  </a:cubicBezTo>
                  <a:cubicBezTo>
                    <a:pt x="1588" y="4238"/>
                    <a:pt x="2588" y="7753"/>
                    <a:pt x="2588" y="9492"/>
                  </a:cubicBezTo>
                  <a:cubicBezTo>
                    <a:pt x="2588" y="11232"/>
                    <a:pt x="1820" y="12873"/>
                    <a:pt x="1820" y="12873"/>
                  </a:cubicBezTo>
                  <a:cubicBezTo>
                    <a:pt x="1820" y="12873"/>
                    <a:pt x="3328" y="12677"/>
                    <a:pt x="4202" y="12240"/>
                  </a:cubicBezTo>
                  <a:cubicBezTo>
                    <a:pt x="4211" y="10804"/>
                    <a:pt x="4140" y="8993"/>
                    <a:pt x="3961" y="8368"/>
                  </a:cubicBezTo>
                  <a:cubicBezTo>
                    <a:pt x="3649" y="7298"/>
                    <a:pt x="1927" y="4068"/>
                    <a:pt x="1588" y="3444"/>
                  </a:cubicBezTo>
                  <a:cubicBezTo>
                    <a:pt x="1259" y="2821"/>
                    <a:pt x="405" y="0"/>
                    <a:pt x="2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5" name="Google Shape;1465;p41"/>
            <p:cNvSpPr/>
            <p:nvPr/>
          </p:nvSpPr>
          <p:spPr>
            <a:xfrm>
              <a:off x="6687800" y="1157675"/>
              <a:ext cx="152125" cy="437175"/>
            </a:xfrm>
            <a:custGeom>
              <a:avLst/>
              <a:gdLst/>
              <a:ahLst/>
              <a:cxnLst/>
              <a:rect l="l" t="t" r="r" b="b"/>
              <a:pathLst>
                <a:path w="6085" h="17487" extrusionOk="0">
                  <a:moveTo>
                    <a:pt x="3057" y="0"/>
                  </a:moveTo>
                  <a:cubicBezTo>
                    <a:pt x="3055" y="0"/>
                    <a:pt x="3054" y="1"/>
                    <a:pt x="3052" y="1"/>
                  </a:cubicBezTo>
                  <a:cubicBezTo>
                    <a:pt x="2855" y="64"/>
                    <a:pt x="3417" y="2909"/>
                    <a:pt x="3765" y="3828"/>
                  </a:cubicBezTo>
                  <a:cubicBezTo>
                    <a:pt x="4122" y="4756"/>
                    <a:pt x="4854" y="8931"/>
                    <a:pt x="4854" y="9671"/>
                  </a:cubicBezTo>
                  <a:cubicBezTo>
                    <a:pt x="4845" y="10421"/>
                    <a:pt x="3364" y="13231"/>
                    <a:pt x="2365" y="14783"/>
                  </a:cubicBezTo>
                  <a:cubicBezTo>
                    <a:pt x="1366" y="16327"/>
                    <a:pt x="1" y="16826"/>
                    <a:pt x="1" y="16826"/>
                  </a:cubicBezTo>
                  <a:cubicBezTo>
                    <a:pt x="1" y="16826"/>
                    <a:pt x="1607" y="17424"/>
                    <a:pt x="3105" y="17486"/>
                  </a:cubicBezTo>
                  <a:cubicBezTo>
                    <a:pt x="4586" y="15622"/>
                    <a:pt x="6085" y="10501"/>
                    <a:pt x="6014" y="10100"/>
                  </a:cubicBezTo>
                  <a:cubicBezTo>
                    <a:pt x="5942" y="9663"/>
                    <a:pt x="4336" y="4239"/>
                    <a:pt x="4113" y="3757"/>
                  </a:cubicBezTo>
                  <a:cubicBezTo>
                    <a:pt x="3884" y="3280"/>
                    <a:pt x="3260" y="0"/>
                    <a:pt x="30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6" name="Google Shape;1466;p41"/>
            <p:cNvSpPr/>
            <p:nvPr/>
          </p:nvSpPr>
          <p:spPr>
            <a:xfrm>
              <a:off x="6427300" y="1202075"/>
              <a:ext cx="316075" cy="356450"/>
            </a:xfrm>
            <a:custGeom>
              <a:avLst/>
              <a:gdLst/>
              <a:ahLst/>
              <a:cxnLst/>
              <a:rect l="l" t="t" r="r" b="b"/>
              <a:pathLst>
                <a:path w="12643" h="14258" extrusionOk="0">
                  <a:moveTo>
                    <a:pt x="11759" y="0"/>
                  </a:moveTo>
                  <a:cubicBezTo>
                    <a:pt x="11688" y="223"/>
                    <a:pt x="11598" y="438"/>
                    <a:pt x="11509" y="607"/>
                  </a:cubicBezTo>
                  <a:cubicBezTo>
                    <a:pt x="11705" y="1383"/>
                    <a:pt x="11893" y="2266"/>
                    <a:pt x="11839" y="2686"/>
                  </a:cubicBezTo>
                  <a:cubicBezTo>
                    <a:pt x="11741" y="3533"/>
                    <a:pt x="11723" y="6709"/>
                    <a:pt x="11090" y="7744"/>
                  </a:cubicBezTo>
                  <a:cubicBezTo>
                    <a:pt x="10480" y="8731"/>
                    <a:pt x="6598" y="12032"/>
                    <a:pt x="5146" y="12032"/>
                  </a:cubicBezTo>
                  <a:cubicBezTo>
                    <a:pt x="5090" y="12032"/>
                    <a:pt x="5037" y="12027"/>
                    <a:pt x="4988" y="12017"/>
                  </a:cubicBezTo>
                  <a:cubicBezTo>
                    <a:pt x="3882" y="11785"/>
                    <a:pt x="1152" y="11196"/>
                    <a:pt x="1" y="10831"/>
                  </a:cubicBezTo>
                  <a:lnTo>
                    <a:pt x="1" y="10831"/>
                  </a:lnTo>
                  <a:cubicBezTo>
                    <a:pt x="715" y="12062"/>
                    <a:pt x="1785" y="13150"/>
                    <a:pt x="1785" y="13150"/>
                  </a:cubicBezTo>
                  <a:cubicBezTo>
                    <a:pt x="2463" y="13819"/>
                    <a:pt x="3552" y="14247"/>
                    <a:pt x="3552" y="14247"/>
                  </a:cubicBezTo>
                  <a:cubicBezTo>
                    <a:pt x="3552" y="14247"/>
                    <a:pt x="3661" y="14257"/>
                    <a:pt x="3854" y="14257"/>
                  </a:cubicBezTo>
                  <a:cubicBezTo>
                    <a:pt x="4536" y="14257"/>
                    <a:pt x="6257" y="14132"/>
                    <a:pt x="7816" y="12998"/>
                  </a:cubicBezTo>
                  <a:cubicBezTo>
                    <a:pt x="9823" y="11535"/>
                    <a:pt x="12169" y="8324"/>
                    <a:pt x="12383" y="7771"/>
                  </a:cubicBezTo>
                  <a:cubicBezTo>
                    <a:pt x="12597" y="7209"/>
                    <a:pt x="12642" y="2739"/>
                    <a:pt x="12348" y="1963"/>
                  </a:cubicBezTo>
                  <a:cubicBezTo>
                    <a:pt x="12196" y="1562"/>
                    <a:pt x="11955" y="723"/>
                    <a:pt x="117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7" name="Google Shape;1467;p41"/>
            <p:cNvSpPr/>
            <p:nvPr/>
          </p:nvSpPr>
          <p:spPr>
            <a:xfrm>
              <a:off x="6422175" y="1250700"/>
              <a:ext cx="221950" cy="141700"/>
            </a:xfrm>
            <a:custGeom>
              <a:avLst/>
              <a:gdLst/>
              <a:ahLst/>
              <a:cxnLst/>
              <a:rect l="l" t="t" r="r" b="b"/>
              <a:pathLst>
                <a:path w="8878" h="5668" extrusionOk="0">
                  <a:moveTo>
                    <a:pt x="8877" y="0"/>
                  </a:moveTo>
                  <a:lnTo>
                    <a:pt x="8877" y="0"/>
                  </a:lnTo>
                  <a:cubicBezTo>
                    <a:pt x="8538" y="89"/>
                    <a:pt x="8181" y="179"/>
                    <a:pt x="7816" y="268"/>
                  </a:cubicBezTo>
                  <a:cubicBezTo>
                    <a:pt x="7512" y="1097"/>
                    <a:pt x="7075" y="2043"/>
                    <a:pt x="6495" y="2596"/>
                  </a:cubicBezTo>
                  <a:cubicBezTo>
                    <a:pt x="5584" y="3463"/>
                    <a:pt x="3532" y="4097"/>
                    <a:pt x="1790" y="4097"/>
                  </a:cubicBezTo>
                  <a:cubicBezTo>
                    <a:pt x="1435" y="4097"/>
                    <a:pt x="1094" y="4070"/>
                    <a:pt x="777" y="4015"/>
                  </a:cubicBezTo>
                  <a:cubicBezTo>
                    <a:pt x="482" y="4514"/>
                    <a:pt x="206" y="5049"/>
                    <a:pt x="1" y="5567"/>
                  </a:cubicBezTo>
                  <a:cubicBezTo>
                    <a:pt x="637" y="5616"/>
                    <a:pt x="1488" y="5668"/>
                    <a:pt x="2328" y="5668"/>
                  </a:cubicBezTo>
                  <a:cubicBezTo>
                    <a:pt x="3456" y="5668"/>
                    <a:pt x="4566" y="5575"/>
                    <a:pt x="5113" y="5264"/>
                  </a:cubicBezTo>
                  <a:cubicBezTo>
                    <a:pt x="6451" y="4487"/>
                    <a:pt x="8503" y="2132"/>
                    <a:pt x="8503" y="2132"/>
                  </a:cubicBezTo>
                  <a:lnTo>
                    <a:pt x="88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8" name="Google Shape;1468;p41"/>
            <p:cNvSpPr/>
            <p:nvPr/>
          </p:nvSpPr>
          <p:spPr>
            <a:xfrm>
              <a:off x="6406350" y="1070275"/>
              <a:ext cx="303775" cy="310875"/>
            </a:xfrm>
            <a:custGeom>
              <a:avLst/>
              <a:gdLst/>
              <a:ahLst/>
              <a:cxnLst/>
              <a:rect l="l" t="t" r="r" b="b"/>
              <a:pathLst>
                <a:path w="12151" h="12435" extrusionOk="0">
                  <a:moveTo>
                    <a:pt x="6036" y="0"/>
                  </a:moveTo>
                  <a:cubicBezTo>
                    <a:pt x="5426" y="0"/>
                    <a:pt x="3723" y="1653"/>
                    <a:pt x="3319" y="3078"/>
                  </a:cubicBezTo>
                  <a:cubicBezTo>
                    <a:pt x="2891" y="4621"/>
                    <a:pt x="625" y="5995"/>
                    <a:pt x="313" y="7057"/>
                  </a:cubicBezTo>
                  <a:cubicBezTo>
                    <a:pt x="0" y="8127"/>
                    <a:pt x="1597" y="11473"/>
                    <a:pt x="2489" y="12097"/>
                  </a:cubicBezTo>
                  <a:cubicBezTo>
                    <a:pt x="2818" y="12327"/>
                    <a:pt x="3447" y="12435"/>
                    <a:pt x="4248" y="12435"/>
                  </a:cubicBezTo>
                  <a:cubicBezTo>
                    <a:pt x="5625" y="12435"/>
                    <a:pt x="7509" y="12117"/>
                    <a:pt x="9251" y="11553"/>
                  </a:cubicBezTo>
                  <a:cubicBezTo>
                    <a:pt x="9251" y="11553"/>
                    <a:pt x="10438" y="10759"/>
                    <a:pt x="11294" y="9447"/>
                  </a:cubicBezTo>
                  <a:cubicBezTo>
                    <a:pt x="12151" y="8136"/>
                    <a:pt x="11812" y="5745"/>
                    <a:pt x="10688" y="4924"/>
                  </a:cubicBezTo>
                  <a:cubicBezTo>
                    <a:pt x="9564" y="4095"/>
                    <a:pt x="6647" y="4148"/>
                    <a:pt x="6200" y="3212"/>
                  </a:cubicBezTo>
                  <a:cubicBezTo>
                    <a:pt x="5754" y="2284"/>
                    <a:pt x="6611" y="348"/>
                    <a:pt x="6165" y="36"/>
                  </a:cubicBezTo>
                  <a:cubicBezTo>
                    <a:pt x="6131" y="12"/>
                    <a:pt x="6087" y="0"/>
                    <a:pt x="60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9" name="Google Shape;1469;p41"/>
            <p:cNvSpPr/>
            <p:nvPr/>
          </p:nvSpPr>
          <p:spPr>
            <a:xfrm>
              <a:off x="6412375" y="1213450"/>
              <a:ext cx="292850" cy="167700"/>
            </a:xfrm>
            <a:custGeom>
              <a:avLst/>
              <a:gdLst/>
              <a:ahLst/>
              <a:cxnLst/>
              <a:rect l="l" t="t" r="r" b="b"/>
              <a:pathLst>
                <a:path w="11714" h="6708" extrusionOk="0">
                  <a:moveTo>
                    <a:pt x="11098" y="0"/>
                  </a:moveTo>
                  <a:cubicBezTo>
                    <a:pt x="10943" y="465"/>
                    <a:pt x="10622" y="930"/>
                    <a:pt x="9942" y="930"/>
                  </a:cubicBezTo>
                  <a:cubicBezTo>
                    <a:pt x="9918" y="930"/>
                    <a:pt x="9893" y="929"/>
                    <a:pt x="9867" y="928"/>
                  </a:cubicBezTo>
                  <a:lnTo>
                    <a:pt x="9867" y="928"/>
                  </a:lnTo>
                  <a:cubicBezTo>
                    <a:pt x="9867" y="928"/>
                    <a:pt x="10221" y="2254"/>
                    <a:pt x="8983" y="2254"/>
                  </a:cubicBezTo>
                  <a:cubicBezTo>
                    <a:pt x="8874" y="2254"/>
                    <a:pt x="8753" y="2244"/>
                    <a:pt x="8618" y="2222"/>
                  </a:cubicBezTo>
                  <a:lnTo>
                    <a:pt x="8618" y="2222"/>
                  </a:lnTo>
                  <a:cubicBezTo>
                    <a:pt x="8618" y="2222"/>
                    <a:pt x="8939" y="3328"/>
                    <a:pt x="7217" y="3926"/>
                  </a:cubicBezTo>
                  <a:cubicBezTo>
                    <a:pt x="6774" y="4082"/>
                    <a:pt x="6408" y="4140"/>
                    <a:pt x="6109" y="4140"/>
                  </a:cubicBezTo>
                  <a:cubicBezTo>
                    <a:pt x="5247" y="4140"/>
                    <a:pt x="4942" y="3658"/>
                    <a:pt x="4942" y="3658"/>
                  </a:cubicBezTo>
                  <a:cubicBezTo>
                    <a:pt x="4942" y="3658"/>
                    <a:pt x="4276" y="4264"/>
                    <a:pt x="3445" y="4264"/>
                  </a:cubicBezTo>
                  <a:cubicBezTo>
                    <a:pt x="3219" y="4264"/>
                    <a:pt x="2980" y="4219"/>
                    <a:pt x="2739" y="4104"/>
                  </a:cubicBezTo>
                  <a:cubicBezTo>
                    <a:pt x="1624" y="3560"/>
                    <a:pt x="1793" y="2445"/>
                    <a:pt x="1793" y="2445"/>
                  </a:cubicBezTo>
                  <a:lnTo>
                    <a:pt x="1793" y="2445"/>
                  </a:lnTo>
                  <a:cubicBezTo>
                    <a:pt x="1793" y="2445"/>
                    <a:pt x="1582" y="2792"/>
                    <a:pt x="1236" y="2792"/>
                  </a:cubicBezTo>
                  <a:cubicBezTo>
                    <a:pt x="1065" y="2792"/>
                    <a:pt x="861" y="2707"/>
                    <a:pt x="634" y="2454"/>
                  </a:cubicBezTo>
                  <a:cubicBezTo>
                    <a:pt x="402" y="2204"/>
                    <a:pt x="205" y="1901"/>
                    <a:pt x="36" y="1606"/>
                  </a:cubicBezTo>
                  <a:lnTo>
                    <a:pt x="36" y="1606"/>
                  </a:lnTo>
                  <a:cubicBezTo>
                    <a:pt x="0" y="2891"/>
                    <a:pt x="1428" y="5790"/>
                    <a:pt x="2248" y="6370"/>
                  </a:cubicBezTo>
                  <a:cubicBezTo>
                    <a:pt x="2577" y="6600"/>
                    <a:pt x="3206" y="6708"/>
                    <a:pt x="4007" y="6708"/>
                  </a:cubicBezTo>
                  <a:cubicBezTo>
                    <a:pt x="5384" y="6708"/>
                    <a:pt x="7268" y="6390"/>
                    <a:pt x="9010" y="5826"/>
                  </a:cubicBezTo>
                  <a:cubicBezTo>
                    <a:pt x="9010" y="5826"/>
                    <a:pt x="10197" y="5032"/>
                    <a:pt x="11053" y="3720"/>
                  </a:cubicBezTo>
                  <a:cubicBezTo>
                    <a:pt x="11714" y="2712"/>
                    <a:pt x="11669" y="1080"/>
                    <a:pt x="110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0" name="Google Shape;1470;p41"/>
            <p:cNvSpPr/>
            <p:nvPr/>
          </p:nvSpPr>
          <p:spPr>
            <a:xfrm>
              <a:off x="6477725" y="1396650"/>
              <a:ext cx="95700" cy="50850"/>
            </a:xfrm>
            <a:custGeom>
              <a:avLst/>
              <a:gdLst/>
              <a:ahLst/>
              <a:cxnLst/>
              <a:rect l="l" t="t" r="r" b="b"/>
              <a:pathLst>
                <a:path w="3828" h="2034" extrusionOk="0">
                  <a:moveTo>
                    <a:pt x="2929" y="0"/>
                  </a:moveTo>
                  <a:cubicBezTo>
                    <a:pt x="2872" y="0"/>
                    <a:pt x="2815" y="7"/>
                    <a:pt x="2757" y="23"/>
                  </a:cubicBezTo>
                  <a:cubicBezTo>
                    <a:pt x="2650" y="59"/>
                    <a:pt x="2543" y="121"/>
                    <a:pt x="2427" y="130"/>
                  </a:cubicBezTo>
                  <a:cubicBezTo>
                    <a:pt x="2415" y="131"/>
                    <a:pt x="2402" y="132"/>
                    <a:pt x="2390" y="132"/>
                  </a:cubicBezTo>
                  <a:cubicBezTo>
                    <a:pt x="2307" y="132"/>
                    <a:pt x="2224" y="111"/>
                    <a:pt x="2135" y="111"/>
                  </a:cubicBezTo>
                  <a:cubicBezTo>
                    <a:pt x="2123" y="111"/>
                    <a:pt x="2110" y="111"/>
                    <a:pt x="2097" y="112"/>
                  </a:cubicBezTo>
                  <a:cubicBezTo>
                    <a:pt x="1874" y="121"/>
                    <a:pt x="1704" y="318"/>
                    <a:pt x="1570" y="505"/>
                  </a:cubicBezTo>
                  <a:cubicBezTo>
                    <a:pt x="1445" y="692"/>
                    <a:pt x="1311" y="898"/>
                    <a:pt x="1097" y="978"/>
                  </a:cubicBezTo>
                  <a:cubicBezTo>
                    <a:pt x="964" y="1022"/>
                    <a:pt x="821" y="1014"/>
                    <a:pt x="678" y="1031"/>
                  </a:cubicBezTo>
                  <a:cubicBezTo>
                    <a:pt x="339" y="1094"/>
                    <a:pt x="45" y="1388"/>
                    <a:pt x="0" y="1736"/>
                  </a:cubicBezTo>
                  <a:lnTo>
                    <a:pt x="1401" y="1995"/>
                  </a:lnTo>
                  <a:cubicBezTo>
                    <a:pt x="1475" y="2022"/>
                    <a:pt x="1552" y="2034"/>
                    <a:pt x="1629" y="2034"/>
                  </a:cubicBezTo>
                  <a:cubicBezTo>
                    <a:pt x="1859" y="2034"/>
                    <a:pt x="2092" y="1925"/>
                    <a:pt x="2266" y="1772"/>
                  </a:cubicBezTo>
                  <a:cubicBezTo>
                    <a:pt x="2507" y="1567"/>
                    <a:pt x="2659" y="1290"/>
                    <a:pt x="2828" y="1022"/>
                  </a:cubicBezTo>
                  <a:cubicBezTo>
                    <a:pt x="2998" y="764"/>
                    <a:pt x="3203" y="496"/>
                    <a:pt x="3479" y="362"/>
                  </a:cubicBezTo>
                  <a:cubicBezTo>
                    <a:pt x="3525" y="336"/>
                    <a:pt x="3581" y="315"/>
                    <a:pt x="3635" y="312"/>
                  </a:cubicBezTo>
                  <a:lnTo>
                    <a:pt x="3635" y="312"/>
                  </a:lnTo>
                  <a:cubicBezTo>
                    <a:pt x="3699" y="363"/>
                    <a:pt x="3760" y="417"/>
                    <a:pt x="3818" y="469"/>
                  </a:cubicBezTo>
                  <a:cubicBezTo>
                    <a:pt x="3827" y="389"/>
                    <a:pt x="3765" y="327"/>
                    <a:pt x="3693" y="318"/>
                  </a:cubicBezTo>
                  <a:cubicBezTo>
                    <a:pt x="3678" y="314"/>
                    <a:pt x="3662" y="312"/>
                    <a:pt x="3645" y="312"/>
                  </a:cubicBezTo>
                  <a:cubicBezTo>
                    <a:pt x="3642" y="312"/>
                    <a:pt x="3639" y="312"/>
                    <a:pt x="3635" y="312"/>
                  </a:cubicBezTo>
                  <a:lnTo>
                    <a:pt x="3635" y="312"/>
                  </a:lnTo>
                  <a:cubicBezTo>
                    <a:pt x="3423" y="143"/>
                    <a:pt x="3182" y="0"/>
                    <a:pt x="29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1" name="Google Shape;1471;p41"/>
            <p:cNvSpPr/>
            <p:nvPr/>
          </p:nvSpPr>
          <p:spPr>
            <a:xfrm>
              <a:off x="6810700" y="1340300"/>
              <a:ext cx="113750" cy="119800"/>
            </a:xfrm>
            <a:custGeom>
              <a:avLst/>
              <a:gdLst/>
              <a:ahLst/>
              <a:cxnLst/>
              <a:rect l="l" t="t" r="r" b="b"/>
              <a:pathLst>
                <a:path w="4550" h="4792" extrusionOk="0">
                  <a:moveTo>
                    <a:pt x="2489" y="0"/>
                  </a:moveTo>
                  <a:cubicBezTo>
                    <a:pt x="2294" y="0"/>
                    <a:pt x="2091" y="60"/>
                    <a:pt x="1900" y="190"/>
                  </a:cubicBezTo>
                  <a:cubicBezTo>
                    <a:pt x="1026" y="787"/>
                    <a:pt x="0" y="1804"/>
                    <a:pt x="205" y="2982"/>
                  </a:cubicBezTo>
                  <a:cubicBezTo>
                    <a:pt x="399" y="4093"/>
                    <a:pt x="1292" y="4792"/>
                    <a:pt x="1932" y="4792"/>
                  </a:cubicBezTo>
                  <a:cubicBezTo>
                    <a:pt x="1970" y="4792"/>
                    <a:pt x="2007" y="4789"/>
                    <a:pt x="2043" y="4784"/>
                  </a:cubicBezTo>
                  <a:cubicBezTo>
                    <a:pt x="2677" y="4695"/>
                    <a:pt x="4238" y="4588"/>
                    <a:pt x="4389" y="3607"/>
                  </a:cubicBezTo>
                  <a:cubicBezTo>
                    <a:pt x="4550" y="2616"/>
                    <a:pt x="4113" y="2099"/>
                    <a:pt x="3471" y="1831"/>
                  </a:cubicBezTo>
                  <a:cubicBezTo>
                    <a:pt x="3791" y="753"/>
                    <a:pt x="3183" y="0"/>
                    <a:pt x="2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2" name="Google Shape;1472;p41"/>
            <p:cNvSpPr/>
            <p:nvPr/>
          </p:nvSpPr>
          <p:spPr>
            <a:xfrm>
              <a:off x="6887850" y="1337175"/>
              <a:ext cx="223500" cy="121350"/>
            </a:xfrm>
            <a:custGeom>
              <a:avLst/>
              <a:gdLst/>
              <a:ahLst/>
              <a:cxnLst/>
              <a:rect l="l" t="t" r="r" b="b"/>
              <a:pathLst>
                <a:path w="8940" h="4854" extrusionOk="0">
                  <a:moveTo>
                    <a:pt x="4793" y="1"/>
                  </a:moveTo>
                  <a:cubicBezTo>
                    <a:pt x="4593" y="1"/>
                    <a:pt x="4393" y="16"/>
                    <a:pt x="4194" y="47"/>
                  </a:cubicBezTo>
                  <a:cubicBezTo>
                    <a:pt x="3061" y="234"/>
                    <a:pt x="1999" y="698"/>
                    <a:pt x="1089" y="1367"/>
                  </a:cubicBezTo>
                  <a:cubicBezTo>
                    <a:pt x="875" y="1528"/>
                    <a:pt x="652" y="1671"/>
                    <a:pt x="385" y="1751"/>
                  </a:cubicBezTo>
                  <a:cubicBezTo>
                    <a:pt x="197" y="1813"/>
                    <a:pt x="1" y="1938"/>
                    <a:pt x="99" y="2322"/>
                  </a:cubicBezTo>
                  <a:cubicBezTo>
                    <a:pt x="206" y="2277"/>
                    <a:pt x="277" y="2260"/>
                    <a:pt x="340" y="2215"/>
                  </a:cubicBezTo>
                  <a:cubicBezTo>
                    <a:pt x="474" y="2126"/>
                    <a:pt x="599" y="2019"/>
                    <a:pt x="732" y="1921"/>
                  </a:cubicBezTo>
                  <a:cubicBezTo>
                    <a:pt x="1054" y="1689"/>
                    <a:pt x="1393" y="1466"/>
                    <a:pt x="1732" y="1251"/>
                  </a:cubicBezTo>
                  <a:cubicBezTo>
                    <a:pt x="1964" y="1109"/>
                    <a:pt x="2187" y="948"/>
                    <a:pt x="2427" y="841"/>
                  </a:cubicBezTo>
                  <a:cubicBezTo>
                    <a:pt x="2945" y="600"/>
                    <a:pt x="3489" y="431"/>
                    <a:pt x="4042" y="333"/>
                  </a:cubicBezTo>
                  <a:cubicBezTo>
                    <a:pt x="4351" y="273"/>
                    <a:pt x="4662" y="237"/>
                    <a:pt x="4971" y="237"/>
                  </a:cubicBezTo>
                  <a:cubicBezTo>
                    <a:pt x="5259" y="237"/>
                    <a:pt x="5546" y="268"/>
                    <a:pt x="5826" y="342"/>
                  </a:cubicBezTo>
                  <a:cubicBezTo>
                    <a:pt x="6388" y="484"/>
                    <a:pt x="6897" y="779"/>
                    <a:pt x="7361" y="1136"/>
                  </a:cubicBezTo>
                  <a:cubicBezTo>
                    <a:pt x="7628" y="1350"/>
                    <a:pt x="7887" y="1590"/>
                    <a:pt x="8119" y="1867"/>
                  </a:cubicBezTo>
                  <a:cubicBezTo>
                    <a:pt x="8342" y="2135"/>
                    <a:pt x="8556" y="2429"/>
                    <a:pt x="8681" y="2750"/>
                  </a:cubicBezTo>
                  <a:cubicBezTo>
                    <a:pt x="8699" y="2804"/>
                    <a:pt x="8690" y="2848"/>
                    <a:pt x="8699" y="2893"/>
                  </a:cubicBezTo>
                  <a:cubicBezTo>
                    <a:pt x="8690" y="2938"/>
                    <a:pt x="8681" y="2982"/>
                    <a:pt x="8672" y="3027"/>
                  </a:cubicBezTo>
                  <a:cubicBezTo>
                    <a:pt x="8654" y="3152"/>
                    <a:pt x="8610" y="3285"/>
                    <a:pt x="8556" y="3410"/>
                  </a:cubicBezTo>
                  <a:cubicBezTo>
                    <a:pt x="8512" y="3535"/>
                    <a:pt x="8440" y="3660"/>
                    <a:pt x="8378" y="3776"/>
                  </a:cubicBezTo>
                  <a:cubicBezTo>
                    <a:pt x="8235" y="4017"/>
                    <a:pt x="8066" y="4240"/>
                    <a:pt x="7860" y="4418"/>
                  </a:cubicBezTo>
                  <a:cubicBezTo>
                    <a:pt x="7771" y="4499"/>
                    <a:pt x="7673" y="4543"/>
                    <a:pt x="7566" y="4579"/>
                  </a:cubicBezTo>
                  <a:cubicBezTo>
                    <a:pt x="7517" y="4588"/>
                    <a:pt x="7463" y="4592"/>
                    <a:pt x="7409" y="4592"/>
                  </a:cubicBezTo>
                  <a:cubicBezTo>
                    <a:pt x="7354" y="4592"/>
                    <a:pt x="7298" y="4588"/>
                    <a:pt x="7245" y="4579"/>
                  </a:cubicBezTo>
                  <a:cubicBezTo>
                    <a:pt x="7040" y="4552"/>
                    <a:pt x="6826" y="4454"/>
                    <a:pt x="6674" y="4302"/>
                  </a:cubicBezTo>
                  <a:cubicBezTo>
                    <a:pt x="6513" y="4151"/>
                    <a:pt x="6406" y="3937"/>
                    <a:pt x="6397" y="3714"/>
                  </a:cubicBezTo>
                  <a:cubicBezTo>
                    <a:pt x="6397" y="3375"/>
                    <a:pt x="6576" y="3045"/>
                    <a:pt x="6826" y="2830"/>
                  </a:cubicBezTo>
                  <a:cubicBezTo>
                    <a:pt x="6888" y="2777"/>
                    <a:pt x="6959" y="2732"/>
                    <a:pt x="7031" y="2697"/>
                  </a:cubicBezTo>
                  <a:cubicBezTo>
                    <a:pt x="7090" y="2667"/>
                    <a:pt x="7155" y="2650"/>
                    <a:pt x="7206" y="2650"/>
                  </a:cubicBezTo>
                  <a:cubicBezTo>
                    <a:pt x="7217" y="2650"/>
                    <a:pt x="7227" y="2651"/>
                    <a:pt x="7236" y="2652"/>
                  </a:cubicBezTo>
                  <a:cubicBezTo>
                    <a:pt x="7316" y="2661"/>
                    <a:pt x="7396" y="2679"/>
                    <a:pt x="7450" y="2715"/>
                  </a:cubicBezTo>
                  <a:cubicBezTo>
                    <a:pt x="7503" y="2741"/>
                    <a:pt x="7530" y="2786"/>
                    <a:pt x="7557" y="2857"/>
                  </a:cubicBezTo>
                  <a:cubicBezTo>
                    <a:pt x="7566" y="2884"/>
                    <a:pt x="7557" y="2929"/>
                    <a:pt x="7584" y="2955"/>
                  </a:cubicBezTo>
                  <a:cubicBezTo>
                    <a:pt x="7619" y="2982"/>
                    <a:pt x="7682" y="3036"/>
                    <a:pt x="7735" y="3036"/>
                  </a:cubicBezTo>
                  <a:cubicBezTo>
                    <a:pt x="7798" y="3027"/>
                    <a:pt x="7896" y="2964"/>
                    <a:pt x="7905" y="2920"/>
                  </a:cubicBezTo>
                  <a:cubicBezTo>
                    <a:pt x="7923" y="2848"/>
                    <a:pt x="7878" y="2768"/>
                    <a:pt x="7825" y="2688"/>
                  </a:cubicBezTo>
                  <a:cubicBezTo>
                    <a:pt x="7789" y="2625"/>
                    <a:pt x="7727" y="2563"/>
                    <a:pt x="7655" y="2527"/>
                  </a:cubicBezTo>
                  <a:cubicBezTo>
                    <a:pt x="7584" y="2483"/>
                    <a:pt x="7512" y="2465"/>
                    <a:pt x="7450" y="2447"/>
                  </a:cubicBezTo>
                  <a:cubicBezTo>
                    <a:pt x="7396" y="2429"/>
                    <a:pt x="7343" y="2420"/>
                    <a:pt x="7289" y="2411"/>
                  </a:cubicBezTo>
                  <a:cubicBezTo>
                    <a:pt x="7272" y="2411"/>
                    <a:pt x="7236" y="2402"/>
                    <a:pt x="7200" y="2402"/>
                  </a:cubicBezTo>
                  <a:cubicBezTo>
                    <a:pt x="7156" y="2402"/>
                    <a:pt x="7129" y="2411"/>
                    <a:pt x="7093" y="2420"/>
                  </a:cubicBezTo>
                  <a:cubicBezTo>
                    <a:pt x="6977" y="2447"/>
                    <a:pt x="6870" y="2500"/>
                    <a:pt x="6781" y="2563"/>
                  </a:cubicBezTo>
                  <a:cubicBezTo>
                    <a:pt x="6602" y="2688"/>
                    <a:pt x="6460" y="2848"/>
                    <a:pt x="6344" y="3036"/>
                  </a:cubicBezTo>
                  <a:cubicBezTo>
                    <a:pt x="6237" y="3223"/>
                    <a:pt x="6165" y="3437"/>
                    <a:pt x="6156" y="3669"/>
                  </a:cubicBezTo>
                  <a:cubicBezTo>
                    <a:pt x="6148" y="3910"/>
                    <a:pt x="6237" y="4142"/>
                    <a:pt x="6362" y="4329"/>
                  </a:cubicBezTo>
                  <a:cubicBezTo>
                    <a:pt x="6540" y="4570"/>
                    <a:pt x="6790" y="4749"/>
                    <a:pt x="7075" y="4820"/>
                  </a:cubicBezTo>
                  <a:cubicBezTo>
                    <a:pt x="7167" y="4841"/>
                    <a:pt x="7256" y="4853"/>
                    <a:pt x="7347" y="4853"/>
                  </a:cubicBezTo>
                  <a:cubicBezTo>
                    <a:pt x="7406" y="4853"/>
                    <a:pt x="7467" y="4848"/>
                    <a:pt x="7530" y="4838"/>
                  </a:cubicBezTo>
                  <a:cubicBezTo>
                    <a:pt x="7700" y="4811"/>
                    <a:pt x="7825" y="4731"/>
                    <a:pt x="7941" y="4650"/>
                  </a:cubicBezTo>
                  <a:cubicBezTo>
                    <a:pt x="8164" y="4481"/>
                    <a:pt x="8333" y="4276"/>
                    <a:pt x="8476" y="4062"/>
                  </a:cubicBezTo>
                  <a:cubicBezTo>
                    <a:pt x="8628" y="3847"/>
                    <a:pt x="8744" y="3624"/>
                    <a:pt x="8833" y="3375"/>
                  </a:cubicBezTo>
                  <a:cubicBezTo>
                    <a:pt x="8886" y="3214"/>
                    <a:pt x="8940" y="3054"/>
                    <a:pt x="8913" y="2866"/>
                  </a:cubicBezTo>
                  <a:cubicBezTo>
                    <a:pt x="8886" y="2670"/>
                    <a:pt x="8806" y="2536"/>
                    <a:pt x="8735" y="2393"/>
                  </a:cubicBezTo>
                  <a:cubicBezTo>
                    <a:pt x="8583" y="2117"/>
                    <a:pt x="8396" y="1867"/>
                    <a:pt x="8190" y="1635"/>
                  </a:cubicBezTo>
                  <a:cubicBezTo>
                    <a:pt x="7593" y="921"/>
                    <a:pt x="6790" y="350"/>
                    <a:pt x="5871" y="136"/>
                  </a:cubicBezTo>
                  <a:cubicBezTo>
                    <a:pt x="5520" y="50"/>
                    <a:pt x="5157" y="1"/>
                    <a:pt x="4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3" name="Google Shape;1473;p41"/>
            <p:cNvSpPr/>
            <p:nvPr/>
          </p:nvSpPr>
          <p:spPr>
            <a:xfrm>
              <a:off x="6842750" y="1350575"/>
              <a:ext cx="36925" cy="18075"/>
            </a:xfrm>
            <a:custGeom>
              <a:avLst/>
              <a:gdLst/>
              <a:ahLst/>
              <a:cxnLst/>
              <a:rect l="l" t="t" r="r" b="b"/>
              <a:pathLst>
                <a:path w="1477" h="723" extrusionOk="0">
                  <a:moveTo>
                    <a:pt x="1114" y="0"/>
                  </a:moveTo>
                  <a:cubicBezTo>
                    <a:pt x="695" y="0"/>
                    <a:pt x="341" y="306"/>
                    <a:pt x="47" y="600"/>
                  </a:cubicBezTo>
                  <a:cubicBezTo>
                    <a:pt x="0" y="653"/>
                    <a:pt x="50" y="722"/>
                    <a:pt x="107" y="722"/>
                  </a:cubicBezTo>
                  <a:cubicBezTo>
                    <a:pt x="126" y="722"/>
                    <a:pt x="146" y="715"/>
                    <a:pt x="163" y="698"/>
                  </a:cubicBezTo>
                  <a:cubicBezTo>
                    <a:pt x="429" y="432"/>
                    <a:pt x="743" y="149"/>
                    <a:pt x="1121" y="149"/>
                  </a:cubicBezTo>
                  <a:cubicBezTo>
                    <a:pt x="1200" y="149"/>
                    <a:pt x="1282" y="161"/>
                    <a:pt x="1368" y="189"/>
                  </a:cubicBezTo>
                  <a:cubicBezTo>
                    <a:pt x="1375" y="191"/>
                    <a:pt x="1382" y="192"/>
                    <a:pt x="1389" y="192"/>
                  </a:cubicBezTo>
                  <a:cubicBezTo>
                    <a:pt x="1461" y="192"/>
                    <a:pt x="1476" y="71"/>
                    <a:pt x="1395" y="46"/>
                  </a:cubicBezTo>
                  <a:cubicBezTo>
                    <a:pt x="1298" y="15"/>
                    <a:pt x="1204" y="0"/>
                    <a:pt x="1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4" name="Google Shape;1474;p41"/>
            <p:cNvSpPr/>
            <p:nvPr/>
          </p:nvSpPr>
          <p:spPr>
            <a:xfrm>
              <a:off x="6880500" y="1355525"/>
              <a:ext cx="5150" cy="3800"/>
            </a:xfrm>
            <a:custGeom>
              <a:avLst/>
              <a:gdLst/>
              <a:ahLst/>
              <a:cxnLst/>
              <a:rect l="l" t="t" r="r" b="b"/>
              <a:pathLst>
                <a:path w="206" h="152" extrusionOk="0">
                  <a:moveTo>
                    <a:pt x="99" y="0"/>
                  </a:moveTo>
                  <a:cubicBezTo>
                    <a:pt x="1" y="0"/>
                    <a:pt x="9" y="152"/>
                    <a:pt x="108" y="152"/>
                  </a:cubicBezTo>
                  <a:cubicBezTo>
                    <a:pt x="206" y="152"/>
                    <a:pt x="197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5" name="Google Shape;1475;p41"/>
            <p:cNvSpPr/>
            <p:nvPr/>
          </p:nvSpPr>
          <p:spPr>
            <a:xfrm>
              <a:off x="6542875" y="1408125"/>
              <a:ext cx="96525" cy="31650"/>
            </a:xfrm>
            <a:custGeom>
              <a:avLst/>
              <a:gdLst/>
              <a:ahLst/>
              <a:cxnLst/>
              <a:rect l="l" t="t" r="r" b="b"/>
              <a:pathLst>
                <a:path w="3861" h="1266" extrusionOk="0">
                  <a:moveTo>
                    <a:pt x="912" y="1"/>
                  </a:moveTo>
                  <a:cubicBezTo>
                    <a:pt x="726" y="1"/>
                    <a:pt x="528" y="62"/>
                    <a:pt x="302" y="171"/>
                  </a:cubicBezTo>
                  <a:cubicBezTo>
                    <a:pt x="1" y="318"/>
                    <a:pt x="188" y="719"/>
                    <a:pt x="470" y="719"/>
                  </a:cubicBezTo>
                  <a:cubicBezTo>
                    <a:pt x="514" y="719"/>
                    <a:pt x="559" y="710"/>
                    <a:pt x="606" y="688"/>
                  </a:cubicBezTo>
                  <a:cubicBezTo>
                    <a:pt x="712" y="636"/>
                    <a:pt x="799" y="614"/>
                    <a:pt x="872" y="614"/>
                  </a:cubicBezTo>
                  <a:cubicBezTo>
                    <a:pt x="1161" y="614"/>
                    <a:pt x="1240" y="953"/>
                    <a:pt x="1489" y="1081"/>
                  </a:cubicBezTo>
                  <a:cubicBezTo>
                    <a:pt x="1577" y="1131"/>
                    <a:pt x="1672" y="1150"/>
                    <a:pt x="1768" y="1150"/>
                  </a:cubicBezTo>
                  <a:cubicBezTo>
                    <a:pt x="1875" y="1150"/>
                    <a:pt x="1983" y="1127"/>
                    <a:pt x="2087" y="1099"/>
                  </a:cubicBezTo>
                  <a:cubicBezTo>
                    <a:pt x="2161" y="1077"/>
                    <a:pt x="2231" y="1069"/>
                    <a:pt x="2300" y="1069"/>
                  </a:cubicBezTo>
                  <a:cubicBezTo>
                    <a:pt x="2623" y="1069"/>
                    <a:pt x="2896" y="1266"/>
                    <a:pt x="3230" y="1266"/>
                  </a:cubicBezTo>
                  <a:cubicBezTo>
                    <a:pt x="3327" y="1266"/>
                    <a:pt x="3430" y="1249"/>
                    <a:pt x="3541" y="1206"/>
                  </a:cubicBezTo>
                  <a:cubicBezTo>
                    <a:pt x="3861" y="1086"/>
                    <a:pt x="3772" y="615"/>
                    <a:pt x="3487" y="615"/>
                  </a:cubicBezTo>
                  <a:cubicBezTo>
                    <a:pt x="3454" y="615"/>
                    <a:pt x="3418" y="621"/>
                    <a:pt x="3380" y="635"/>
                  </a:cubicBezTo>
                  <a:cubicBezTo>
                    <a:pt x="3312" y="662"/>
                    <a:pt x="3249" y="673"/>
                    <a:pt x="3191" y="673"/>
                  </a:cubicBezTo>
                  <a:cubicBezTo>
                    <a:pt x="2904" y="673"/>
                    <a:pt x="2708" y="403"/>
                    <a:pt x="2390" y="403"/>
                  </a:cubicBezTo>
                  <a:cubicBezTo>
                    <a:pt x="2160" y="403"/>
                    <a:pt x="2027" y="494"/>
                    <a:pt x="1891" y="494"/>
                  </a:cubicBezTo>
                  <a:cubicBezTo>
                    <a:pt x="1806" y="494"/>
                    <a:pt x="1719" y="458"/>
                    <a:pt x="1605" y="340"/>
                  </a:cubicBezTo>
                  <a:cubicBezTo>
                    <a:pt x="1373" y="104"/>
                    <a:pt x="1153" y="1"/>
                    <a:pt x="9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6" name="Google Shape;1476;p41"/>
            <p:cNvSpPr/>
            <p:nvPr/>
          </p:nvSpPr>
          <p:spPr>
            <a:xfrm>
              <a:off x="6401025" y="1394350"/>
              <a:ext cx="60875" cy="73950"/>
            </a:xfrm>
            <a:custGeom>
              <a:avLst/>
              <a:gdLst/>
              <a:ahLst/>
              <a:cxnLst/>
              <a:rect l="l" t="t" r="r" b="b"/>
              <a:pathLst>
                <a:path w="2435" h="2958" extrusionOk="0">
                  <a:moveTo>
                    <a:pt x="369" y="0"/>
                  </a:moveTo>
                  <a:cubicBezTo>
                    <a:pt x="194" y="0"/>
                    <a:pt x="1" y="148"/>
                    <a:pt x="44" y="374"/>
                  </a:cubicBezTo>
                  <a:cubicBezTo>
                    <a:pt x="97" y="686"/>
                    <a:pt x="35" y="981"/>
                    <a:pt x="213" y="1266"/>
                  </a:cubicBezTo>
                  <a:cubicBezTo>
                    <a:pt x="356" y="1489"/>
                    <a:pt x="624" y="1569"/>
                    <a:pt x="775" y="1775"/>
                  </a:cubicBezTo>
                  <a:cubicBezTo>
                    <a:pt x="927" y="1971"/>
                    <a:pt x="918" y="2247"/>
                    <a:pt x="1088" y="2444"/>
                  </a:cubicBezTo>
                  <a:cubicBezTo>
                    <a:pt x="1284" y="2658"/>
                    <a:pt x="1596" y="2676"/>
                    <a:pt x="1801" y="2872"/>
                  </a:cubicBezTo>
                  <a:cubicBezTo>
                    <a:pt x="1864" y="2932"/>
                    <a:pt x="1934" y="2958"/>
                    <a:pt x="2001" y="2958"/>
                  </a:cubicBezTo>
                  <a:cubicBezTo>
                    <a:pt x="2232" y="2958"/>
                    <a:pt x="2435" y="2660"/>
                    <a:pt x="2221" y="2453"/>
                  </a:cubicBezTo>
                  <a:cubicBezTo>
                    <a:pt x="2060" y="2310"/>
                    <a:pt x="1891" y="2256"/>
                    <a:pt x="1712" y="2149"/>
                  </a:cubicBezTo>
                  <a:cubicBezTo>
                    <a:pt x="1436" y="1980"/>
                    <a:pt x="1471" y="1757"/>
                    <a:pt x="1320" y="1516"/>
                  </a:cubicBezTo>
                  <a:cubicBezTo>
                    <a:pt x="1221" y="1355"/>
                    <a:pt x="1079" y="1266"/>
                    <a:pt x="945" y="1150"/>
                  </a:cubicBezTo>
                  <a:cubicBezTo>
                    <a:pt x="633" y="874"/>
                    <a:pt x="686" y="588"/>
                    <a:pt x="615" y="213"/>
                  </a:cubicBezTo>
                  <a:cubicBezTo>
                    <a:pt x="590" y="65"/>
                    <a:pt x="483" y="0"/>
                    <a:pt x="3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7" name="Google Shape;1477;p41"/>
            <p:cNvSpPr/>
            <p:nvPr/>
          </p:nvSpPr>
          <p:spPr>
            <a:xfrm>
              <a:off x="6709800" y="1366900"/>
              <a:ext cx="57025" cy="73400"/>
            </a:xfrm>
            <a:custGeom>
              <a:avLst/>
              <a:gdLst/>
              <a:ahLst/>
              <a:cxnLst/>
              <a:rect l="l" t="t" r="r" b="b"/>
              <a:pathLst>
                <a:path w="2281" h="2936" extrusionOk="0">
                  <a:moveTo>
                    <a:pt x="424" y="0"/>
                  </a:moveTo>
                  <a:cubicBezTo>
                    <a:pt x="168" y="0"/>
                    <a:pt x="1" y="389"/>
                    <a:pt x="272" y="562"/>
                  </a:cubicBezTo>
                  <a:cubicBezTo>
                    <a:pt x="459" y="678"/>
                    <a:pt x="379" y="1124"/>
                    <a:pt x="468" y="1320"/>
                  </a:cubicBezTo>
                  <a:cubicBezTo>
                    <a:pt x="566" y="1561"/>
                    <a:pt x="735" y="1597"/>
                    <a:pt x="923" y="1731"/>
                  </a:cubicBezTo>
                  <a:cubicBezTo>
                    <a:pt x="1092" y="1865"/>
                    <a:pt x="1057" y="1757"/>
                    <a:pt x="1030" y="1989"/>
                  </a:cubicBezTo>
                  <a:cubicBezTo>
                    <a:pt x="1021" y="2088"/>
                    <a:pt x="1030" y="2168"/>
                    <a:pt x="1074" y="2257"/>
                  </a:cubicBezTo>
                  <a:cubicBezTo>
                    <a:pt x="1173" y="2498"/>
                    <a:pt x="1458" y="2676"/>
                    <a:pt x="1645" y="2855"/>
                  </a:cubicBezTo>
                  <a:cubicBezTo>
                    <a:pt x="1706" y="2912"/>
                    <a:pt x="1775" y="2936"/>
                    <a:pt x="1841" y="2936"/>
                  </a:cubicBezTo>
                  <a:cubicBezTo>
                    <a:pt x="2073" y="2936"/>
                    <a:pt x="2280" y="2637"/>
                    <a:pt x="2065" y="2435"/>
                  </a:cubicBezTo>
                  <a:cubicBezTo>
                    <a:pt x="1975" y="2346"/>
                    <a:pt x="1663" y="2141"/>
                    <a:pt x="1636" y="2025"/>
                  </a:cubicBezTo>
                  <a:cubicBezTo>
                    <a:pt x="1619" y="1954"/>
                    <a:pt x="1690" y="1838"/>
                    <a:pt x="1690" y="1749"/>
                  </a:cubicBezTo>
                  <a:cubicBezTo>
                    <a:pt x="1681" y="1543"/>
                    <a:pt x="1538" y="1383"/>
                    <a:pt x="1369" y="1285"/>
                  </a:cubicBezTo>
                  <a:cubicBezTo>
                    <a:pt x="1173" y="1169"/>
                    <a:pt x="1074" y="1222"/>
                    <a:pt x="985" y="928"/>
                  </a:cubicBezTo>
                  <a:cubicBezTo>
                    <a:pt x="950" y="830"/>
                    <a:pt x="967" y="714"/>
                    <a:pt x="950" y="607"/>
                  </a:cubicBezTo>
                  <a:cubicBezTo>
                    <a:pt x="896" y="357"/>
                    <a:pt x="789" y="187"/>
                    <a:pt x="575" y="45"/>
                  </a:cubicBezTo>
                  <a:cubicBezTo>
                    <a:pt x="523" y="14"/>
                    <a:pt x="472" y="0"/>
                    <a:pt x="4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8" name="Google Shape;1478;p41"/>
            <p:cNvSpPr/>
            <p:nvPr/>
          </p:nvSpPr>
          <p:spPr>
            <a:xfrm>
              <a:off x="6647450" y="1517875"/>
              <a:ext cx="79375" cy="55925"/>
            </a:xfrm>
            <a:custGeom>
              <a:avLst/>
              <a:gdLst/>
              <a:ahLst/>
              <a:cxnLst/>
              <a:rect l="l" t="t" r="r" b="b"/>
              <a:pathLst>
                <a:path w="3175" h="2237" extrusionOk="0">
                  <a:moveTo>
                    <a:pt x="384" y="1"/>
                  </a:moveTo>
                  <a:cubicBezTo>
                    <a:pt x="3" y="9"/>
                    <a:pt x="0" y="598"/>
                    <a:pt x="375" y="598"/>
                  </a:cubicBezTo>
                  <a:cubicBezTo>
                    <a:pt x="378" y="598"/>
                    <a:pt x="381" y="598"/>
                    <a:pt x="384" y="598"/>
                  </a:cubicBezTo>
                  <a:cubicBezTo>
                    <a:pt x="386" y="598"/>
                    <a:pt x="388" y="598"/>
                    <a:pt x="390" y="598"/>
                  </a:cubicBezTo>
                  <a:cubicBezTo>
                    <a:pt x="644" y="598"/>
                    <a:pt x="733" y="1108"/>
                    <a:pt x="883" y="1258"/>
                  </a:cubicBezTo>
                  <a:cubicBezTo>
                    <a:pt x="1017" y="1401"/>
                    <a:pt x="1204" y="1464"/>
                    <a:pt x="1383" y="1517"/>
                  </a:cubicBezTo>
                  <a:cubicBezTo>
                    <a:pt x="1668" y="1597"/>
                    <a:pt x="1668" y="1767"/>
                    <a:pt x="1856" y="1927"/>
                  </a:cubicBezTo>
                  <a:cubicBezTo>
                    <a:pt x="2061" y="2097"/>
                    <a:pt x="2319" y="1981"/>
                    <a:pt x="2525" y="2159"/>
                  </a:cubicBezTo>
                  <a:cubicBezTo>
                    <a:pt x="2586" y="2213"/>
                    <a:pt x="2655" y="2236"/>
                    <a:pt x="2721" y="2236"/>
                  </a:cubicBezTo>
                  <a:cubicBezTo>
                    <a:pt x="2961" y="2236"/>
                    <a:pt x="3175" y="1936"/>
                    <a:pt x="2944" y="1740"/>
                  </a:cubicBezTo>
                  <a:cubicBezTo>
                    <a:pt x="2837" y="1642"/>
                    <a:pt x="2730" y="1553"/>
                    <a:pt x="2587" y="1499"/>
                  </a:cubicBezTo>
                  <a:cubicBezTo>
                    <a:pt x="2534" y="1481"/>
                    <a:pt x="2257" y="1437"/>
                    <a:pt x="2257" y="1437"/>
                  </a:cubicBezTo>
                  <a:cubicBezTo>
                    <a:pt x="2186" y="1383"/>
                    <a:pt x="2141" y="1223"/>
                    <a:pt x="2061" y="1160"/>
                  </a:cubicBezTo>
                  <a:cubicBezTo>
                    <a:pt x="1972" y="1080"/>
                    <a:pt x="1865" y="1035"/>
                    <a:pt x="1749" y="1000"/>
                  </a:cubicBezTo>
                  <a:cubicBezTo>
                    <a:pt x="1588" y="937"/>
                    <a:pt x="1392" y="946"/>
                    <a:pt x="1267" y="795"/>
                  </a:cubicBezTo>
                  <a:cubicBezTo>
                    <a:pt x="1169" y="679"/>
                    <a:pt x="1160" y="456"/>
                    <a:pt x="1062" y="322"/>
                  </a:cubicBezTo>
                  <a:cubicBezTo>
                    <a:pt x="901" y="90"/>
                    <a:pt x="660" y="1"/>
                    <a:pt x="3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9" name="Google Shape;1479;p41"/>
            <p:cNvSpPr/>
            <p:nvPr/>
          </p:nvSpPr>
          <p:spPr>
            <a:xfrm>
              <a:off x="6773275" y="1282150"/>
              <a:ext cx="72700" cy="26900"/>
            </a:xfrm>
            <a:custGeom>
              <a:avLst/>
              <a:gdLst/>
              <a:ahLst/>
              <a:cxnLst/>
              <a:rect l="l" t="t" r="r" b="b"/>
              <a:pathLst>
                <a:path w="2908" h="1076" extrusionOk="0">
                  <a:moveTo>
                    <a:pt x="420" y="1"/>
                  </a:moveTo>
                  <a:cubicBezTo>
                    <a:pt x="209" y="1"/>
                    <a:pt x="0" y="213"/>
                    <a:pt x="150" y="437"/>
                  </a:cubicBezTo>
                  <a:cubicBezTo>
                    <a:pt x="266" y="607"/>
                    <a:pt x="391" y="740"/>
                    <a:pt x="587" y="821"/>
                  </a:cubicBezTo>
                  <a:cubicBezTo>
                    <a:pt x="664" y="850"/>
                    <a:pt x="734" y="859"/>
                    <a:pt x="801" y="859"/>
                  </a:cubicBezTo>
                  <a:cubicBezTo>
                    <a:pt x="932" y="859"/>
                    <a:pt x="1052" y="823"/>
                    <a:pt x="1187" y="823"/>
                  </a:cubicBezTo>
                  <a:cubicBezTo>
                    <a:pt x="1218" y="823"/>
                    <a:pt x="1250" y="825"/>
                    <a:pt x="1283" y="830"/>
                  </a:cubicBezTo>
                  <a:cubicBezTo>
                    <a:pt x="1462" y="848"/>
                    <a:pt x="1533" y="1026"/>
                    <a:pt x="1720" y="1062"/>
                  </a:cubicBezTo>
                  <a:cubicBezTo>
                    <a:pt x="1730" y="1064"/>
                    <a:pt x="1740" y="1064"/>
                    <a:pt x="1751" y="1064"/>
                  </a:cubicBezTo>
                  <a:cubicBezTo>
                    <a:pt x="1865" y="1064"/>
                    <a:pt x="2058" y="974"/>
                    <a:pt x="2177" y="974"/>
                  </a:cubicBezTo>
                  <a:cubicBezTo>
                    <a:pt x="2210" y="974"/>
                    <a:pt x="2237" y="981"/>
                    <a:pt x="2256" y="999"/>
                  </a:cubicBezTo>
                  <a:cubicBezTo>
                    <a:pt x="2319" y="1053"/>
                    <a:pt x="2388" y="1076"/>
                    <a:pt x="2455" y="1076"/>
                  </a:cubicBezTo>
                  <a:cubicBezTo>
                    <a:pt x="2698" y="1076"/>
                    <a:pt x="2908" y="774"/>
                    <a:pt x="2684" y="571"/>
                  </a:cubicBezTo>
                  <a:cubicBezTo>
                    <a:pt x="2550" y="464"/>
                    <a:pt x="2434" y="401"/>
                    <a:pt x="2256" y="384"/>
                  </a:cubicBezTo>
                  <a:cubicBezTo>
                    <a:pt x="2242" y="382"/>
                    <a:pt x="2228" y="382"/>
                    <a:pt x="2215" y="382"/>
                  </a:cubicBezTo>
                  <a:cubicBezTo>
                    <a:pt x="2088" y="382"/>
                    <a:pt x="1973" y="439"/>
                    <a:pt x="1853" y="462"/>
                  </a:cubicBezTo>
                  <a:lnTo>
                    <a:pt x="1853" y="462"/>
                  </a:lnTo>
                  <a:cubicBezTo>
                    <a:pt x="1746" y="363"/>
                    <a:pt x="1663" y="274"/>
                    <a:pt x="1488" y="241"/>
                  </a:cubicBezTo>
                  <a:cubicBezTo>
                    <a:pt x="1457" y="235"/>
                    <a:pt x="1425" y="232"/>
                    <a:pt x="1392" y="232"/>
                  </a:cubicBezTo>
                  <a:cubicBezTo>
                    <a:pt x="1253" y="232"/>
                    <a:pt x="1097" y="276"/>
                    <a:pt x="959" y="276"/>
                  </a:cubicBezTo>
                  <a:cubicBezTo>
                    <a:pt x="843" y="276"/>
                    <a:pt x="739" y="245"/>
                    <a:pt x="668" y="134"/>
                  </a:cubicBezTo>
                  <a:cubicBezTo>
                    <a:pt x="603" y="40"/>
                    <a:pt x="511" y="1"/>
                    <a:pt x="4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0" name="Google Shape;1480;p41"/>
            <p:cNvSpPr/>
            <p:nvPr/>
          </p:nvSpPr>
          <p:spPr>
            <a:xfrm>
              <a:off x="6416350" y="1491300"/>
              <a:ext cx="71175" cy="24175"/>
            </a:xfrm>
            <a:custGeom>
              <a:avLst/>
              <a:gdLst/>
              <a:ahLst/>
              <a:cxnLst/>
              <a:rect l="l" t="t" r="r" b="b"/>
              <a:pathLst>
                <a:path w="2847" h="967" extrusionOk="0">
                  <a:moveTo>
                    <a:pt x="2405" y="1"/>
                  </a:moveTo>
                  <a:cubicBezTo>
                    <a:pt x="2338" y="1"/>
                    <a:pt x="2268" y="25"/>
                    <a:pt x="2205" y="82"/>
                  </a:cubicBezTo>
                  <a:cubicBezTo>
                    <a:pt x="2118" y="162"/>
                    <a:pt x="2036" y="191"/>
                    <a:pt x="1957" y="191"/>
                  </a:cubicBezTo>
                  <a:cubicBezTo>
                    <a:pt x="1761" y="191"/>
                    <a:pt x="1580" y="17"/>
                    <a:pt x="1358" y="11"/>
                  </a:cubicBezTo>
                  <a:cubicBezTo>
                    <a:pt x="1251" y="11"/>
                    <a:pt x="602" y="331"/>
                    <a:pt x="617" y="350"/>
                  </a:cubicBezTo>
                  <a:lnTo>
                    <a:pt x="617" y="350"/>
                  </a:lnTo>
                  <a:cubicBezTo>
                    <a:pt x="556" y="283"/>
                    <a:pt x="487" y="254"/>
                    <a:pt x="419" y="254"/>
                  </a:cubicBezTo>
                  <a:cubicBezTo>
                    <a:pt x="199" y="254"/>
                    <a:pt x="0" y="551"/>
                    <a:pt x="198" y="769"/>
                  </a:cubicBezTo>
                  <a:cubicBezTo>
                    <a:pt x="315" y="901"/>
                    <a:pt x="461" y="966"/>
                    <a:pt x="623" y="966"/>
                  </a:cubicBezTo>
                  <a:cubicBezTo>
                    <a:pt x="659" y="966"/>
                    <a:pt x="696" y="963"/>
                    <a:pt x="733" y="956"/>
                  </a:cubicBezTo>
                  <a:cubicBezTo>
                    <a:pt x="959" y="915"/>
                    <a:pt x="1168" y="631"/>
                    <a:pt x="1370" y="631"/>
                  </a:cubicBezTo>
                  <a:cubicBezTo>
                    <a:pt x="1384" y="631"/>
                    <a:pt x="1397" y="632"/>
                    <a:pt x="1411" y="635"/>
                  </a:cubicBezTo>
                  <a:cubicBezTo>
                    <a:pt x="1621" y="684"/>
                    <a:pt x="1744" y="791"/>
                    <a:pt x="1957" y="791"/>
                  </a:cubicBezTo>
                  <a:cubicBezTo>
                    <a:pt x="1979" y="791"/>
                    <a:pt x="2002" y="790"/>
                    <a:pt x="2027" y="787"/>
                  </a:cubicBezTo>
                  <a:cubicBezTo>
                    <a:pt x="2268" y="760"/>
                    <a:pt x="2455" y="653"/>
                    <a:pt x="2625" y="502"/>
                  </a:cubicBezTo>
                  <a:cubicBezTo>
                    <a:pt x="2847" y="300"/>
                    <a:pt x="2642" y="1"/>
                    <a:pt x="24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1" name="Google Shape;1481;p41"/>
            <p:cNvSpPr/>
            <p:nvPr/>
          </p:nvSpPr>
          <p:spPr>
            <a:xfrm>
              <a:off x="6581875" y="1520300"/>
              <a:ext cx="29450" cy="75450"/>
            </a:xfrm>
            <a:custGeom>
              <a:avLst/>
              <a:gdLst/>
              <a:ahLst/>
              <a:cxnLst/>
              <a:rect l="l" t="t" r="r" b="b"/>
              <a:pathLst>
                <a:path w="1178" h="3018" extrusionOk="0">
                  <a:moveTo>
                    <a:pt x="552" y="1"/>
                  </a:moveTo>
                  <a:cubicBezTo>
                    <a:pt x="485" y="1"/>
                    <a:pt x="416" y="30"/>
                    <a:pt x="357" y="100"/>
                  </a:cubicBezTo>
                  <a:cubicBezTo>
                    <a:pt x="98" y="403"/>
                    <a:pt x="0" y="760"/>
                    <a:pt x="143" y="1135"/>
                  </a:cubicBezTo>
                  <a:cubicBezTo>
                    <a:pt x="250" y="1429"/>
                    <a:pt x="295" y="1599"/>
                    <a:pt x="259" y="1920"/>
                  </a:cubicBezTo>
                  <a:cubicBezTo>
                    <a:pt x="251" y="1961"/>
                    <a:pt x="325" y="2513"/>
                    <a:pt x="420" y="2513"/>
                  </a:cubicBezTo>
                  <a:cubicBezTo>
                    <a:pt x="429" y="2513"/>
                    <a:pt x="438" y="2509"/>
                    <a:pt x="446" y="2500"/>
                  </a:cubicBezTo>
                  <a:lnTo>
                    <a:pt x="446" y="2500"/>
                  </a:lnTo>
                  <a:cubicBezTo>
                    <a:pt x="263" y="2717"/>
                    <a:pt x="458" y="3018"/>
                    <a:pt x="671" y="3018"/>
                  </a:cubicBezTo>
                  <a:cubicBezTo>
                    <a:pt x="738" y="3018"/>
                    <a:pt x="806" y="2989"/>
                    <a:pt x="866" y="2919"/>
                  </a:cubicBezTo>
                  <a:cubicBezTo>
                    <a:pt x="1178" y="2535"/>
                    <a:pt x="839" y="2277"/>
                    <a:pt x="874" y="1857"/>
                  </a:cubicBezTo>
                  <a:cubicBezTo>
                    <a:pt x="892" y="1688"/>
                    <a:pt x="937" y="1536"/>
                    <a:pt x="892" y="1358"/>
                  </a:cubicBezTo>
                  <a:cubicBezTo>
                    <a:pt x="821" y="1072"/>
                    <a:pt x="527" y="813"/>
                    <a:pt x="776" y="519"/>
                  </a:cubicBezTo>
                  <a:cubicBezTo>
                    <a:pt x="967" y="301"/>
                    <a:pt x="768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2" name="Google Shape;1482;p41"/>
            <p:cNvSpPr/>
            <p:nvPr/>
          </p:nvSpPr>
          <p:spPr>
            <a:xfrm>
              <a:off x="6755700" y="1328600"/>
              <a:ext cx="72050" cy="24425"/>
            </a:xfrm>
            <a:custGeom>
              <a:avLst/>
              <a:gdLst/>
              <a:ahLst/>
              <a:cxnLst/>
              <a:rect l="l" t="t" r="r" b="b"/>
              <a:pathLst>
                <a:path w="2882" h="977" extrusionOk="0">
                  <a:moveTo>
                    <a:pt x="2461" y="0"/>
                  </a:moveTo>
                  <a:cubicBezTo>
                    <a:pt x="2393" y="0"/>
                    <a:pt x="2324" y="29"/>
                    <a:pt x="2263" y="96"/>
                  </a:cubicBezTo>
                  <a:cubicBezTo>
                    <a:pt x="2165" y="212"/>
                    <a:pt x="1906" y="185"/>
                    <a:pt x="1763" y="230"/>
                  </a:cubicBezTo>
                  <a:cubicBezTo>
                    <a:pt x="1663" y="262"/>
                    <a:pt x="1607" y="276"/>
                    <a:pt x="1558" y="276"/>
                  </a:cubicBezTo>
                  <a:cubicBezTo>
                    <a:pt x="1498" y="276"/>
                    <a:pt x="1448" y="255"/>
                    <a:pt x="1335" y="221"/>
                  </a:cubicBezTo>
                  <a:cubicBezTo>
                    <a:pt x="1272" y="203"/>
                    <a:pt x="1210" y="194"/>
                    <a:pt x="1148" y="194"/>
                  </a:cubicBezTo>
                  <a:cubicBezTo>
                    <a:pt x="1085" y="194"/>
                    <a:pt x="1023" y="203"/>
                    <a:pt x="960" y="221"/>
                  </a:cubicBezTo>
                  <a:cubicBezTo>
                    <a:pt x="838" y="251"/>
                    <a:pt x="669" y="374"/>
                    <a:pt x="539" y="374"/>
                  </a:cubicBezTo>
                  <a:cubicBezTo>
                    <a:pt x="518" y="374"/>
                    <a:pt x="497" y="371"/>
                    <a:pt x="478" y="363"/>
                  </a:cubicBezTo>
                  <a:cubicBezTo>
                    <a:pt x="439" y="348"/>
                    <a:pt x="403" y="341"/>
                    <a:pt x="369" y="341"/>
                  </a:cubicBezTo>
                  <a:cubicBezTo>
                    <a:pt x="93" y="341"/>
                    <a:pt x="0" y="807"/>
                    <a:pt x="318" y="934"/>
                  </a:cubicBezTo>
                  <a:cubicBezTo>
                    <a:pt x="391" y="964"/>
                    <a:pt x="461" y="977"/>
                    <a:pt x="530" y="977"/>
                  </a:cubicBezTo>
                  <a:cubicBezTo>
                    <a:pt x="648" y="977"/>
                    <a:pt x="762" y="940"/>
                    <a:pt x="880" y="890"/>
                  </a:cubicBezTo>
                  <a:cubicBezTo>
                    <a:pt x="979" y="848"/>
                    <a:pt x="1047" y="800"/>
                    <a:pt x="1156" y="800"/>
                  </a:cubicBezTo>
                  <a:cubicBezTo>
                    <a:pt x="1165" y="800"/>
                    <a:pt x="1174" y="800"/>
                    <a:pt x="1183" y="801"/>
                  </a:cubicBezTo>
                  <a:cubicBezTo>
                    <a:pt x="1264" y="809"/>
                    <a:pt x="1353" y="908"/>
                    <a:pt x="1442" y="916"/>
                  </a:cubicBezTo>
                  <a:cubicBezTo>
                    <a:pt x="1471" y="922"/>
                    <a:pt x="1500" y="924"/>
                    <a:pt x="1528" y="924"/>
                  </a:cubicBezTo>
                  <a:cubicBezTo>
                    <a:pt x="1738" y="924"/>
                    <a:pt x="1943" y="795"/>
                    <a:pt x="2147" y="756"/>
                  </a:cubicBezTo>
                  <a:cubicBezTo>
                    <a:pt x="2361" y="720"/>
                    <a:pt x="2530" y="685"/>
                    <a:pt x="2691" y="515"/>
                  </a:cubicBezTo>
                  <a:cubicBezTo>
                    <a:pt x="2882" y="297"/>
                    <a:pt x="2682" y="0"/>
                    <a:pt x="2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3" name="Google Shape;1483;p41"/>
            <p:cNvSpPr/>
            <p:nvPr/>
          </p:nvSpPr>
          <p:spPr>
            <a:xfrm>
              <a:off x="6795300" y="1481950"/>
              <a:ext cx="50800" cy="56925"/>
            </a:xfrm>
            <a:custGeom>
              <a:avLst/>
              <a:gdLst/>
              <a:ahLst/>
              <a:cxnLst/>
              <a:rect l="l" t="t" r="r" b="b"/>
              <a:pathLst>
                <a:path w="2032" h="2277" extrusionOk="0">
                  <a:moveTo>
                    <a:pt x="406" y="0"/>
                  </a:moveTo>
                  <a:cubicBezTo>
                    <a:pt x="165" y="0"/>
                    <a:pt x="1" y="386"/>
                    <a:pt x="259" y="563"/>
                  </a:cubicBezTo>
                  <a:cubicBezTo>
                    <a:pt x="358" y="635"/>
                    <a:pt x="322" y="938"/>
                    <a:pt x="358" y="1045"/>
                  </a:cubicBezTo>
                  <a:cubicBezTo>
                    <a:pt x="393" y="1197"/>
                    <a:pt x="473" y="1330"/>
                    <a:pt x="598" y="1429"/>
                  </a:cubicBezTo>
                  <a:cubicBezTo>
                    <a:pt x="902" y="1652"/>
                    <a:pt x="1214" y="1678"/>
                    <a:pt x="1375" y="2080"/>
                  </a:cubicBezTo>
                  <a:cubicBezTo>
                    <a:pt x="1431" y="2217"/>
                    <a:pt x="1553" y="2276"/>
                    <a:pt x="1673" y="2276"/>
                  </a:cubicBezTo>
                  <a:cubicBezTo>
                    <a:pt x="1856" y="2276"/>
                    <a:pt x="2032" y="2136"/>
                    <a:pt x="1945" y="1919"/>
                  </a:cubicBezTo>
                  <a:cubicBezTo>
                    <a:pt x="1785" y="1518"/>
                    <a:pt x="1517" y="1197"/>
                    <a:pt x="1116" y="1018"/>
                  </a:cubicBezTo>
                  <a:cubicBezTo>
                    <a:pt x="1000" y="965"/>
                    <a:pt x="946" y="956"/>
                    <a:pt x="911" y="822"/>
                  </a:cubicBezTo>
                  <a:cubicBezTo>
                    <a:pt x="884" y="715"/>
                    <a:pt x="902" y="590"/>
                    <a:pt x="875" y="483"/>
                  </a:cubicBezTo>
                  <a:cubicBezTo>
                    <a:pt x="821" y="296"/>
                    <a:pt x="723" y="162"/>
                    <a:pt x="563" y="55"/>
                  </a:cubicBezTo>
                  <a:cubicBezTo>
                    <a:pt x="509" y="17"/>
                    <a:pt x="456" y="0"/>
                    <a:pt x="4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4" name="Google Shape;1484;p41"/>
            <p:cNvSpPr/>
            <p:nvPr/>
          </p:nvSpPr>
          <p:spPr>
            <a:xfrm>
              <a:off x="6716575" y="1098775"/>
              <a:ext cx="114425" cy="136925"/>
            </a:xfrm>
            <a:custGeom>
              <a:avLst/>
              <a:gdLst/>
              <a:ahLst/>
              <a:cxnLst/>
              <a:rect l="l" t="t" r="r" b="b"/>
              <a:pathLst>
                <a:path w="4577" h="5477" extrusionOk="0">
                  <a:moveTo>
                    <a:pt x="788" y="1"/>
                  </a:moveTo>
                  <a:cubicBezTo>
                    <a:pt x="775" y="1"/>
                    <a:pt x="762" y="1"/>
                    <a:pt x="750" y="2"/>
                  </a:cubicBezTo>
                  <a:cubicBezTo>
                    <a:pt x="215" y="38"/>
                    <a:pt x="348" y="109"/>
                    <a:pt x="384" y="707"/>
                  </a:cubicBezTo>
                  <a:cubicBezTo>
                    <a:pt x="420" y="1304"/>
                    <a:pt x="1" y="2785"/>
                    <a:pt x="188" y="2937"/>
                  </a:cubicBezTo>
                  <a:cubicBezTo>
                    <a:pt x="202" y="2948"/>
                    <a:pt x="216" y="2954"/>
                    <a:pt x="231" y="2954"/>
                  </a:cubicBezTo>
                  <a:cubicBezTo>
                    <a:pt x="404" y="2954"/>
                    <a:pt x="602" y="2195"/>
                    <a:pt x="772" y="2195"/>
                  </a:cubicBezTo>
                  <a:cubicBezTo>
                    <a:pt x="777" y="2195"/>
                    <a:pt x="781" y="2196"/>
                    <a:pt x="786" y="2197"/>
                  </a:cubicBezTo>
                  <a:cubicBezTo>
                    <a:pt x="973" y="2232"/>
                    <a:pt x="964" y="3865"/>
                    <a:pt x="1446" y="4016"/>
                  </a:cubicBezTo>
                  <a:cubicBezTo>
                    <a:pt x="1472" y="4025"/>
                    <a:pt x="1495" y="4028"/>
                    <a:pt x="1516" y="4028"/>
                  </a:cubicBezTo>
                  <a:cubicBezTo>
                    <a:pt x="1886" y="4028"/>
                    <a:pt x="1540" y="2824"/>
                    <a:pt x="1785" y="2714"/>
                  </a:cubicBezTo>
                  <a:cubicBezTo>
                    <a:pt x="1790" y="2712"/>
                    <a:pt x="1794" y="2711"/>
                    <a:pt x="1799" y="2711"/>
                  </a:cubicBezTo>
                  <a:cubicBezTo>
                    <a:pt x="2041" y="2711"/>
                    <a:pt x="1974" y="5392"/>
                    <a:pt x="2525" y="5471"/>
                  </a:cubicBezTo>
                  <a:cubicBezTo>
                    <a:pt x="2555" y="5474"/>
                    <a:pt x="2586" y="5476"/>
                    <a:pt x="2616" y="5476"/>
                  </a:cubicBezTo>
                  <a:cubicBezTo>
                    <a:pt x="3141" y="5476"/>
                    <a:pt x="3658" y="4896"/>
                    <a:pt x="3346" y="3909"/>
                  </a:cubicBezTo>
                  <a:cubicBezTo>
                    <a:pt x="3046" y="2962"/>
                    <a:pt x="2805" y="2448"/>
                    <a:pt x="3010" y="2448"/>
                  </a:cubicBezTo>
                  <a:cubicBezTo>
                    <a:pt x="3031" y="2448"/>
                    <a:pt x="3057" y="2453"/>
                    <a:pt x="3087" y="2464"/>
                  </a:cubicBezTo>
                  <a:cubicBezTo>
                    <a:pt x="3421" y="2569"/>
                    <a:pt x="3961" y="3616"/>
                    <a:pt x="4157" y="3616"/>
                  </a:cubicBezTo>
                  <a:cubicBezTo>
                    <a:pt x="4160" y="3616"/>
                    <a:pt x="4164" y="3616"/>
                    <a:pt x="4167" y="3615"/>
                  </a:cubicBezTo>
                  <a:cubicBezTo>
                    <a:pt x="4345" y="3579"/>
                    <a:pt x="4497" y="3249"/>
                    <a:pt x="4532" y="3062"/>
                  </a:cubicBezTo>
                  <a:cubicBezTo>
                    <a:pt x="4576" y="2877"/>
                    <a:pt x="1860" y="1"/>
                    <a:pt x="7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5" name="Google Shape;1485;p41"/>
            <p:cNvSpPr/>
            <p:nvPr/>
          </p:nvSpPr>
          <p:spPr>
            <a:xfrm>
              <a:off x="6486175" y="2185500"/>
              <a:ext cx="390100" cy="40100"/>
            </a:xfrm>
            <a:custGeom>
              <a:avLst/>
              <a:gdLst/>
              <a:ahLst/>
              <a:cxnLst/>
              <a:rect l="l" t="t" r="r" b="b"/>
              <a:pathLst>
                <a:path w="15604" h="1604" extrusionOk="0">
                  <a:moveTo>
                    <a:pt x="297" y="1"/>
                  </a:moveTo>
                  <a:cubicBezTo>
                    <a:pt x="1" y="1"/>
                    <a:pt x="2841" y="1603"/>
                    <a:pt x="7483" y="1603"/>
                  </a:cubicBezTo>
                  <a:cubicBezTo>
                    <a:pt x="7879" y="1603"/>
                    <a:pt x="8287" y="1591"/>
                    <a:pt x="8708" y="1566"/>
                  </a:cubicBezTo>
                  <a:cubicBezTo>
                    <a:pt x="14212" y="1236"/>
                    <a:pt x="15497" y="398"/>
                    <a:pt x="15604" y="50"/>
                  </a:cubicBezTo>
                  <a:lnTo>
                    <a:pt x="15604" y="50"/>
                  </a:lnTo>
                  <a:cubicBezTo>
                    <a:pt x="15604" y="50"/>
                    <a:pt x="12148" y="667"/>
                    <a:pt x="7690" y="667"/>
                  </a:cubicBezTo>
                  <a:cubicBezTo>
                    <a:pt x="5392" y="667"/>
                    <a:pt x="2826" y="503"/>
                    <a:pt x="331" y="5"/>
                  </a:cubicBezTo>
                  <a:cubicBezTo>
                    <a:pt x="317" y="2"/>
                    <a:pt x="306" y="1"/>
                    <a:pt x="2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6" name="Google Shape;1486;p41"/>
            <p:cNvSpPr/>
            <p:nvPr/>
          </p:nvSpPr>
          <p:spPr>
            <a:xfrm>
              <a:off x="6518525" y="1093225"/>
              <a:ext cx="66275" cy="72975"/>
            </a:xfrm>
            <a:custGeom>
              <a:avLst/>
              <a:gdLst/>
              <a:ahLst/>
              <a:cxnLst/>
              <a:rect l="l" t="t" r="r" b="b"/>
              <a:pathLst>
                <a:path w="2651" h="2919" extrusionOk="0">
                  <a:moveTo>
                    <a:pt x="197" y="1"/>
                  </a:moveTo>
                  <a:cubicBezTo>
                    <a:pt x="126" y="72"/>
                    <a:pt x="63" y="135"/>
                    <a:pt x="1" y="206"/>
                  </a:cubicBezTo>
                  <a:cubicBezTo>
                    <a:pt x="500" y="1428"/>
                    <a:pt x="1267" y="2552"/>
                    <a:pt x="2606" y="2909"/>
                  </a:cubicBezTo>
                  <a:cubicBezTo>
                    <a:pt x="2623" y="2918"/>
                    <a:pt x="2641" y="2918"/>
                    <a:pt x="2650" y="2918"/>
                  </a:cubicBezTo>
                  <a:cubicBezTo>
                    <a:pt x="2195" y="2766"/>
                    <a:pt x="1847" y="2570"/>
                    <a:pt x="1713" y="2294"/>
                  </a:cubicBezTo>
                  <a:cubicBezTo>
                    <a:pt x="1696" y="2258"/>
                    <a:pt x="1678" y="2213"/>
                    <a:pt x="1660" y="2169"/>
                  </a:cubicBezTo>
                  <a:cubicBezTo>
                    <a:pt x="973" y="1642"/>
                    <a:pt x="518" y="840"/>
                    <a:pt x="197" y="1"/>
                  </a:cubicBezTo>
                  <a:close/>
                </a:path>
              </a:pathLst>
            </a:custGeom>
            <a:solidFill>
              <a:srgbClr val="E97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7" name="Google Shape;1487;p41"/>
            <p:cNvSpPr/>
            <p:nvPr/>
          </p:nvSpPr>
          <p:spPr>
            <a:xfrm>
              <a:off x="6507375" y="1106175"/>
              <a:ext cx="191150" cy="186700"/>
            </a:xfrm>
            <a:custGeom>
              <a:avLst/>
              <a:gdLst/>
              <a:ahLst/>
              <a:cxnLst/>
              <a:rect l="l" t="t" r="r" b="b"/>
              <a:pathLst>
                <a:path w="7646" h="7468" extrusionOk="0">
                  <a:moveTo>
                    <a:pt x="188" y="0"/>
                  </a:moveTo>
                  <a:cubicBezTo>
                    <a:pt x="125" y="81"/>
                    <a:pt x="63" y="161"/>
                    <a:pt x="1" y="250"/>
                  </a:cubicBezTo>
                  <a:cubicBezTo>
                    <a:pt x="241" y="964"/>
                    <a:pt x="696" y="1597"/>
                    <a:pt x="1241" y="2133"/>
                  </a:cubicBezTo>
                  <a:cubicBezTo>
                    <a:pt x="2811" y="3658"/>
                    <a:pt x="5068" y="4238"/>
                    <a:pt x="6566" y="5861"/>
                  </a:cubicBezTo>
                  <a:cubicBezTo>
                    <a:pt x="6986" y="6325"/>
                    <a:pt x="7343" y="6870"/>
                    <a:pt x="7521" y="7467"/>
                  </a:cubicBezTo>
                  <a:cubicBezTo>
                    <a:pt x="7575" y="7333"/>
                    <a:pt x="7610" y="7191"/>
                    <a:pt x="7646" y="7039"/>
                  </a:cubicBezTo>
                  <a:cubicBezTo>
                    <a:pt x="7111" y="5790"/>
                    <a:pt x="5871" y="4809"/>
                    <a:pt x="4720" y="4122"/>
                  </a:cubicBezTo>
                  <a:cubicBezTo>
                    <a:pt x="3025" y="3114"/>
                    <a:pt x="723" y="2052"/>
                    <a:pt x="1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8" name="Google Shape;1488;p41"/>
            <p:cNvSpPr/>
            <p:nvPr/>
          </p:nvSpPr>
          <p:spPr>
            <a:xfrm>
              <a:off x="6498450" y="1119325"/>
              <a:ext cx="161950" cy="229750"/>
            </a:xfrm>
            <a:custGeom>
              <a:avLst/>
              <a:gdLst/>
              <a:ahLst/>
              <a:cxnLst/>
              <a:rect l="l" t="t" r="r" b="b"/>
              <a:pathLst>
                <a:path w="6478" h="9190" extrusionOk="0">
                  <a:moveTo>
                    <a:pt x="170" y="1"/>
                  </a:moveTo>
                  <a:cubicBezTo>
                    <a:pt x="108" y="90"/>
                    <a:pt x="54" y="188"/>
                    <a:pt x="1" y="286"/>
                  </a:cubicBezTo>
                  <a:cubicBezTo>
                    <a:pt x="152" y="732"/>
                    <a:pt x="340" y="1178"/>
                    <a:pt x="572" y="1598"/>
                  </a:cubicBezTo>
                  <a:cubicBezTo>
                    <a:pt x="1027" y="2454"/>
                    <a:pt x="1633" y="3239"/>
                    <a:pt x="2338" y="3890"/>
                  </a:cubicBezTo>
                  <a:cubicBezTo>
                    <a:pt x="3061" y="4559"/>
                    <a:pt x="3908" y="5041"/>
                    <a:pt x="4666" y="5639"/>
                  </a:cubicBezTo>
                  <a:cubicBezTo>
                    <a:pt x="5425" y="6236"/>
                    <a:pt x="6085" y="6995"/>
                    <a:pt x="6192" y="7994"/>
                  </a:cubicBezTo>
                  <a:cubicBezTo>
                    <a:pt x="6237" y="8395"/>
                    <a:pt x="6192" y="8806"/>
                    <a:pt x="6076" y="9189"/>
                  </a:cubicBezTo>
                  <a:cubicBezTo>
                    <a:pt x="6183" y="9109"/>
                    <a:pt x="6290" y="9011"/>
                    <a:pt x="6415" y="8895"/>
                  </a:cubicBezTo>
                  <a:cubicBezTo>
                    <a:pt x="6460" y="8609"/>
                    <a:pt x="6477" y="8315"/>
                    <a:pt x="6451" y="8021"/>
                  </a:cubicBezTo>
                  <a:cubicBezTo>
                    <a:pt x="6263" y="5987"/>
                    <a:pt x="4238" y="5157"/>
                    <a:pt x="2855" y="4006"/>
                  </a:cubicBezTo>
                  <a:cubicBezTo>
                    <a:pt x="1598" y="2962"/>
                    <a:pt x="661" y="1553"/>
                    <a:pt x="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9" name="Google Shape;1489;p41"/>
            <p:cNvSpPr/>
            <p:nvPr/>
          </p:nvSpPr>
          <p:spPr>
            <a:xfrm>
              <a:off x="6471925" y="1171750"/>
              <a:ext cx="71825" cy="209000"/>
            </a:xfrm>
            <a:custGeom>
              <a:avLst/>
              <a:gdLst/>
              <a:ahLst/>
              <a:cxnLst/>
              <a:rect l="l" t="t" r="r" b="b"/>
              <a:pathLst>
                <a:path w="2873" h="8360" extrusionOk="0">
                  <a:moveTo>
                    <a:pt x="196" y="0"/>
                  </a:moveTo>
                  <a:cubicBezTo>
                    <a:pt x="134" y="89"/>
                    <a:pt x="72" y="170"/>
                    <a:pt x="0" y="259"/>
                  </a:cubicBezTo>
                  <a:cubicBezTo>
                    <a:pt x="312" y="1472"/>
                    <a:pt x="1071" y="2587"/>
                    <a:pt x="1677" y="3676"/>
                  </a:cubicBezTo>
                  <a:cubicBezTo>
                    <a:pt x="2150" y="4532"/>
                    <a:pt x="2560" y="5460"/>
                    <a:pt x="2560" y="6459"/>
                  </a:cubicBezTo>
                  <a:cubicBezTo>
                    <a:pt x="2560" y="7110"/>
                    <a:pt x="2400" y="7744"/>
                    <a:pt x="2168" y="8359"/>
                  </a:cubicBezTo>
                  <a:cubicBezTo>
                    <a:pt x="2257" y="8359"/>
                    <a:pt x="2346" y="8350"/>
                    <a:pt x="2445" y="8341"/>
                  </a:cubicBezTo>
                  <a:cubicBezTo>
                    <a:pt x="2623" y="7842"/>
                    <a:pt x="2757" y="7324"/>
                    <a:pt x="2801" y="6798"/>
                  </a:cubicBezTo>
                  <a:cubicBezTo>
                    <a:pt x="2873" y="5897"/>
                    <a:pt x="2623" y="5041"/>
                    <a:pt x="2248" y="4229"/>
                  </a:cubicBezTo>
                  <a:cubicBezTo>
                    <a:pt x="1606" y="2855"/>
                    <a:pt x="500" y="1517"/>
                    <a:pt x="1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0" name="Google Shape;1490;p41"/>
            <p:cNvSpPr/>
            <p:nvPr/>
          </p:nvSpPr>
          <p:spPr>
            <a:xfrm>
              <a:off x="6442250" y="1203850"/>
              <a:ext cx="22550" cy="140975"/>
            </a:xfrm>
            <a:custGeom>
              <a:avLst/>
              <a:gdLst/>
              <a:ahLst/>
              <a:cxnLst/>
              <a:rect l="l" t="t" r="r" b="b"/>
              <a:pathLst>
                <a:path w="902" h="5639" extrusionOk="0">
                  <a:moveTo>
                    <a:pt x="242" y="1"/>
                  </a:moveTo>
                  <a:lnTo>
                    <a:pt x="242" y="1"/>
                  </a:lnTo>
                  <a:cubicBezTo>
                    <a:pt x="170" y="72"/>
                    <a:pt x="108" y="135"/>
                    <a:pt x="36" y="206"/>
                  </a:cubicBezTo>
                  <a:cubicBezTo>
                    <a:pt x="616" y="1856"/>
                    <a:pt x="598" y="3712"/>
                    <a:pt x="1" y="5353"/>
                  </a:cubicBezTo>
                  <a:cubicBezTo>
                    <a:pt x="54" y="5452"/>
                    <a:pt x="108" y="5550"/>
                    <a:pt x="161" y="5639"/>
                  </a:cubicBezTo>
                  <a:cubicBezTo>
                    <a:pt x="875" y="3855"/>
                    <a:pt x="902" y="1812"/>
                    <a:pt x="2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1" name="Google Shape;1491;p41"/>
            <p:cNvSpPr/>
            <p:nvPr/>
          </p:nvSpPr>
          <p:spPr>
            <a:xfrm>
              <a:off x="6638525" y="1178400"/>
              <a:ext cx="106400" cy="104025"/>
            </a:xfrm>
            <a:custGeom>
              <a:avLst/>
              <a:gdLst/>
              <a:ahLst/>
              <a:cxnLst/>
              <a:rect l="l" t="t" r="r" b="b"/>
              <a:pathLst>
                <a:path w="4256" h="4161" extrusionOk="0">
                  <a:moveTo>
                    <a:pt x="2126" y="0"/>
                  </a:moveTo>
                  <a:cubicBezTo>
                    <a:pt x="2098" y="0"/>
                    <a:pt x="2071" y="1"/>
                    <a:pt x="2043" y="2"/>
                  </a:cubicBezTo>
                  <a:cubicBezTo>
                    <a:pt x="901" y="46"/>
                    <a:pt x="0" y="1019"/>
                    <a:pt x="54" y="2161"/>
                  </a:cubicBezTo>
                  <a:cubicBezTo>
                    <a:pt x="97" y="3284"/>
                    <a:pt x="1016" y="4161"/>
                    <a:pt x="2130" y="4161"/>
                  </a:cubicBezTo>
                  <a:cubicBezTo>
                    <a:pt x="2157" y="4161"/>
                    <a:pt x="2185" y="4160"/>
                    <a:pt x="2213" y="4159"/>
                  </a:cubicBezTo>
                  <a:cubicBezTo>
                    <a:pt x="3363" y="4114"/>
                    <a:pt x="4256" y="3142"/>
                    <a:pt x="4211" y="2000"/>
                  </a:cubicBezTo>
                  <a:cubicBezTo>
                    <a:pt x="4167" y="877"/>
                    <a:pt x="3240" y="0"/>
                    <a:pt x="2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2" name="Google Shape;1492;p41"/>
            <p:cNvSpPr/>
            <p:nvPr/>
          </p:nvSpPr>
          <p:spPr>
            <a:xfrm>
              <a:off x="6469250" y="1062100"/>
              <a:ext cx="134950" cy="193500"/>
            </a:xfrm>
            <a:custGeom>
              <a:avLst/>
              <a:gdLst/>
              <a:ahLst/>
              <a:cxnLst/>
              <a:rect l="l" t="t" r="r" b="b"/>
              <a:pathLst>
                <a:path w="5398" h="7740" extrusionOk="0">
                  <a:moveTo>
                    <a:pt x="3484" y="1"/>
                  </a:moveTo>
                  <a:cubicBezTo>
                    <a:pt x="3057" y="1"/>
                    <a:pt x="2233" y="490"/>
                    <a:pt x="1517" y="1424"/>
                  </a:cubicBezTo>
                  <a:cubicBezTo>
                    <a:pt x="669" y="2540"/>
                    <a:pt x="0" y="3601"/>
                    <a:pt x="419" y="3851"/>
                  </a:cubicBezTo>
                  <a:cubicBezTo>
                    <a:pt x="482" y="3888"/>
                    <a:pt x="542" y="3904"/>
                    <a:pt x="601" y="3904"/>
                  </a:cubicBezTo>
                  <a:cubicBezTo>
                    <a:pt x="938" y="3904"/>
                    <a:pt x="1213" y="3383"/>
                    <a:pt x="1365" y="3360"/>
                  </a:cubicBezTo>
                  <a:cubicBezTo>
                    <a:pt x="1367" y="3360"/>
                    <a:pt x="1369" y="3360"/>
                    <a:pt x="1371" y="3360"/>
                  </a:cubicBezTo>
                  <a:cubicBezTo>
                    <a:pt x="1529" y="3360"/>
                    <a:pt x="1314" y="4388"/>
                    <a:pt x="1481" y="5216"/>
                  </a:cubicBezTo>
                  <a:cubicBezTo>
                    <a:pt x="1650" y="6063"/>
                    <a:pt x="2418" y="7303"/>
                    <a:pt x="2864" y="7580"/>
                  </a:cubicBezTo>
                  <a:cubicBezTo>
                    <a:pt x="3038" y="7687"/>
                    <a:pt x="3183" y="7739"/>
                    <a:pt x="3295" y="7739"/>
                  </a:cubicBezTo>
                  <a:cubicBezTo>
                    <a:pt x="3465" y="7739"/>
                    <a:pt x="3561" y="7620"/>
                    <a:pt x="3577" y="7384"/>
                  </a:cubicBezTo>
                  <a:cubicBezTo>
                    <a:pt x="3604" y="6982"/>
                    <a:pt x="2516" y="5350"/>
                    <a:pt x="2516" y="5350"/>
                  </a:cubicBezTo>
                  <a:cubicBezTo>
                    <a:pt x="2275" y="4725"/>
                    <a:pt x="2177" y="3637"/>
                    <a:pt x="2373" y="3512"/>
                  </a:cubicBezTo>
                  <a:cubicBezTo>
                    <a:pt x="2379" y="3508"/>
                    <a:pt x="2386" y="3506"/>
                    <a:pt x="2392" y="3506"/>
                  </a:cubicBezTo>
                  <a:cubicBezTo>
                    <a:pt x="2591" y="3506"/>
                    <a:pt x="2801" y="5371"/>
                    <a:pt x="3087" y="5492"/>
                  </a:cubicBezTo>
                  <a:cubicBezTo>
                    <a:pt x="3228" y="5551"/>
                    <a:pt x="3422" y="5599"/>
                    <a:pt x="3596" y="5599"/>
                  </a:cubicBezTo>
                  <a:cubicBezTo>
                    <a:pt x="3795" y="5599"/>
                    <a:pt x="3968" y="5535"/>
                    <a:pt x="4006" y="5350"/>
                  </a:cubicBezTo>
                  <a:cubicBezTo>
                    <a:pt x="4086" y="5002"/>
                    <a:pt x="3319" y="3637"/>
                    <a:pt x="3319" y="3494"/>
                  </a:cubicBezTo>
                  <a:cubicBezTo>
                    <a:pt x="3319" y="3486"/>
                    <a:pt x="3321" y="3482"/>
                    <a:pt x="3326" y="3482"/>
                  </a:cubicBezTo>
                  <a:cubicBezTo>
                    <a:pt x="3405" y="3482"/>
                    <a:pt x="4101" y="4522"/>
                    <a:pt x="4554" y="4522"/>
                  </a:cubicBezTo>
                  <a:cubicBezTo>
                    <a:pt x="4580" y="4522"/>
                    <a:pt x="4606" y="4518"/>
                    <a:pt x="4630" y="4511"/>
                  </a:cubicBezTo>
                  <a:cubicBezTo>
                    <a:pt x="5103" y="4359"/>
                    <a:pt x="5397" y="4163"/>
                    <a:pt x="5201" y="3896"/>
                  </a:cubicBezTo>
                  <a:cubicBezTo>
                    <a:pt x="5005" y="3619"/>
                    <a:pt x="4211" y="3869"/>
                    <a:pt x="3934" y="3119"/>
                  </a:cubicBezTo>
                  <a:cubicBezTo>
                    <a:pt x="3667" y="2379"/>
                    <a:pt x="4273" y="443"/>
                    <a:pt x="3676" y="51"/>
                  </a:cubicBezTo>
                  <a:cubicBezTo>
                    <a:pt x="3627" y="17"/>
                    <a:pt x="3562" y="1"/>
                    <a:pt x="34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3" name="Google Shape;1493;p41"/>
            <p:cNvSpPr/>
            <p:nvPr/>
          </p:nvSpPr>
          <p:spPr>
            <a:xfrm>
              <a:off x="6437025" y="1187025"/>
              <a:ext cx="40725" cy="36375"/>
            </a:xfrm>
            <a:custGeom>
              <a:avLst/>
              <a:gdLst/>
              <a:ahLst/>
              <a:cxnLst/>
              <a:rect l="l" t="t" r="r" b="b"/>
              <a:pathLst>
                <a:path w="1629" h="1455" extrusionOk="0">
                  <a:moveTo>
                    <a:pt x="610" y="0"/>
                  </a:moveTo>
                  <a:cubicBezTo>
                    <a:pt x="126" y="0"/>
                    <a:pt x="0" y="606"/>
                    <a:pt x="103" y="1048"/>
                  </a:cubicBezTo>
                  <a:cubicBezTo>
                    <a:pt x="163" y="1315"/>
                    <a:pt x="397" y="1454"/>
                    <a:pt x="635" y="1454"/>
                  </a:cubicBezTo>
                  <a:cubicBezTo>
                    <a:pt x="819" y="1454"/>
                    <a:pt x="1007" y="1371"/>
                    <a:pt x="1120" y="1200"/>
                  </a:cubicBezTo>
                  <a:cubicBezTo>
                    <a:pt x="1369" y="799"/>
                    <a:pt x="1628" y="121"/>
                    <a:pt x="682" y="5"/>
                  </a:cubicBezTo>
                  <a:cubicBezTo>
                    <a:pt x="658" y="2"/>
                    <a:pt x="634" y="0"/>
                    <a:pt x="6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4" name="Google Shape;1494;p41"/>
            <p:cNvSpPr/>
            <p:nvPr/>
          </p:nvSpPr>
          <p:spPr>
            <a:xfrm>
              <a:off x="6593900" y="1304825"/>
              <a:ext cx="91025" cy="86050"/>
            </a:xfrm>
            <a:custGeom>
              <a:avLst/>
              <a:gdLst/>
              <a:ahLst/>
              <a:cxnLst/>
              <a:rect l="l" t="t" r="r" b="b"/>
              <a:pathLst>
                <a:path w="3641" h="3442" extrusionOk="0">
                  <a:moveTo>
                    <a:pt x="1814" y="1"/>
                  </a:moveTo>
                  <a:cubicBezTo>
                    <a:pt x="1749" y="1"/>
                    <a:pt x="1682" y="4"/>
                    <a:pt x="1616" y="12"/>
                  </a:cubicBezTo>
                  <a:cubicBezTo>
                    <a:pt x="679" y="128"/>
                    <a:pt x="1" y="984"/>
                    <a:pt x="117" y="1921"/>
                  </a:cubicBezTo>
                  <a:cubicBezTo>
                    <a:pt x="216" y="2796"/>
                    <a:pt x="956" y="3442"/>
                    <a:pt x="1815" y="3442"/>
                  </a:cubicBezTo>
                  <a:cubicBezTo>
                    <a:pt x="1885" y="3442"/>
                    <a:pt x="1955" y="3437"/>
                    <a:pt x="2026" y="3429"/>
                  </a:cubicBezTo>
                  <a:cubicBezTo>
                    <a:pt x="2963" y="3313"/>
                    <a:pt x="3641" y="2465"/>
                    <a:pt x="3525" y="1520"/>
                  </a:cubicBezTo>
                  <a:cubicBezTo>
                    <a:pt x="3425" y="641"/>
                    <a:pt x="2678" y="1"/>
                    <a:pt x="18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5" name="Google Shape;1495;p41"/>
            <p:cNvSpPr/>
            <p:nvPr/>
          </p:nvSpPr>
          <p:spPr>
            <a:xfrm>
              <a:off x="6598375" y="1374650"/>
              <a:ext cx="82325" cy="32900"/>
            </a:xfrm>
            <a:custGeom>
              <a:avLst/>
              <a:gdLst/>
              <a:ahLst/>
              <a:cxnLst/>
              <a:rect l="l" t="t" r="r" b="b"/>
              <a:pathLst>
                <a:path w="3293" h="1316" extrusionOk="0">
                  <a:moveTo>
                    <a:pt x="3186" y="819"/>
                  </a:moveTo>
                  <a:cubicBezTo>
                    <a:pt x="3212" y="883"/>
                    <a:pt x="3235" y="947"/>
                    <a:pt x="3257" y="1010"/>
                  </a:cubicBezTo>
                  <a:cubicBezTo>
                    <a:pt x="3292" y="957"/>
                    <a:pt x="3274" y="885"/>
                    <a:pt x="3230" y="850"/>
                  </a:cubicBezTo>
                  <a:cubicBezTo>
                    <a:pt x="3217" y="837"/>
                    <a:pt x="3202" y="827"/>
                    <a:pt x="3186" y="819"/>
                  </a:cubicBezTo>
                  <a:close/>
                  <a:moveTo>
                    <a:pt x="2001" y="1"/>
                  </a:moveTo>
                  <a:cubicBezTo>
                    <a:pt x="1877" y="1"/>
                    <a:pt x="1747" y="46"/>
                    <a:pt x="1633" y="100"/>
                  </a:cubicBezTo>
                  <a:cubicBezTo>
                    <a:pt x="1488" y="169"/>
                    <a:pt x="1337" y="251"/>
                    <a:pt x="1179" y="251"/>
                  </a:cubicBezTo>
                  <a:cubicBezTo>
                    <a:pt x="1152" y="251"/>
                    <a:pt x="1125" y="248"/>
                    <a:pt x="1098" y="243"/>
                  </a:cubicBezTo>
                  <a:cubicBezTo>
                    <a:pt x="991" y="216"/>
                    <a:pt x="892" y="154"/>
                    <a:pt x="777" y="109"/>
                  </a:cubicBezTo>
                  <a:cubicBezTo>
                    <a:pt x="704" y="83"/>
                    <a:pt x="626" y="70"/>
                    <a:pt x="548" y="70"/>
                  </a:cubicBezTo>
                  <a:cubicBezTo>
                    <a:pt x="340" y="70"/>
                    <a:pt x="130" y="161"/>
                    <a:pt x="0" y="323"/>
                  </a:cubicBezTo>
                  <a:lnTo>
                    <a:pt x="892" y="1100"/>
                  </a:lnTo>
                  <a:cubicBezTo>
                    <a:pt x="1021" y="1249"/>
                    <a:pt x="1222" y="1315"/>
                    <a:pt x="1421" y="1315"/>
                  </a:cubicBezTo>
                  <a:cubicBezTo>
                    <a:pt x="1484" y="1315"/>
                    <a:pt x="1546" y="1309"/>
                    <a:pt x="1606" y="1296"/>
                  </a:cubicBezTo>
                  <a:cubicBezTo>
                    <a:pt x="1856" y="1242"/>
                    <a:pt x="2088" y="1108"/>
                    <a:pt x="2320" y="992"/>
                  </a:cubicBezTo>
                  <a:cubicBezTo>
                    <a:pt x="2542" y="881"/>
                    <a:pt x="2780" y="787"/>
                    <a:pt x="3027" y="787"/>
                  </a:cubicBezTo>
                  <a:cubicBezTo>
                    <a:pt x="3038" y="787"/>
                    <a:pt x="3049" y="787"/>
                    <a:pt x="3060" y="787"/>
                  </a:cubicBezTo>
                  <a:cubicBezTo>
                    <a:pt x="3104" y="794"/>
                    <a:pt x="3149" y="800"/>
                    <a:pt x="3186" y="819"/>
                  </a:cubicBezTo>
                  <a:lnTo>
                    <a:pt x="3186" y="819"/>
                  </a:lnTo>
                  <a:cubicBezTo>
                    <a:pt x="3085" y="565"/>
                    <a:pt x="2942" y="323"/>
                    <a:pt x="2686" y="252"/>
                  </a:cubicBezTo>
                  <a:cubicBezTo>
                    <a:pt x="2587" y="225"/>
                    <a:pt x="2489" y="234"/>
                    <a:pt x="2400" y="190"/>
                  </a:cubicBezTo>
                  <a:cubicBezTo>
                    <a:pt x="2320" y="154"/>
                    <a:pt x="2257" y="83"/>
                    <a:pt x="2177" y="38"/>
                  </a:cubicBezTo>
                  <a:cubicBezTo>
                    <a:pt x="2121" y="12"/>
                    <a:pt x="2062" y="1"/>
                    <a:pt x="20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6" name="Google Shape;1496;p41"/>
            <p:cNvSpPr/>
            <p:nvPr/>
          </p:nvSpPr>
          <p:spPr>
            <a:xfrm>
              <a:off x="6440475" y="1326475"/>
              <a:ext cx="117775" cy="104050"/>
            </a:xfrm>
            <a:custGeom>
              <a:avLst/>
              <a:gdLst/>
              <a:ahLst/>
              <a:cxnLst/>
              <a:rect l="l" t="t" r="r" b="b"/>
              <a:pathLst>
                <a:path w="4711" h="4162" extrusionOk="0">
                  <a:moveTo>
                    <a:pt x="2350" y="1"/>
                  </a:moveTo>
                  <a:cubicBezTo>
                    <a:pt x="1913" y="1"/>
                    <a:pt x="1473" y="138"/>
                    <a:pt x="1098" y="422"/>
                  </a:cubicBezTo>
                  <a:cubicBezTo>
                    <a:pt x="179" y="1109"/>
                    <a:pt x="0" y="2411"/>
                    <a:pt x="687" y="3330"/>
                  </a:cubicBezTo>
                  <a:cubicBezTo>
                    <a:pt x="1099" y="3874"/>
                    <a:pt x="1723" y="4161"/>
                    <a:pt x="2355" y="4161"/>
                  </a:cubicBezTo>
                  <a:cubicBezTo>
                    <a:pt x="2790" y="4161"/>
                    <a:pt x="3229" y="4024"/>
                    <a:pt x="3604" y="3740"/>
                  </a:cubicBezTo>
                  <a:cubicBezTo>
                    <a:pt x="4523" y="3053"/>
                    <a:pt x="4711" y="1751"/>
                    <a:pt x="4015" y="832"/>
                  </a:cubicBezTo>
                  <a:cubicBezTo>
                    <a:pt x="3608" y="288"/>
                    <a:pt x="2983" y="1"/>
                    <a:pt x="23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7" name="Google Shape;1497;p41"/>
            <p:cNvSpPr/>
            <p:nvPr/>
          </p:nvSpPr>
          <p:spPr>
            <a:xfrm>
              <a:off x="6620675" y="1357700"/>
              <a:ext cx="33675" cy="56550"/>
            </a:xfrm>
            <a:custGeom>
              <a:avLst/>
              <a:gdLst/>
              <a:ahLst/>
              <a:cxnLst/>
              <a:rect l="l" t="t" r="r" b="b"/>
              <a:pathLst>
                <a:path w="1347" h="2262" extrusionOk="0">
                  <a:moveTo>
                    <a:pt x="406" y="0"/>
                  </a:moveTo>
                  <a:cubicBezTo>
                    <a:pt x="318" y="0"/>
                    <a:pt x="235" y="45"/>
                    <a:pt x="188" y="154"/>
                  </a:cubicBezTo>
                  <a:cubicBezTo>
                    <a:pt x="0" y="591"/>
                    <a:pt x="99" y="912"/>
                    <a:pt x="366" y="1269"/>
                  </a:cubicBezTo>
                  <a:cubicBezTo>
                    <a:pt x="518" y="1456"/>
                    <a:pt x="420" y="1662"/>
                    <a:pt x="500" y="1885"/>
                  </a:cubicBezTo>
                  <a:cubicBezTo>
                    <a:pt x="563" y="2072"/>
                    <a:pt x="687" y="2179"/>
                    <a:pt x="866" y="2241"/>
                  </a:cubicBezTo>
                  <a:cubicBezTo>
                    <a:pt x="903" y="2255"/>
                    <a:pt x="938" y="2261"/>
                    <a:pt x="971" y="2261"/>
                  </a:cubicBezTo>
                  <a:cubicBezTo>
                    <a:pt x="1257" y="2261"/>
                    <a:pt x="1347" y="1783"/>
                    <a:pt x="1026" y="1670"/>
                  </a:cubicBezTo>
                  <a:lnTo>
                    <a:pt x="1026" y="1670"/>
                  </a:lnTo>
                  <a:cubicBezTo>
                    <a:pt x="1029" y="1671"/>
                    <a:pt x="1031" y="1672"/>
                    <a:pt x="1033" y="1672"/>
                  </a:cubicBezTo>
                  <a:cubicBezTo>
                    <a:pt x="1078" y="1672"/>
                    <a:pt x="1062" y="1480"/>
                    <a:pt x="1062" y="1412"/>
                  </a:cubicBezTo>
                  <a:cubicBezTo>
                    <a:pt x="1062" y="1287"/>
                    <a:pt x="1035" y="1171"/>
                    <a:pt x="982" y="1064"/>
                  </a:cubicBezTo>
                  <a:cubicBezTo>
                    <a:pt x="857" y="859"/>
                    <a:pt x="580" y="743"/>
                    <a:pt x="705" y="457"/>
                  </a:cubicBezTo>
                  <a:cubicBezTo>
                    <a:pt x="809" y="218"/>
                    <a:pt x="598" y="0"/>
                    <a:pt x="4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98" name="Google Shape;1498;p41"/>
          <p:cNvGrpSpPr/>
          <p:nvPr/>
        </p:nvGrpSpPr>
        <p:grpSpPr>
          <a:xfrm>
            <a:off x="7161437" y="3345055"/>
            <a:ext cx="1814091" cy="2785910"/>
            <a:chOff x="7161437" y="3345055"/>
            <a:chExt cx="1814091" cy="2785910"/>
          </a:xfrm>
        </p:grpSpPr>
        <p:sp>
          <p:nvSpPr>
            <p:cNvPr id="1499" name="Google Shape;1499;p41"/>
            <p:cNvSpPr/>
            <p:nvPr/>
          </p:nvSpPr>
          <p:spPr>
            <a:xfrm rot="858113">
              <a:off x="7497061" y="3526759"/>
              <a:ext cx="1350268" cy="1077668"/>
            </a:xfrm>
            <a:custGeom>
              <a:avLst/>
              <a:gdLst/>
              <a:ahLst/>
              <a:cxnLst/>
              <a:rect l="l" t="t" r="r" b="b"/>
              <a:pathLst>
                <a:path w="6469" h="5163" extrusionOk="0">
                  <a:moveTo>
                    <a:pt x="3600" y="1"/>
                  </a:moveTo>
                  <a:cubicBezTo>
                    <a:pt x="3506" y="1"/>
                    <a:pt x="3413" y="26"/>
                    <a:pt x="3319" y="46"/>
                  </a:cubicBezTo>
                  <a:cubicBezTo>
                    <a:pt x="3042" y="109"/>
                    <a:pt x="2775" y="180"/>
                    <a:pt x="2498" y="242"/>
                  </a:cubicBezTo>
                  <a:cubicBezTo>
                    <a:pt x="2204" y="314"/>
                    <a:pt x="1901" y="394"/>
                    <a:pt x="1651" y="581"/>
                  </a:cubicBezTo>
                  <a:cubicBezTo>
                    <a:pt x="1508" y="688"/>
                    <a:pt x="1401" y="831"/>
                    <a:pt x="1267" y="947"/>
                  </a:cubicBezTo>
                  <a:cubicBezTo>
                    <a:pt x="1017" y="1188"/>
                    <a:pt x="687" y="1349"/>
                    <a:pt x="455" y="1607"/>
                  </a:cubicBezTo>
                  <a:cubicBezTo>
                    <a:pt x="357" y="1723"/>
                    <a:pt x="277" y="1857"/>
                    <a:pt x="277" y="2000"/>
                  </a:cubicBezTo>
                  <a:cubicBezTo>
                    <a:pt x="277" y="2080"/>
                    <a:pt x="295" y="2160"/>
                    <a:pt x="304" y="2241"/>
                  </a:cubicBezTo>
                  <a:cubicBezTo>
                    <a:pt x="339" y="2642"/>
                    <a:pt x="0" y="3044"/>
                    <a:pt x="125" y="3436"/>
                  </a:cubicBezTo>
                  <a:cubicBezTo>
                    <a:pt x="179" y="3588"/>
                    <a:pt x="295" y="3713"/>
                    <a:pt x="366" y="3864"/>
                  </a:cubicBezTo>
                  <a:cubicBezTo>
                    <a:pt x="500" y="4105"/>
                    <a:pt x="500" y="4400"/>
                    <a:pt x="589" y="4667"/>
                  </a:cubicBezTo>
                  <a:cubicBezTo>
                    <a:pt x="663" y="4915"/>
                    <a:pt x="868" y="5163"/>
                    <a:pt x="1117" y="5163"/>
                  </a:cubicBezTo>
                  <a:cubicBezTo>
                    <a:pt x="1137" y="5163"/>
                    <a:pt x="1157" y="5161"/>
                    <a:pt x="1178" y="5158"/>
                  </a:cubicBezTo>
                  <a:lnTo>
                    <a:pt x="5772" y="4489"/>
                  </a:lnTo>
                  <a:cubicBezTo>
                    <a:pt x="6031" y="4382"/>
                    <a:pt x="5977" y="3971"/>
                    <a:pt x="6174" y="3775"/>
                  </a:cubicBezTo>
                  <a:cubicBezTo>
                    <a:pt x="6254" y="3686"/>
                    <a:pt x="6388" y="3641"/>
                    <a:pt x="6441" y="3534"/>
                  </a:cubicBezTo>
                  <a:cubicBezTo>
                    <a:pt x="6468" y="3472"/>
                    <a:pt x="6459" y="3409"/>
                    <a:pt x="6459" y="3338"/>
                  </a:cubicBezTo>
                  <a:cubicBezTo>
                    <a:pt x="6441" y="2972"/>
                    <a:pt x="6415" y="2598"/>
                    <a:pt x="6263" y="2259"/>
                  </a:cubicBezTo>
                  <a:cubicBezTo>
                    <a:pt x="6192" y="2107"/>
                    <a:pt x="6093" y="1964"/>
                    <a:pt x="6040" y="1804"/>
                  </a:cubicBezTo>
                  <a:cubicBezTo>
                    <a:pt x="6004" y="1697"/>
                    <a:pt x="5986" y="1581"/>
                    <a:pt x="5942" y="1465"/>
                  </a:cubicBezTo>
                  <a:cubicBezTo>
                    <a:pt x="5888" y="1349"/>
                    <a:pt x="5808" y="1242"/>
                    <a:pt x="5728" y="1134"/>
                  </a:cubicBezTo>
                  <a:lnTo>
                    <a:pt x="5273" y="564"/>
                  </a:lnTo>
                  <a:cubicBezTo>
                    <a:pt x="5130" y="394"/>
                    <a:pt x="4969" y="207"/>
                    <a:pt x="4746" y="180"/>
                  </a:cubicBezTo>
                  <a:cubicBezTo>
                    <a:pt x="4729" y="178"/>
                    <a:pt x="4712" y="177"/>
                    <a:pt x="4695" y="177"/>
                  </a:cubicBezTo>
                  <a:cubicBezTo>
                    <a:pt x="4560" y="177"/>
                    <a:pt x="4424" y="227"/>
                    <a:pt x="4289" y="227"/>
                  </a:cubicBezTo>
                  <a:cubicBezTo>
                    <a:pt x="4272" y="227"/>
                    <a:pt x="4255" y="226"/>
                    <a:pt x="4238" y="225"/>
                  </a:cubicBezTo>
                  <a:cubicBezTo>
                    <a:pt x="4042" y="198"/>
                    <a:pt x="3890" y="46"/>
                    <a:pt x="3694" y="10"/>
                  </a:cubicBezTo>
                  <a:cubicBezTo>
                    <a:pt x="3662" y="4"/>
                    <a:pt x="3631" y="1"/>
                    <a:pt x="36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0" name="Google Shape;1500;p41"/>
            <p:cNvSpPr/>
            <p:nvPr/>
          </p:nvSpPr>
          <p:spPr>
            <a:xfrm rot="858113">
              <a:off x="7449049" y="3982653"/>
              <a:ext cx="1341084" cy="615751"/>
            </a:xfrm>
            <a:custGeom>
              <a:avLst/>
              <a:gdLst/>
              <a:ahLst/>
              <a:cxnLst/>
              <a:rect l="l" t="t" r="r" b="b"/>
              <a:pathLst>
                <a:path w="6425" h="2950" extrusionOk="0">
                  <a:moveTo>
                    <a:pt x="6201" y="1"/>
                  </a:moveTo>
                  <a:cubicBezTo>
                    <a:pt x="6174" y="46"/>
                    <a:pt x="6148" y="90"/>
                    <a:pt x="6103" y="117"/>
                  </a:cubicBezTo>
                  <a:cubicBezTo>
                    <a:pt x="5969" y="233"/>
                    <a:pt x="5773" y="233"/>
                    <a:pt x="5621" y="322"/>
                  </a:cubicBezTo>
                  <a:cubicBezTo>
                    <a:pt x="5362" y="465"/>
                    <a:pt x="5282" y="831"/>
                    <a:pt x="5015" y="947"/>
                  </a:cubicBezTo>
                  <a:cubicBezTo>
                    <a:pt x="4949" y="973"/>
                    <a:pt x="4879" y="981"/>
                    <a:pt x="4807" y="981"/>
                  </a:cubicBezTo>
                  <a:cubicBezTo>
                    <a:pt x="4678" y="981"/>
                    <a:pt x="4542" y="954"/>
                    <a:pt x="4410" y="954"/>
                  </a:cubicBezTo>
                  <a:cubicBezTo>
                    <a:pt x="4367" y="954"/>
                    <a:pt x="4325" y="957"/>
                    <a:pt x="4283" y="964"/>
                  </a:cubicBezTo>
                  <a:cubicBezTo>
                    <a:pt x="3992" y="1031"/>
                    <a:pt x="3764" y="1345"/>
                    <a:pt x="3474" y="1345"/>
                  </a:cubicBezTo>
                  <a:cubicBezTo>
                    <a:pt x="3453" y="1345"/>
                    <a:pt x="3431" y="1343"/>
                    <a:pt x="3409" y="1339"/>
                  </a:cubicBezTo>
                  <a:cubicBezTo>
                    <a:pt x="3226" y="1304"/>
                    <a:pt x="3078" y="1142"/>
                    <a:pt x="2897" y="1142"/>
                  </a:cubicBezTo>
                  <a:cubicBezTo>
                    <a:pt x="2892" y="1142"/>
                    <a:pt x="2887" y="1143"/>
                    <a:pt x="2882" y="1143"/>
                  </a:cubicBezTo>
                  <a:cubicBezTo>
                    <a:pt x="2731" y="1152"/>
                    <a:pt x="2606" y="1286"/>
                    <a:pt x="2454" y="1303"/>
                  </a:cubicBezTo>
                  <a:cubicBezTo>
                    <a:pt x="2436" y="1306"/>
                    <a:pt x="2417" y="1308"/>
                    <a:pt x="2399" y="1308"/>
                  </a:cubicBezTo>
                  <a:cubicBezTo>
                    <a:pt x="2206" y="1308"/>
                    <a:pt x="2025" y="1150"/>
                    <a:pt x="1830" y="1134"/>
                  </a:cubicBezTo>
                  <a:cubicBezTo>
                    <a:pt x="1820" y="1133"/>
                    <a:pt x="1809" y="1133"/>
                    <a:pt x="1799" y="1133"/>
                  </a:cubicBezTo>
                  <a:cubicBezTo>
                    <a:pt x="1676" y="1133"/>
                    <a:pt x="1552" y="1180"/>
                    <a:pt x="1428" y="1196"/>
                  </a:cubicBezTo>
                  <a:cubicBezTo>
                    <a:pt x="1388" y="1204"/>
                    <a:pt x="1347" y="1209"/>
                    <a:pt x="1306" y="1209"/>
                  </a:cubicBezTo>
                  <a:cubicBezTo>
                    <a:pt x="1210" y="1209"/>
                    <a:pt x="1116" y="1182"/>
                    <a:pt x="1054" y="1107"/>
                  </a:cubicBezTo>
                  <a:cubicBezTo>
                    <a:pt x="955" y="982"/>
                    <a:pt x="991" y="750"/>
                    <a:pt x="848" y="679"/>
                  </a:cubicBezTo>
                  <a:cubicBezTo>
                    <a:pt x="818" y="662"/>
                    <a:pt x="784" y="656"/>
                    <a:pt x="749" y="656"/>
                  </a:cubicBezTo>
                  <a:cubicBezTo>
                    <a:pt x="694" y="656"/>
                    <a:pt x="636" y="670"/>
                    <a:pt x="581" y="670"/>
                  </a:cubicBezTo>
                  <a:cubicBezTo>
                    <a:pt x="429" y="670"/>
                    <a:pt x="286" y="581"/>
                    <a:pt x="197" y="465"/>
                  </a:cubicBezTo>
                  <a:cubicBezTo>
                    <a:pt x="117" y="715"/>
                    <a:pt x="1" y="973"/>
                    <a:pt x="81" y="1223"/>
                  </a:cubicBezTo>
                  <a:cubicBezTo>
                    <a:pt x="135" y="1375"/>
                    <a:pt x="251" y="1500"/>
                    <a:pt x="322" y="1651"/>
                  </a:cubicBezTo>
                  <a:cubicBezTo>
                    <a:pt x="456" y="1892"/>
                    <a:pt x="456" y="2187"/>
                    <a:pt x="545" y="2454"/>
                  </a:cubicBezTo>
                  <a:cubicBezTo>
                    <a:pt x="619" y="2702"/>
                    <a:pt x="824" y="2950"/>
                    <a:pt x="1073" y="2950"/>
                  </a:cubicBezTo>
                  <a:cubicBezTo>
                    <a:pt x="1093" y="2950"/>
                    <a:pt x="1113" y="2948"/>
                    <a:pt x="1134" y="2945"/>
                  </a:cubicBezTo>
                  <a:lnTo>
                    <a:pt x="5728" y="2276"/>
                  </a:lnTo>
                  <a:cubicBezTo>
                    <a:pt x="5987" y="2169"/>
                    <a:pt x="5933" y="1758"/>
                    <a:pt x="6130" y="1562"/>
                  </a:cubicBezTo>
                  <a:cubicBezTo>
                    <a:pt x="6210" y="1473"/>
                    <a:pt x="6344" y="1428"/>
                    <a:pt x="6397" y="1321"/>
                  </a:cubicBezTo>
                  <a:cubicBezTo>
                    <a:pt x="6424" y="1259"/>
                    <a:pt x="6415" y="1196"/>
                    <a:pt x="6415" y="1125"/>
                  </a:cubicBezTo>
                  <a:cubicBezTo>
                    <a:pt x="6397" y="759"/>
                    <a:pt x="6371" y="385"/>
                    <a:pt x="6219" y="46"/>
                  </a:cubicBezTo>
                  <a:cubicBezTo>
                    <a:pt x="6210" y="28"/>
                    <a:pt x="6201" y="19"/>
                    <a:pt x="62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1" name="Google Shape;1501;p41"/>
            <p:cNvSpPr/>
            <p:nvPr/>
          </p:nvSpPr>
          <p:spPr>
            <a:xfrm rot="858113">
              <a:off x="7351207" y="4312909"/>
              <a:ext cx="1236511" cy="1691540"/>
            </a:xfrm>
            <a:custGeom>
              <a:avLst/>
              <a:gdLst/>
              <a:ahLst/>
              <a:cxnLst/>
              <a:rect l="l" t="t" r="r" b="b"/>
              <a:pathLst>
                <a:path w="5924" h="8104" extrusionOk="0">
                  <a:moveTo>
                    <a:pt x="3737" y="0"/>
                  </a:moveTo>
                  <a:cubicBezTo>
                    <a:pt x="2076" y="0"/>
                    <a:pt x="254" y="730"/>
                    <a:pt x="143" y="1019"/>
                  </a:cubicBezTo>
                  <a:cubicBezTo>
                    <a:pt x="0" y="1410"/>
                    <a:pt x="3447" y="8103"/>
                    <a:pt x="3910" y="8103"/>
                  </a:cubicBezTo>
                  <a:cubicBezTo>
                    <a:pt x="3912" y="8103"/>
                    <a:pt x="3914" y="8103"/>
                    <a:pt x="3916" y="8103"/>
                  </a:cubicBezTo>
                  <a:cubicBezTo>
                    <a:pt x="4273" y="8058"/>
                    <a:pt x="5923" y="395"/>
                    <a:pt x="5370" y="333"/>
                  </a:cubicBezTo>
                  <a:cubicBezTo>
                    <a:pt x="4903" y="93"/>
                    <a:pt x="4331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2" name="Google Shape;1502;p41"/>
            <p:cNvSpPr/>
            <p:nvPr/>
          </p:nvSpPr>
          <p:spPr>
            <a:xfrm rot="858113">
              <a:off x="7548020" y="3505500"/>
              <a:ext cx="1374481" cy="601766"/>
            </a:xfrm>
            <a:custGeom>
              <a:avLst/>
              <a:gdLst/>
              <a:ahLst/>
              <a:cxnLst/>
              <a:rect l="l" t="t" r="r" b="b"/>
              <a:pathLst>
                <a:path w="6585" h="2883" extrusionOk="0">
                  <a:moveTo>
                    <a:pt x="3755" y="1"/>
                  </a:moveTo>
                  <a:cubicBezTo>
                    <a:pt x="3657" y="1"/>
                    <a:pt x="3559" y="5"/>
                    <a:pt x="3462" y="15"/>
                  </a:cubicBezTo>
                  <a:cubicBezTo>
                    <a:pt x="2668" y="86"/>
                    <a:pt x="1937" y="425"/>
                    <a:pt x="1223" y="782"/>
                  </a:cubicBezTo>
                  <a:cubicBezTo>
                    <a:pt x="741" y="1023"/>
                    <a:pt x="179" y="1388"/>
                    <a:pt x="188" y="1933"/>
                  </a:cubicBezTo>
                  <a:lnTo>
                    <a:pt x="162" y="1835"/>
                  </a:lnTo>
                  <a:cubicBezTo>
                    <a:pt x="63" y="2075"/>
                    <a:pt x="1" y="2334"/>
                    <a:pt x="10" y="2602"/>
                  </a:cubicBezTo>
                  <a:cubicBezTo>
                    <a:pt x="10" y="2700"/>
                    <a:pt x="28" y="2825"/>
                    <a:pt x="126" y="2869"/>
                  </a:cubicBezTo>
                  <a:cubicBezTo>
                    <a:pt x="146" y="2879"/>
                    <a:pt x="165" y="2883"/>
                    <a:pt x="185" y="2883"/>
                  </a:cubicBezTo>
                  <a:cubicBezTo>
                    <a:pt x="298" y="2883"/>
                    <a:pt x="404" y="2743"/>
                    <a:pt x="465" y="2628"/>
                  </a:cubicBezTo>
                  <a:cubicBezTo>
                    <a:pt x="574" y="2402"/>
                    <a:pt x="772" y="2148"/>
                    <a:pt x="999" y="2148"/>
                  </a:cubicBezTo>
                  <a:cubicBezTo>
                    <a:pt x="1032" y="2148"/>
                    <a:pt x="1065" y="2153"/>
                    <a:pt x="1098" y="2165"/>
                  </a:cubicBezTo>
                  <a:cubicBezTo>
                    <a:pt x="1063" y="2325"/>
                    <a:pt x="1045" y="2539"/>
                    <a:pt x="1196" y="2611"/>
                  </a:cubicBezTo>
                  <a:cubicBezTo>
                    <a:pt x="1224" y="2623"/>
                    <a:pt x="1250" y="2629"/>
                    <a:pt x="1275" y="2629"/>
                  </a:cubicBezTo>
                  <a:cubicBezTo>
                    <a:pt x="1447" y="2629"/>
                    <a:pt x="1574" y="2366"/>
                    <a:pt x="1714" y="2218"/>
                  </a:cubicBezTo>
                  <a:cubicBezTo>
                    <a:pt x="1814" y="2108"/>
                    <a:pt x="1960" y="2051"/>
                    <a:pt x="2104" y="2051"/>
                  </a:cubicBezTo>
                  <a:cubicBezTo>
                    <a:pt x="2217" y="2051"/>
                    <a:pt x="2329" y="2085"/>
                    <a:pt x="2419" y="2156"/>
                  </a:cubicBezTo>
                  <a:cubicBezTo>
                    <a:pt x="2490" y="2209"/>
                    <a:pt x="2552" y="2289"/>
                    <a:pt x="2633" y="2325"/>
                  </a:cubicBezTo>
                  <a:cubicBezTo>
                    <a:pt x="2671" y="2342"/>
                    <a:pt x="2708" y="2349"/>
                    <a:pt x="2745" y="2349"/>
                  </a:cubicBezTo>
                  <a:cubicBezTo>
                    <a:pt x="3054" y="2349"/>
                    <a:pt x="3315" y="1826"/>
                    <a:pt x="3632" y="1826"/>
                  </a:cubicBezTo>
                  <a:cubicBezTo>
                    <a:pt x="3664" y="1826"/>
                    <a:pt x="3697" y="1832"/>
                    <a:pt x="3730" y="1843"/>
                  </a:cubicBezTo>
                  <a:cubicBezTo>
                    <a:pt x="3908" y="1906"/>
                    <a:pt x="3989" y="2138"/>
                    <a:pt x="4176" y="2174"/>
                  </a:cubicBezTo>
                  <a:cubicBezTo>
                    <a:pt x="4195" y="2178"/>
                    <a:pt x="4213" y="2179"/>
                    <a:pt x="4231" y="2179"/>
                  </a:cubicBezTo>
                  <a:cubicBezTo>
                    <a:pt x="4459" y="2179"/>
                    <a:pt x="4660" y="1884"/>
                    <a:pt x="4867" y="1884"/>
                  </a:cubicBezTo>
                  <a:cubicBezTo>
                    <a:pt x="4898" y="1884"/>
                    <a:pt x="4930" y="1891"/>
                    <a:pt x="4961" y="1906"/>
                  </a:cubicBezTo>
                  <a:cubicBezTo>
                    <a:pt x="5086" y="1968"/>
                    <a:pt x="5139" y="2138"/>
                    <a:pt x="5273" y="2182"/>
                  </a:cubicBezTo>
                  <a:cubicBezTo>
                    <a:pt x="5293" y="2188"/>
                    <a:pt x="5312" y="2190"/>
                    <a:pt x="5331" y="2190"/>
                  </a:cubicBezTo>
                  <a:cubicBezTo>
                    <a:pt x="5410" y="2190"/>
                    <a:pt x="5489" y="2154"/>
                    <a:pt x="5568" y="2147"/>
                  </a:cubicBezTo>
                  <a:cubicBezTo>
                    <a:pt x="5574" y="2146"/>
                    <a:pt x="5581" y="2146"/>
                    <a:pt x="5587" y="2146"/>
                  </a:cubicBezTo>
                  <a:cubicBezTo>
                    <a:pt x="5757" y="2146"/>
                    <a:pt x="5904" y="2257"/>
                    <a:pt x="6067" y="2334"/>
                  </a:cubicBezTo>
                  <a:cubicBezTo>
                    <a:pt x="6132" y="2363"/>
                    <a:pt x="6207" y="2380"/>
                    <a:pt x="6279" y="2380"/>
                  </a:cubicBezTo>
                  <a:cubicBezTo>
                    <a:pt x="6388" y="2380"/>
                    <a:pt x="6488" y="2341"/>
                    <a:pt x="6531" y="2245"/>
                  </a:cubicBezTo>
                  <a:cubicBezTo>
                    <a:pt x="6585" y="2138"/>
                    <a:pt x="6531" y="2013"/>
                    <a:pt x="6478" y="1906"/>
                  </a:cubicBezTo>
                  <a:cubicBezTo>
                    <a:pt x="6326" y="1585"/>
                    <a:pt x="6174" y="1272"/>
                    <a:pt x="5960" y="996"/>
                  </a:cubicBezTo>
                  <a:cubicBezTo>
                    <a:pt x="5441" y="341"/>
                    <a:pt x="4593" y="1"/>
                    <a:pt x="37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3" name="Google Shape;1503;p41"/>
            <p:cNvSpPr/>
            <p:nvPr/>
          </p:nvSpPr>
          <p:spPr>
            <a:xfrm rot="858113">
              <a:off x="7561630" y="4407589"/>
              <a:ext cx="391367" cy="150911"/>
            </a:xfrm>
            <a:custGeom>
              <a:avLst/>
              <a:gdLst/>
              <a:ahLst/>
              <a:cxnLst/>
              <a:rect l="l" t="t" r="r" b="b"/>
              <a:pathLst>
                <a:path w="1875" h="723" extrusionOk="0">
                  <a:moveTo>
                    <a:pt x="1874" y="0"/>
                  </a:moveTo>
                  <a:lnTo>
                    <a:pt x="1874" y="0"/>
                  </a:lnTo>
                  <a:cubicBezTo>
                    <a:pt x="1669" y="36"/>
                    <a:pt x="1446" y="54"/>
                    <a:pt x="1241" y="107"/>
                  </a:cubicBezTo>
                  <a:cubicBezTo>
                    <a:pt x="812" y="223"/>
                    <a:pt x="375" y="375"/>
                    <a:pt x="1" y="625"/>
                  </a:cubicBezTo>
                  <a:cubicBezTo>
                    <a:pt x="10" y="652"/>
                    <a:pt x="27" y="687"/>
                    <a:pt x="36" y="714"/>
                  </a:cubicBezTo>
                  <a:cubicBezTo>
                    <a:pt x="54" y="723"/>
                    <a:pt x="72" y="723"/>
                    <a:pt x="81" y="723"/>
                  </a:cubicBezTo>
                  <a:cubicBezTo>
                    <a:pt x="143" y="696"/>
                    <a:pt x="206" y="661"/>
                    <a:pt x="259" y="625"/>
                  </a:cubicBezTo>
                  <a:cubicBezTo>
                    <a:pt x="358" y="571"/>
                    <a:pt x="447" y="509"/>
                    <a:pt x="545" y="473"/>
                  </a:cubicBezTo>
                  <a:cubicBezTo>
                    <a:pt x="598" y="446"/>
                    <a:pt x="652" y="429"/>
                    <a:pt x="705" y="411"/>
                  </a:cubicBezTo>
                  <a:cubicBezTo>
                    <a:pt x="714" y="402"/>
                    <a:pt x="714" y="393"/>
                    <a:pt x="723" y="375"/>
                  </a:cubicBezTo>
                  <a:cubicBezTo>
                    <a:pt x="732" y="357"/>
                    <a:pt x="750" y="330"/>
                    <a:pt x="768" y="313"/>
                  </a:cubicBezTo>
                  <a:cubicBezTo>
                    <a:pt x="768" y="304"/>
                    <a:pt x="795" y="304"/>
                    <a:pt x="812" y="295"/>
                  </a:cubicBezTo>
                  <a:cubicBezTo>
                    <a:pt x="839" y="322"/>
                    <a:pt x="857" y="339"/>
                    <a:pt x="866" y="357"/>
                  </a:cubicBezTo>
                  <a:cubicBezTo>
                    <a:pt x="982" y="322"/>
                    <a:pt x="1089" y="295"/>
                    <a:pt x="1196" y="259"/>
                  </a:cubicBezTo>
                  <a:cubicBezTo>
                    <a:pt x="1383" y="214"/>
                    <a:pt x="1571" y="170"/>
                    <a:pt x="1758" y="134"/>
                  </a:cubicBezTo>
                  <a:cubicBezTo>
                    <a:pt x="1785" y="98"/>
                    <a:pt x="1812" y="63"/>
                    <a:pt x="1838" y="27"/>
                  </a:cubicBezTo>
                  <a:cubicBezTo>
                    <a:pt x="1847" y="18"/>
                    <a:pt x="1865" y="9"/>
                    <a:pt x="18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4" name="Google Shape;1504;p41"/>
            <p:cNvSpPr/>
            <p:nvPr/>
          </p:nvSpPr>
          <p:spPr>
            <a:xfrm rot="858113">
              <a:off x="7970268" y="4501657"/>
              <a:ext cx="691102" cy="66167"/>
            </a:xfrm>
            <a:custGeom>
              <a:avLst/>
              <a:gdLst/>
              <a:ahLst/>
              <a:cxnLst/>
              <a:rect l="l" t="t" r="r" b="b"/>
              <a:pathLst>
                <a:path w="3311" h="317" extrusionOk="0">
                  <a:moveTo>
                    <a:pt x="2336" y="1"/>
                  </a:moveTo>
                  <a:cubicBezTo>
                    <a:pt x="2157" y="1"/>
                    <a:pt x="1979" y="5"/>
                    <a:pt x="1803" y="13"/>
                  </a:cubicBezTo>
                  <a:cubicBezTo>
                    <a:pt x="1553" y="22"/>
                    <a:pt x="1312" y="58"/>
                    <a:pt x="1062" y="76"/>
                  </a:cubicBezTo>
                  <a:cubicBezTo>
                    <a:pt x="705" y="102"/>
                    <a:pt x="348" y="147"/>
                    <a:pt x="1" y="209"/>
                  </a:cubicBezTo>
                  <a:cubicBezTo>
                    <a:pt x="27" y="254"/>
                    <a:pt x="36" y="290"/>
                    <a:pt x="45" y="316"/>
                  </a:cubicBezTo>
                  <a:cubicBezTo>
                    <a:pt x="81" y="308"/>
                    <a:pt x="117" y="308"/>
                    <a:pt x="143" y="299"/>
                  </a:cubicBezTo>
                  <a:cubicBezTo>
                    <a:pt x="176" y="238"/>
                    <a:pt x="213" y="218"/>
                    <a:pt x="246" y="218"/>
                  </a:cubicBezTo>
                  <a:cubicBezTo>
                    <a:pt x="267" y="218"/>
                    <a:pt x="287" y="226"/>
                    <a:pt x="304" y="236"/>
                  </a:cubicBezTo>
                  <a:cubicBezTo>
                    <a:pt x="331" y="254"/>
                    <a:pt x="357" y="263"/>
                    <a:pt x="384" y="272"/>
                  </a:cubicBezTo>
                  <a:cubicBezTo>
                    <a:pt x="491" y="263"/>
                    <a:pt x="589" y="245"/>
                    <a:pt x="696" y="236"/>
                  </a:cubicBezTo>
                  <a:cubicBezTo>
                    <a:pt x="982" y="201"/>
                    <a:pt x="1267" y="156"/>
                    <a:pt x="1562" y="138"/>
                  </a:cubicBezTo>
                  <a:cubicBezTo>
                    <a:pt x="1597" y="138"/>
                    <a:pt x="1627" y="149"/>
                    <a:pt x="1661" y="149"/>
                  </a:cubicBezTo>
                  <a:cubicBezTo>
                    <a:pt x="1669" y="149"/>
                    <a:pt x="1678" y="149"/>
                    <a:pt x="1687" y="147"/>
                  </a:cubicBezTo>
                  <a:cubicBezTo>
                    <a:pt x="1749" y="147"/>
                    <a:pt x="1803" y="147"/>
                    <a:pt x="1856" y="138"/>
                  </a:cubicBezTo>
                  <a:cubicBezTo>
                    <a:pt x="1856" y="138"/>
                    <a:pt x="1865" y="129"/>
                    <a:pt x="1865" y="129"/>
                  </a:cubicBezTo>
                  <a:cubicBezTo>
                    <a:pt x="1892" y="102"/>
                    <a:pt x="1919" y="76"/>
                    <a:pt x="1963" y="40"/>
                  </a:cubicBezTo>
                  <a:cubicBezTo>
                    <a:pt x="1990" y="76"/>
                    <a:pt x="1999" y="102"/>
                    <a:pt x="2008" y="129"/>
                  </a:cubicBezTo>
                  <a:cubicBezTo>
                    <a:pt x="2124" y="129"/>
                    <a:pt x="2249" y="120"/>
                    <a:pt x="2365" y="120"/>
                  </a:cubicBezTo>
                  <a:cubicBezTo>
                    <a:pt x="2463" y="120"/>
                    <a:pt x="2552" y="147"/>
                    <a:pt x="2650" y="147"/>
                  </a:cubicBezTo>
                  <a:lnTo>
                    <a:pt x="2891" y="147"/>
                  </a:lnTo>
                  <a:cubicBezTo>
                    <a:pt x="2900" y="147"/>
                    <a:pt x="2900" y="138"/>
                    <a:pt x="2909" y="129"/>
                  </a:cubicBezTo>
                  <a:cubicBezTo>
                    <a:pt x="2918" y="138"/>
                    <a:pt x="2918" y="147"/>
                    <a:pt x="2918" y="147"/>
                  </a:cubicBezTo>
                  <a:cubicBezTo>
                    <a:pt x="3016" y="147"/>
                    <a:pt x="3105" y="156"/>
                    <a:pt x="3194" y="165"/>
                  </a:cubicBezTo>
                  <a:cubicBezTo>
                    <a:pt x="3239" y="165"/>
                    <a:pt x="3275" y="174"/>
                    <a:pt x="3310" y="174"/>
                  </a:cubicBezTo>
                  <a:cubicBezTo>
                    <a:pt x="3310" y="129"/>
                    <a:pt x="3310" y="85"/>
                    <a:pt x="3310" y="49"/>
                  </a:cubicBezTo>
                  <a:cubicBezTo>
                    <a:pt x="3203" y="40"/>
                    <a:pt x="3096" y="22"/>
                    <a:pt x="2998" y="22"/>
                  </a:cubicBezTo>
                  <a:cubicBezTo>
                    <a:pt x="2777" y="7"/>
                    <a:pt x="2556" y="1"/>
                    <a:pt x="23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5" name="Google Shape;1505;p41"/>
            <p:cNvSpPr/>
            <p:nvPr/>
          </p:nvSpPr>
          <p:spPr>
            <a:xfrm rot="858113">
              <a:off x="7660517" y="4456825"/>
              <a:ext cx="89545" cy="98938"/>
            </a:xfrm>
            <a:custGeom>
              <a:avLst/>
              <a:gdLst/>
              <a:ahLst/>
              <a:cxnLst/>
              <a:rect l="l" t="t" r="r" b="b"/>
              <a:pathLst>
                <a:path w="429" h="474" extrusionOk="0">
                  <a:moveTo>
                    <a:pt x="303" y="1"/>
                  </a:moveTo>
                  <a:cubicBezTo>
                    <a:pt x="286" y="10"/>
                    <a:pt x="259" y="10"/>
                    <a:pt x="259" y="19"/>
                  </a:cubicBezTo>
                  <a:cubicBezTo>
                    <a:pt x="241" y="36"/>
                    <a:pt x="223" y="63"/>
                    <a:pt x="214" y="81"/>
                  </a:cubicBezTo>
                  <a:cubicBezTo>
                    <a:pt x="205" y="99"/>
                    <a:pt x="205" y="108"/>
                    <a:pt x="196" y="117"/>
                  </a:cubicBezTo>
                  <a:cubicBezTo>
                    <a:pt x="170" y="161"/>
                    <a:pt x="143" y="206"/>
                    <a:pt x="116" y="251"/>
                  </a:cubicBezTo>
                  <a:cubicBezTo>
                    <a:pt x="98" y="295"/>
                    <a:pt x="98" y="340"/>
                    <a:pt x="72" y="375"/>
                  </a:cubicBezTo>
                  <a:cubicBezTo>
                    <a:pt x="54" y="411"/>
                    <a:pt x="27" y="438"/>
                    <a:pt x="0" y="465"/>
                  </a:cubicBezTo>
                  <a:cubicBezTo>
                    <a:pt x="54" y="465"/>
                    <a:pt x="107" y="474"/>
                    <a:pt x="152" y="474"/>
                  </a:cubicBezTo>
                  <a:cubicBezTo>
                    <a:pt x="196" y="402"/>
                    <a:pt x="241" y="331"/>
                    <a:pt x="268" y="242"/>
                  </a:cubicBezTo>
                  <a:cubicBezTo>
                    <a:pt x="286" y="206"/>
                    <a:pt x="312" y="170"/>
                    <a:pt x="375" y="161"/>
                  </a:cubicBezTo>
                  <a:cubicBezTo>
                    <a:pt x="411" y="161"/>
                    <a:pt x="428" y="143"/>
                    <a:pt x="357" y="63"/>
                  </a:cubicBezTo>
                  <a:cubicBezTo>
                    <a:pt x="348" y="45"/>
                    <a:pt x="330" y="28"/>
                    <a:pt x="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6" name="Google Shape;1506;p41"/>
            <p:cNvSpPr/>
            <p:nvPr/>
          </p:nvSpPr>
          <p:spPr>
            <a:xfrm rot="858113">
              <a:off x="7824612" y="4438194"/>
              <a:ext cx="147154" cy="182638"/>
            </a:xfrm>
            <a:custGeom>
              <a:avLst/>
              <a:gdLst/>
              <a:ahLst/>
              <a:cxnLst/>
              <a:rect l="l" t="t" r="r" b="b"/>
              <a:pathLst>
                <a:path w="705" h="875" extrusionOk="0">
                  <a:moveTo>
                    <a:pt x="634" y="1"/>
                  </a:moveTo>
                  <a:cubicBezTo>
                    <a:pt x="616" y="10"/>
                    <a:pt x="598" y="18"/>
                    <a:pt x="580" y="27"/>
                  </a:cubicBezTo>
                  <a:cubicBezTo>
                    <a:pt x="571" y="36"/>
                    <a:pt x="553" y="45"/>
                    <a:pt x="544" y="54"/>
                  </a:cubicBezTo>
                  <a:cubicBezTo>
                    <a:pt x="518" y="90"/>
                    <a:pt x="491" y="125"/>
                    <a:pt x="464" y="161"/>
                  </a:cubicBezTo>
                  <a:cubicBezTo>
                    <a:pt x="455" y="170"/>
                    <a:pt x="446" y="179"/>
                    <a:pt x="446" y="188"/>
                  </a:cubicBezTo>
                  <a:cubicBezTo>
                    <a:pt x="357" y="304"/>
                    <a:pt x="277" y="420"/>
                    <a:pt x="196" y="545"/>
                  </a:cubicBezTo>
                  <a:cubicBezTo>
                    <a:pt x="152" y="625"/>
                    <a:pt x="107" y="714"/>
                    <a:pt x="54" y="795"/>
                  </a:cubicBezTo>
                  <a:lnTo>
                    <a:pt x="0" y="857"/>
                  </a:lnTo>
                  <a:cubicBezTo>
                    <a:pt x="54" y="866"/>
                    <a:pt x="98" y="875"/>
                    <a:pt x="143" y="875"/>
                  </a:cubicBezTo>
                  <a:cubicBezTo>
                    <a:pt x="241" y="741"/>
                    <a:pt x="339" y="598"/>
                    <a:pt x="428" y="447"/>
                  </a:cubicBezTo>
                  <a:cubicBezTo>
                    <a:pt x="473" y="366"/>
                    <a:pt x="535" y="295"/>
                    <a:pt x="625" y="250"/>
                  </a:cubicBezTo>
                  <a:cubicBezTo>
                    <a:pt x="669" y="233"/>
                    <a:pt x="705" y="197"/>
                    <a:pt x="687" y="125"/>
                  </a:cubicBezTo>
                  <a:cubicBezTo>
                    <a:pt x="678" y="99"/>
                    <a:pt x="669" y="63"/>
                    <a:pt x="643" y="18"/>
                  </a:cubicBezTo>
                  <a:cubicBezTo>
                    <a:pt x="634" y="10"/>
                    <a:pt x="634" y="10"/>
                    <a:pt x="6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7" name="Google Shape;1507;p41"/>
            <p:cNvSpPr/>
            <p:nvPr/>
          </p:nvSpPr>
          <p:spPr>
            <a:xfrm rot="858113">
              <a:off x="7618530" y="4598412"/>
              <a:ext cx="169697" cy="214365"/>
            </a:xfrm>
            <a:custGeom>
              <a:avLst/>
              <a:gdLst/>
              <a:ahLst/>
              <a:cxnLst/>
              <a:rect l="l" t="t" r="r" b="b"/>
              <a:pathLst>
                <a:path w="813" h="1027" extrusionOk="0">
                  <a:moveTo>
                    <a:pt x="670" y="1"/>
                  </a:moveTo>
                  <a:lnTo>
                    <a:pt x="447" y="295"/>
                  </a:lnTo>
                  <a:cubicBezTo>
                    <a:pt x="313" y="465"/>
                    <a:pt x="188" y="643"/>
                    <a:pt x="63" y="822"/>
                  </a:cubicBezTo>
                  <a:cubicBezTo>
                    <a:pt x="45" y="857"/>
                    <a:pt x="19" y="884"/>
                    <a:pt x="1" y="920"/>
                  </a:cubicBezTo>
                  <a:cubicBezTo>
                    <a:pt x="10" y="956"/>
                    <a:pt x="28" y="991"/>
                    <a:pt x="45" y="1027"/>
                  </a:cubicBezTo>
                  <a:lnTo>
                    <a:pt x="63" y="1027"/>
                  </a:lnTo>
                  <a:cubicBezTo>
                    <a:pt x="99" y="973"/>
                    <a:pt x="126" y="929"/>
                    <a:pt x="161" y="884"/>
                  </a:cubicBezTo>
                  <a:cubicBezTo>
                    <a:pt x="268" y="724"/>
                    <a:pt x="402" y="581"/>
                    <a:pt x="509" y="429"/>
                  </a:cubicBezTo>
                  <a:cubicBezTo>
                    <a:pt x="607" y="286"/>
                    <a:pt x="715" y="153"/>
                    <a:pt x="813" y="19"/>
                  </a:cubicBezTo>
                  <a:cubicBezTo>
                    <a:pt x="759" y="10"/>
                    <a:pt x="715" y="1"/>
                    <a:pt x="6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8" name="Google Shape;1508;p41"/>
            <p:cNvSpPr/>
            <p:nvPr/>
          </p:nvSpPr>
          <p:spPr>
            <a:xfrm rot="858113">
              <a:off x="8131874" y="4506464"/>
              <a:ext cx="28178" cy="16907"/>
            </a:xfrm>
            <a:custGeom>
              <a:avLst/>
              <a:gdLst/>
              <a:ahLst/>
              <a:cxnLst/>
              <a:rect l="l" t="t" r="r" b="b"/>
              <a:pathLst>
                <a:path w="135" h="81" extrusionOk="0">
                  <a:moveTo>
                    <a:pt x="90" y="0"/>
                  </a:moveTo>
                  <a:cubicBezTo>
                    <a:pt x="45" y="36"/>
                    <a:pt x="19" y="45"/>
                    <a:pt x="1" y="72"/>
                  </a:cubicBezTo>
                  <a:cubicBezTo>
                    <a:pt x="45" y="72"/>
                    <a:pt x="90" y="81"/>
                    <a:pt x="134" y="81"/>
                  </a:cubicBezTo>
                  <a:cubicBezTo>
                    <a:pt x="126" y="63"/>
                    <a:pt x="108" y="36"/>
                    <a:pt x="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9" name="Google Shape;1509;p41"/>
            <p:cNvSpPr/>
            <p:nvPr/>
          </p:nvSpPr>
          <p:spPr>
            <a:xfrm rot="858113">
              <a:off x="7990846" y="4531796"/>
              <a:ext cx="143606" cy="167818"/>
            </a:xfrm>
            <a:custGeom>
              <a:avLst/>
              <a:gdLst/>
              <a:ahLst/>
              <a:cxnLst/>
              <a:rect l="l" t="t" r="r" b="b"/>
              <a:pathLst>
                <a:path w="688" h="804" extrusionOk="0">
                  <a:moveTo>
                    <a:pt x="455" y="0"/>
                  </a:moveTo>
                  <a:cubicBezTo>
                    <a:pt x="447" y="9"/>
                    <a:pt x="447" y="27"/>
                    <a:pt x="438" y="36"/>
                  </a:cubicBezTo>
                  <a:cubicBezTo>
                    <a:pt x="348" y="179"/>
                    <a:pt x="259" y="313"/>
                    <a:pt x="179" y="455"/>
                  </a:cubicBezTo>
                  <a:cubicBezTo>
                    <a:pt x="125" y="554"/>
                    <a:pt x="81" y="661"/>
                    <a:pt x="18" y="750"/>
                  </a:cubicBezTo>
                  <a:lnTo>
                    <a:pt x="0" y="777"/>
                  </a:lnTo>
                  <a:cubicBezTo>
                    <a:pt x="45" y="786"/>
                    <a:pt x="81" y="794"/>
                    <a:pt x="125" y="803"/>
                  </a:cubicBezTo>
                  <a:cubicBezTo>
                    <a:pt x="232" y="643"/>
                    <a:pt x="322" y="482"/>
                    <a:pt x="411" y="313"/>
                  </a:cubicBezTo>
                  <a:cubicBezTo>
                    <a:pt x="464" y="223"/>
                    <a:pt x="527" y="134"/>
                    <a:pt x="625" y="72"/>
                  </a:cubicBezTo>
                  <a:cubicBezTo>
                    <a:pt x="652" y="54"/>
                    <a:pt x="678" y="36"/>
                    <a:pt x="687" y="9"/>
                  </a:cubicBezTo>
                  <a:cubicBezTo>
                    <a:pt x="634" y="9"/>
                    <a:pt x="580" y="9"/>
                    <a:pt x="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0" name="Google Shape;1510;p41"/>
            <p:cNvSpPr/>
            <p:nvPr/>
          </p:nvSpPr>
          <p:spPr>
            <a:xfrm rot="858113">
              <a:off x="7653187" y="4866736"/>
              <a:ext cx="102695" cy="151120"/>
            </a:xfrm>
            <a:custGeom>
              <a:avLst/>
              <a:gdLst/>
              <a:ahLst/>
              <a:cxnLst/>
              <a:rect l="l" t="t" r="r" b="b"/>
              <a:pathLst>
                <a:path w="492" h="724" extrusionOk="0">
                  <a:moveTo>
                    <a:pt x="376" y="1"/>
                  </a:moveTo>
                  <a:cubicBezTo>
                    <a:pt x="251" y="188"/>
                    <a:pt x="126" y="376"/>
                    <a:pt x="10" y="581"/>
                  </a:cubicBezTo>
                  <a:cubicBezTo>
                    <a:pt x="1" y="581"/>
                    <a:pt x="1" y="590"/>
                    <a:pt x="1" y="599"/>
                  </a:cubicBezTo>
                  <a:cubicBezTo>
                    <a:pt x="19" y="634"/>
                    <a:pt x="46" y="679"/>
                    <a:pt x="63" y="724"/>
                  </a:cubicBezTo>
                  <a:cubicBezTo>
                    <a:pt x="206" y="492"/>
                    <a:pt x="349" y="251"/>
                    <a:pt x="492" y="28"/>
                  </a:cubicBezTo>
                  <a:cubicBezTo>
                    <a:pt x="492" y="19"/>
                    <a:pt x="492" y="19"/>
                    <a:pt x="492" y="19"/>
                  </a:cubicBezTo>
                  <a:cubicBezTo>
                    <a:pt x="456" y="10"/>
                    <a:pt x="420" y="1"/>
                    <a:pt x="3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1" name="Google Shape;1511;p41"/>
            <p:cNvSpPr/>
            <p:nvPr/>
          </p:nvSpPr>
          <p:spPr>
            <a:xfrm rot="858113">
              <a:off x="7793506" y="4676648"/>
              <a:ext cx="162391" cy="206850"/>
            </a:xfrm>
            <a:custGeom>
              <a:avLst/>
              <a:gdLst/>
              <a:ahLst/>
              <a:cxnLst/>
              <a:rect l="l" t="t" r="r" b="b"/>
              <a:pathLst>
                <a:path w="778" h="991" extrusionOk="0">
                  <a:moveTo>
                    <a:pt x="643" y="1"/>
                  </a:moveTo>
                  <a:lnTo>
                    <a:pt x="358" y="429"/>
                  </a:lnTo>
                  <a:lnTo>
                    <a:pt x="1" y="964"/>
                  </a:lnTo>
                  <a:cubicBezTo>
                    <a:pt x="45" y="973"/>
                    <a:pt x="81" y="982"/>
                    <a:pt x="126" y="991"/>
                  </a:cubicBezTo>
                  <a:cubicBezTo>
                    <a:pt x="224" y="848"/>
                    <a:pt x="331" y="714"/>
                    <a:pt x="420" y="572"/>
                  </a:cubicBezTo>
                  <a:cubicBezTo>
                    <a:pt x="536" y="393"/>
                    <a:pt x="661" y="215"/>
                    <a:pt x="777" y="36"/>
                  </a:cubicBezTo>
                  <a:cubicBezTo>
                    <a:pt x="750" y="27"/>
                    <a:pt x="732" y="18"/>
                    <a:pt x="706" y="18"/>
                  </a:cubicBezTo>
                  <a:cubicBezTo>
                    <a:pt x="688" y="9"/>
                    <a:pt x="661" y="9"/>
                    <a:pt x="6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2" name="Google Shape;1512;p41"/>
            <p:cNvSpPr/>
            <p:nvPr/>
          </p:nvSpPr>
          <p:spPr>
            <a:xfrm rot="858113">
              <a:off x="8303648" y="4518444"/>
              <a:ext cx="85788" cy="100816"/>
            </a:xfrm>
            <a:custGeom>
              <a:avLst/>
              <a:gdLst/>
              <a:ahLst/>
              <a:cxnLst/>
              <a:rect l="l" t="t" r="r" b="b"/>
              <a:pathLst>
                <a:path w="411" h="483" extrusionOk="0">
                  <a:moveTo>
                    <a:pt x="330" y="1"/>
                  </a:moveTo>
                  <a:cubicBezTo>
                    <a:pt x="286" y="37"/>
                    <a:pt x="259" y="63"/>
                    <a:pt x="232" y="90"/>
                  </a:cubicBezTo>
                  <a:cubicBezTo>
                    <a:pt x="232" y="90"/>
                    <a:pt x="223" y="99"/>
                    <a:pt x="223" y="99"/>
                  </a:cubicBezTo>
                  <a:cubicBezTo>
                    <a:pt x="179" y="162"/>
                    <a:pt x="134" y="224"/>
                    <a:pt x="98" y="295"/>
                  </a:cubicBezTo>
                  <a:cubicBezTo>
                    <a:pt x="63" y="340"/>
                    <a:pt x="36" y="393"/>
                    <a:pt x="0" y="438"/>
                  </a:cubicBezTo>
                  <a:cubicBezTo>
                    <a:pt x="9" y="438"/>
                    <a:pt x="27" y="447"/>
                    <a:pt x="36" y="447"/>
                  </a:cubicBezTo>
                  <a:cubicBezTo>
                    <a:pt x="63" y="456"/>
                    <a:pt x="98" y="474"/>
                    <a:pt x="125" y="483"/>
                  </a:cubicBezTo>
                  <a:cubicBezTo>
                    <a:pt x="179" y="420"/>
                    <a:pt x="232" y="367"/>
                    <a:pt x="294" y="322"/>
                  </a:cubicBezTo>
                  <a:cubicBezTo>
                    <a:pt x="357" y="277"/>
                    <a:pt x="410" y="215"/>
                    <a:pt x="375" y="90"/>
                  </a:cubicBezTo>
                  <a:cubicBezTo>
                    <a:pt x="366" y="63"/>
                    <a:pt x="357" y="37"/>
                    <a:pt x="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3" name="Google Shape;1513;p41"/>
            <p:cNvSpPr/>
            <p:nvPr/>
          </p:nvSpPr>
          <p:spPr>
            <a:xfrm rot="858113">
              <a:off x="8141396" y="4604375"/>
              <a:ext cx="137970" cy="182638"/>
            </a:xfrm>
            <a:custGeom>
              <a:avLst/>
              <a:gdLst/>
              <a:ahLst/>
              <a:cxnLst/>
              <a:rect l="l" t="t" r="r" b="b"/>
              <a:pathLst>
                <a:path w="661" h="875" extrusionOk="0">
                  <a:moveTo>
                    <a:pt x="536" y="0"/>
                  </a:moveTo>
                  <a:cubicBezTo>
                    <a:pt x="482" y="80"/>
                    <a:pt x="429" y="161"/>
                    <a:pt x="375" y="241"/>
                  </a:cubicBezTo>
                  <a:cubicBezTo>
                    <a:pt x="304" y="357"/>
                    <a:pt x="250" y="482"/>
                    <a:pt x="170" y="598"/>
                  </a:cubicBezTo>
                  <a:lnTo>
                    <a:pt x="0" y="839"/>
                  </a:lnTo>
                  <a:cubicBezTo>
                    <a:pt x="45" y="848"/>
                    <a:pt x="90" y="865"/>
                    <a:pt x="134" y="874"/>
                  </a:cubicBezTo>
                  <a:cubicBezTo>
                    <a:pt x="313" y="607"/>
                    <a:pt x="482" y="339"/>
                    <a:pt x="643" y="62"/>
                  </a:cubicBezTo>
                  <a:cubicBezTo>
                    <a:pt x="652" y="54"/>
                    <a:pt x="652" y="54"/>
                    <a:pt x="661" y="45"/>
                  </a:cubicBezTo>
                  <a:cubicBezTo>
                    <a:pt x="616" y="27"/>
                    <a:pt x="580" y="18"/>
                    <a:pt x="5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4" name="Google Shape;1514;p41"/>
            <p:cNvSpPr/>
            <p:nvPr/>
          </p:nvSpPr>
          <p:spPr>
            <a:xfrm rot="858113">
              <a:off x="7683902" y="5138087"/>
              <a:ext cx="41120" cy="54270"/>
            </a:xfrm>
            <a:custGeom>
              <a:avLst/>
              <a:gdLst/>
              <a:ahLst/>
              <a:cxnLst/>
              <a:rect l="l" t="t" r="r" b="b"/>
              <a:pathLst>
                <a:path w="197" h="260" extrusionOk="0">
                  <a:moveTo>
                    <a:pt x="81" y="1"/>
                  </a:moveTo>
                  <a:cubicBezTo>
                    <a:pt x="54" y="45"/>
                    <a:pt x="27" y="90"/>
                    <a:pt x="0" y="143"/>
                  </a:cubicBezTo>
                  <a:cubicBezTo>
                    <a:pt x="18" y="179"/>
                    <a:pt x="36" y="215"/>
                    <a:pt x="63" y="259"/>
                  </a:cubicBezTo>
                  <a:cubicBezTo>
                    <a:pt x="81" y="224"/>
                    <a:pt x="98" y="197"/>
                    <a:pt x="116" y="161"/>
                  </a:cubicBezTo>
                  <a:cubicBezTo>
                    <a:pt x="143" y="117"/>
                    <a:pt x="170" y="72"/>
                    <a:pt x="197" y="36"/>
                  </a:cubicBezTo>
                  <a:cubicBezTo>
                    <a:pt x="161" y="27"/>
                    <a:pt x="134" y="19"/>
                    <a:pt x="107" y="10"/>
                  </a:cubicBezTo>
                  <a:cubicBezTo>
                    <a:pt x="98" y="10"/>
                    <a:pt x="89" y="1"/>
                    <a:pt x="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5" name="Google Shape;1515;p41"/>
            <p:cNvSpPr/>
            <p:nvPr/>
          </p:nvSpPr>
          <p:spPr>
            <a:xfrm rot="858113">
              <a:off x="7943272" y="4759229"/>
              <a:ext cx="164061" cy="208729"/>
            </a:xfrm>
            <a:custGeom>
              <a:avLst/>
              <a:gdLst/>
              <a:ahLst/>
              <a:cxnLst/>
              <a:rect l="l" t="t" r="r" b="b"/>
              <a:pathLst>
                <a:path w="786" h="1000" extrusionOk="0">
                  <a:moveTo>
                    <a:pt x="661" y="1"/>
                  </a:moveTo>
                  <a:lnTo>
                    <a:pt x="411" y="349"/>
                  </a:lnTo>
                  <a:lnTo>
                    <a:pt x="1" y="955"/>
                  </a:lnTo>
                  <a:cubicBezTo>
                    <a:pt x="37" y="973"/>
                    <a:pt x="81" y="982"/>
                    <a:pt x="117" y="1000"/>
                  </a:cubicBezTo>
                  <a:cubicBezTo>
                    <a:pt x="233" y="830"/>
                    <a:pt x="358" y="670"/>
                    <a:pt x="474" y="509"/>
                  </a:cubicBezTo>
                  <a:cubicBezTo>
                    <a:pt x="572" y="349"/>
                    <a:pt x="679" y="197"/>
                    <a:pt x="786" y="36"/>
                  </a:cubicBezTo>
                  <a:cubicBezTo>
                    <a:pt x="741" y="28"/>
                    <a:pt x="697" y="10"/>
                    <a:pt x="6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6" name="Google Shape;1516;p41"/>
            <p:cNvSpPr/>
            <p:nvPr/>
          </p:nvSpPr>
          <p:spPr>
            <a:xfrm rot="858113">
              <a:off x="7749500" y="4939089"/>
              <a:ext cx="152998" cy="206850"/>
            </a:xfrm>
            <a:custGeom>
              <a:avLst/>
              <a:gdLst/>
              <a:ahLst/>
              <a:cxnLst/>
              <a:rect l="l" t="t" r="r" b="b"/>
              <a:pathLst>
                <a:path w="733" h="991" extrusionOk="0">
                  <a:moveTo>
                    <a:pt x="616" y="0"/>
                  </a:moveTo>
                  <a:lnTo>
                    <a:pt x="590" y="36"/>
                  </a:lnTo>
                  <a:cubicBezTo>
                    <a:pt x="429" y="277"/>
                    <a:pt x="260" y="527"/>
                    <a:pt x="99" y="776"/>
                  </a:cubicBezTo>
                  <a:cubicBezTo>
                    <a:pt x="63" y="839"/>
                    <a:pt x="37" y="901"/>
                    <a:pt x="1" y="964"/>
                  </a:cubicBezTo>
                  <a:cubicBezTo>
                    <a:pt x="28" y="973"/>
                    <a:pt x="63" y="982"/>
                    <a:pt x="90" y="990"/>
                  </a:cubicBezTo>
                  <a:lnTo>
                    <a:pt x="117" y="990"/>
                  </a:lnTo>
                  <a:cubicBezTo>
                    <a:pt x="295" y="687"/>
                    <a:pt x="492" y="393"/>
                    <a:pt x="679" y="89"/>
                  </a:cubicBezTo>
                  <a:cubicBezTo>
                    <a:pt x="697" y="72"/>
                    <a:pt x="715" y="54"/>
                    <a:pt x="732" y="27"/>
                  </a:cubicBezTo>
                  <a:cubicBezTo>
                    <a:pt x="688" y="18"/>
                    <a:pt x="652" y="9"/>
                    <a:pt x="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7" name="Google Shape;1517;p41"/>
            <p:cNvSpPr/>
            <p:nvPr/>
          </p:nvSpPr>
          <p:spPr>
            <a:xfrm rot="858113">
              <a:off x="8439481" y="4627980"/>
              <a:ext cx="100816" cy="98938"/>
            </a:xfrm>
            <a:custGeom>
              <a:avLst/>
              <a:gdLst/>
              <a:ahLst/>
              <a:cxnLst/>
              <a:rect l="l" t="t" r="r" b="b"/>
              <a:pathLst>
                <a:path w="483" h="474" extrusionOk="0">
                  <a:moveTo>
                    <a:pt x="295" y="1"/>
                  </a:moveTo>
                  <a:cubicBezTo>
                    <a:pt x="277" y="28"/>
                    <a:pt x="259" y="54"/>
                    <a:pt x="241" y="72"/>
                  </a:cubicBezTo>
                  <a:cubicBezTo>
                    <a:pt x="152" y="188"/>
                    <a:pt x="81" y="304"/>
                    <a:pt x="0" y="420"/>
                  </a:cubicBezTo>
                  <a:cubicBezTo>
                    <a:pt x="36" y="438"/>
                    <a:pt x="81" y="456"/>
                    <a:pt x="116" y="474"/>
                  </a:cubicBezTo>
                  <a:cubicBezTo>
                    <a:pt x="125" y="456"/>
                    <a:pt x="134" y="447"/>
                    <a:pt x="143" y="438"/>
                  </a:cubicBezTo>
                  <a:cubicBezTo>
                    <a:pt x="223" y="304"/>
                    <a:pt x="313" y="188"/>
                    <a:pt x="446" y="99"/>
                  </a:cubicBezTo>
                  <a:cubicBezTo>
                    <a:pt x="455" y="90"/>
                    <a:pt x="473" y="81"/>
                    <a:pt x="482" y="72"/>
                  </a:cubicBezTo>
                  <a:cubicBezTo>
                    <a:pt x="455" y="72"/>
                    <a:pt x="429" y="63"/>
                    <a:pt x="411" y="54"/>
                  </a:cubicBezTo>
                  <a:cubicBezTo>
                    <a:pt x="366" y="46"/>
                    <a:pt x="330" y="28"/>
                    <a:pt x="2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8" name="Google Shape;1518;p41"/>
            <p:cNvSpPr/>
            <p:nvPr/>
          </p:nvSpPr>
          <p:spPr>
            <a:xfrm rot="858113">
              <a:off x="8533949" y="4589953"/>
              <a:ext cx="41120" cy="44877"/>
            </a:xfrm>
            <a:custGeom>
              <a:avLst/>
              <a:gdLst/>
              <a:ahLst/>
              <a:cxnLst/>
              <a:rect l="l" t="t" r="r" b="b"/>
              <a:pathLst>
                <a:path w="197" h="215" extrusionOk="0">
                  <a:moveTo>
                    <a:pt x="152" y="0"/>
                  </a:moveTo>
                  <a:cubicBezTo>
                    <a:pt x="143" y="9"/>
                    <a:pt x="143" y="18"/>
                    <a:pt x="134" y="18"/>
                  </a:cubicBezTo>
                  <a:cubicBezTo>
                    <a:pt x="98" y="54"/>
                    <a:pt x="63" y="72"/>
                    <a:pt x="36" y="98"/>
                  </a:cubicBezTo>
                  <a:cubicBezTo>
                    <a:pt x="27" y="116"/>
                    <a:pt x="18" y="134"/>
                    <a:pt x="0" y="152"/>
                  </a:cubicBezTo>
                  <a:lnTo>
                    <a:pt x="18" y="152"/>
                  </a:lnTo>
                  <a:cubicBezTo>
                    <a:pt x="72" y="170"/>
                    <a:pt x="134" y="187"/>
                    <a:pt x="187" y="214"/>
                  </a:cubicBezTo>
                  <a:cubicBezTo>
                    <a:pt x="196" y="161"/>
                    <a:pt x="196" y="98"/>
                    <a:pt x="161" y="18"/>
                  </a:cubicBezTo>
                  <a:cubicBezTo>
                    <a:pt x="161" y="18"/>
                    <a:pt x="161" y="9"/>
                    <a:pt x="1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9" name="Google Shape;1519;p41"/>
            <p:cNvSpPr/>
            <p:nvPr/>
          </p:nvSpPr>
          <p:spPr>
            <a:xfrm rot="858113">
              <a:off x="8080894" y="4844796"/>
              <a:ext cx="167818" cy="210608"/>
            </a:xfrm>
            <a:custGeom>
              <a:avLst/>
              <a:gdLst/>
              <a:ahLst/>
              <a:cxnLst/>
              <a:rect l="l" t="t" r="r" b="b"/>
              <a:pathLst>
                <a:path w="804" h="1009" extrusionOk="0">
                  <a:moveTo>
                    <a:pt x="678" y="1"/>
                  </a:moveTo>
                  <a:cubicBezTo>
                    <a:pt x="580" y="143"/>
                    <a:pt x="473" y="286"/>
                    <a:pt x="366" y="438"/>
                  </a:cubicBezTo>
                  <a:cubicBezTo>
                    <a:pt x="241" y="616"/>
                    <a:pt x="125" y="795"/>
                    <a:pt x="0" y="973"/>
                  </a:cubicBezTo>
                  <a:cubicBezTo>
                    <a:pt x="36" y="982"/>
                    <a:pt x="81" y="1000"/>
                    <a:pt x="116" y="1009"/>
                  </a:cubicBezTo>
                  <a:cubicBezTo>
                    <a:pt x="214" y="875"/>
                    <a:pt x="321" y="741"/>
                    <a:pt x="420" y="607"/>
                  </a:cubicBezTo>
                  <a:cubicBezTo>
                    <a:pt x="544" y="420"/>
                    <a:pt x="678" y="233"/>
                    <a:pt x="803" y="45"/>
                  </a:cubicBezTo>
                  <a:cubicBezTo>
                    <a:pt x="768" y="36"/>
                    <a:pt x="723" y="19"/>
                    <a:pt x="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0" name="Google Shape;1520;p41"/>
            <p:cNvSpPr/>
            <p:nvPr/>
          </p:nvSpPr>
          <p:spPr>
            <a:xfrm rot="858113">
              <a:off x="7885334" y="5023934"/>
              <a:ext cx="154668" cy="208729"/>
            </a:xfrm>
            <a:custGeom>
              <a:avLst/>
              <a:gdLst/>
              <a:ahLst/>
              <a:cxnLst/>
              <a:rect l="l" t="t" r="r" b="b"/>
              <a:pathLst>
                <a:path w="741" h="1000" extrusionOk="0">
                  <a:moveTo>
                    <a:pt x="625" y="0"/>
                  </a:moveTo>
                  <a:cubicBezTo>
                    <a:pt x="580" y="72"/>
                    <a:pt x="527" y="152"/>
                    <a:pt x="473" y="232"/>
                  </a:cubicBezTo>
                  <a:cubicBezTo>
                    <a:pt x="313" y="473"/>
                    <a:pt x="152" y="714"/>
                    <a:pt x="0" y="964"/>
                  </a:cubicBezTo>
                  <a:cubicBezTo>
                    <a:pt x="36" y="973"/>
                    <a:pt x="72" y="982"/>
                    <a:pt x="116" y="999"/>
                  </a:cubicBezTo>
                  <a:cubicBezTo>
                    <a:pt x="259" y="758"/>
                    <a:pt x="411" y="527"/>
                    <a:pt x="562" y="286"/>
                  </a:cubicBezTo>
                  <a:cubicBezTo>
                    <a:pt x="625" y="205"/>
                    <a:pt x="687" y="125"/>
                    <a:pt x="741" y="36"/>
                  </a:cubicBezTo>
                  <a:cubicBezTo>
                    <a:pt x="705" y="27"/>
                    <a:pt x="670" y="9"/>
                    <a:pt x="6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1" name="Google Shape;1521;p41"/>
            <p:cNvSpPr/>
            <p:nvPr/>
          </p:nvSpPr>
          <p:spPr>
            <a:xfrm rot="858113">
              <a:off x="7759855" y="5211662"/>
              <a:ext cx="94972" cy="132543"/>
            </a:xfrm>
            <a:custGeom>
              <a:avLst/>
              <a:gdLst/>
              <a:ahLst/>
              <a:cxnLst/>
              <a:rect l="l" t="t" r="r" b="b"/>
              <a:pathLst>
                <a:path w="455" h="635" extrusionOk="0">
                  <a:moveTo>
                    <a:pt x="339" y="1"/>
                  </a:moveTo>
                  <a:cubicBezTo>
                    <a:pt x="330" y="10"/>
                    <a:pt x="321" y="19"/>
                    <a:pt x="321" y="28"/>
                  </a:cubicBezTo>
                  <a:cubicBezTo>
                    <a:pt x="205" y="215"/>
                    <a:pt x="107" y="402"/>
                    <a:pt x="0" y="590"/>
                  </a:cubicBezTo>
                  <a:cubicBezTo>
                    <a:pt x="36" y="607"/>
                    <a:pt x="71" y="616"/>
                    <a:pt x="107" y="634"/>
                  </a:cubicBezTo>
                  <a:cubicBezTo>
                    <a:pt x="125" y="607"/>
                    <a:pt x="134" y="581"/>
                    <a:pt x="152" y="554"/>
                  </a:cubicBezTo>
                  <a:cubicBezTo>
                    <a:pt x="250" y="375"/>
                    <a:pt x="357" y="206"/>
                    <a:pt x="455" y="36"/>
                  </a:cubicBezTo>
                  <a:cubicBezTo>
                    <a:pt x="419" y="28"/>
                    <a:pt x="375" y="10"/>
                    <a:pt x="3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2" name="Google Shape;1522;p41"/>
            <p:cNvSpPr/>
            <p:nvPr/>
          </p:nvSpPr>
          <p:spPr>
            <a:xfrm rot="858113">
              <a:off x="8282765" y="4703327"/>
              <a:ext cx="136091" cy="171575"/>
            </a:xfrm>
            <a:custGeom>
              <a:avLst/>
              <a:gdLst/>
              <a:ahLst/>
              <a:cxnLst/>
              <a:rect l="l" t="t" r="r" b="b"/>
              <a:pathLst>
                <a:path w="652" h="822" extrusionOk="0">
                  <a:moveTo>
                    <a:pt x="527" y="0"/>
                  </a:moveTo>
                  <a:cubicBezTo>
                    <a:pt x="500" y="45"/>
                    <a:pt x="465" y="90"/>
                    <a:pt x="438" y="134"/>
                  </a:cubicBezTo>
                  <a:cubicBezTo>
                    <a:pt x="349" y="259"/>
                    <a:pt x="277" y="402"/>
                    <a:pt x="188" y="527"/>
                  </a:cubicBezTo>
                  <a:cubicBezTo>
                    <a:pt x="126" y="607"/>
                    <a:pt x="63" y="696"/>
                    <a:pt x="1" y="777"/>
                  </a:cubicBezTo>
                  <a:cubicBezTo>
                    <a:pt x="45" y="794"/>
                    <a:pt x="90" y="803"/>
                    <a:pt x="126" y="821"/>
                  </a:cubicBezTo>
                  <a:cubicBezTo>
                    <a:pt x="304" y="571"/>
                    <a:pt x="482" y="313"/>
                    <a:pt x="652" y="63"/>
                  </a:cubicBezTo>
                  <a:cubicBezTo>
                    <a:pt x="607" y="36"/>
                    <a:pt x="572" y="18"/>
                    <a:pt x="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3" name="Google Shape;1523;p41"/>
            <p:cNvSpPr/>
            <p:nvPr/>
          </p:nvSpPr>
          <p:spPr>
            <a:xfrm rot="858113">
              <a:off x="7725006" y="5343707"/>
              <a:ext cx="22543" cy="26300"/>
            </a:xfrm>
            <a:custGeom>
              <a:avLst/>
              <a:gdLst/>
              <a:ahLst/>
              <a:cxnLst/>
              <a:rect l="l" t="t" r="r" b="b"/>
              <a:pathLst>
                <a:path w="108" h="126" extrusionOk="0">
                  <a:moveTo>
                    <a:pt x="1" y="1"/>
                  </a:moveTo>
                  <a:cubicBezTo>
                    <a:pt x="1" y="9"/>
                    <a:pt x="1" y="9"/>
                    <a:pt x="1" y="9"/>
                  </a:cubicBezTo>
                  <a:cubicBezTo>
                    <a:pt x="18" y="54"/>
                    <a:pt x="36" y="90"/>
                    <a:pt x="63" y="125"/>
                  </a:cubicBezTo>
                  <a:cubicBezTo>
                    <a:pt x="72" y="99"/>
                    <a:pt x="90" y="72"/>
                    <a:pt x="108" y="45"/>
                  </a:cubicBezTo>
                  <a:cubicBezTo>
                    <a:pt x="72" y="27"/>
                    <a:pt x="36" y="1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4" name="Google Shape;1524;p41"/>
            <p:cNvSpPr/>
            <p:nvPr/>
          </p:nvSpPr>
          <p:spPr>
            <a:xfrm rot="858113">
              <a:off x="8033897" y="5123560"/>
              <a:ext cx="158425" cy="201423"/>
            </a:xfrm>
            <a:custGeom>
              <a:avLst/>
              <a:gdLst/>
              <a:ahLst/>
              <a:cxnLst/>
              <a:rect l="l" t="t" r="r" b="b"/>
              <a:pathLst>
                <a:path w="759" h="965" extrusionOk="0">
                  <a:moveTo>
                    <a:pt x="634" y="1"/>
                  </a:moveTo>
                  <a:cubicBezTo>
                    <a:pt x="491" y="215"/>
                    <a:pt x="339" y="420"/>
                    <a:pt x="197" y="634"/>
                  </a:cubicBezTo>
                  <a:cubicBezTo>
                    <a:pt x="134" y="732"/>
                    <a:pt x="63" y="830"/>
                    <a:pt x="0" y="928"/>
                  </a:cubicBezTo>
                  <a:cubicBezTo>
                    <a:pt x="36" y="946"/>
                    <a:pt x="72" y="955"/>
                    <a:pt x="107" y="964"/>
                  </a:cubicBezTo>
                  <a:cubicBezTo>
                    <a:pt x="170" y="875"/>
                    <a:pt x="232" y="786"/>
                    <a:pt x="295" y="697"/>
                  </a:cubicBezTo>
                  <a:cubicBezTo>
                    <a:pt x="437" y="473"/>
                    <a:pt x="607" y="259"/>
                    <a:pt x="759" y="45"/>
                  </a:cubicBezTo>
                  <a:cubicBezTo>
                    <a:pt x="714" y="27"/>
                    <a:pt x="678" y="19"/>
                    <a:pt x="6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5" name="Google Shape;1525;p41"/>
            <p:cNvSpPr/>
            <p:nvPr/>
          </p:nvSpPr>
          <p:spPr>
            <a:xfrm rot="858113">
              <a:off x="7893014" y="5303222"/>
              <a:ext cx="108122" cy="141727"/>
            </a:xfrm>
            <a:custGeom>
              <a:avLst/>
              <a:gdLst/>
              <a:ahLst/>
              <a:cxnLst/>
              <a:rect l="l" t="t" r="r" b="b"/>
              <a:pathLst>
                <a:path w="518" h="679" extrusionOk="0">
                  <a:moveTo>
                    <a:pt x="402" y="1"/>
                  </a:moveTo>
                  <a:cubicBezTo>
                    <a:pt x="304" y="143"/>
                    <a:pt x="206" y="286"/>
                    <a:pt x="108" y="438"/>
                  </a:cubicBezTo>
                  <a:cubicBezTo>
                    <a:pt x="72" y="500"/>
                    <a:pt x="36" y="571"/>
                    <a:pt x="1" y="634"/>
                  </a:cubicBezTo>
                  <a:cubicBezTo>
                    <a:pt x="36" y="652"/>
                    <a:pt x="72" y="670"/>
                    <a:pt x="108" y="679"/>
                  </a:cubicBezTo>
                  <a:cubicBezTo>
                    <a:pt x="241" y="464"/>
                    <a:pt x="375" y="250"/>
                    <a:pt x="518" y="36"/>
                  </a:cubicBezTo>
                  <a:lnTo>
                    <a:pt x="4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6" name="Google Shape;1526;p41"/>
            <p:cNvSpPr/>
            <p:nvPr/>
          </p:nvSpPr>
          <p:spPr>
            <a:xfrm rot="858113">
              <a:off x="7782746" y="5429817"/>
              <a:ext cx="85996" cy="132334"/>
            </a:xfrm>
            <a:custGeom>
              <a:avLst/>
              <a:gdLst/>
              <a:ahLst/>
              <a:cxnLst/>
              <a:rect l="l" t="t" r="r" b="b"/>
              <a:pathLst>
                <a:path w="412" h="634" extrusionOk="0">
                  <a:moveTo>
                    <a:pt x="304" y="0"/>
                  </a:moveTo>
                  <a:cubicBezTo>
                    <a:pt x="206" y="178"/>
                    <a:pt x="99" y="348"/>
                    <a:pt x="1" y="526"/>
                  </a:cubicBezTo>
                  <a:cubicBezTo>
                    <a:pt x="28" y="562"/>
                    <a:pt x="45" y="598"/>
                    <a:pt x="63" y="633"/>
                  </a:cubicBezTo>
                  <a:cubicBezTo>
                    <a:pt x="144" y="500"/>
                    <a:pt x="215" y="357"/>
                    <a:pt x="295" y="223"/>
                  </a:cubicBezTo>
                  <a:cubicBezTo>
                    <a:pt x="340" y="170"/>
                    <a:pt x="375" y="107"/>
                    <a:pt x="411" y="45"/>
                  </a:cubicBezTo>
                  <a:cubicBezTo>
                    <a:pt x="375" y="27"/>
                    <a:pt x="340" y="18"/>
                    <a:pt x="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7" name="Google Shape;1527;p41"/>
            <p:cNvSpPr/>
            <p:nvPr/>
          </p:nvSpPr>
          <p:spPr>
            <a:xfrm rot="858113">
              <a:off x="8230151" y="4944482"/>
              <a:ext cx="167818" cy="212486"/>
            </a:xfrm>
            <a:custGeom>
              <a:avLst/>
              <a:gdLst/>
              <a:ahLst/>
              <a:cxnLst/>
              <a:rect l="l" t="t" r="r" b="b"/>
              <a:pathLst>
                <a:path w="804" h="1018" extrusionOk="0">
                  <a:moveTo>
                    <a:pt x="678" y="0"/>
                  </a:moveTo>
                  <a:cubicBezTo>
                    <a:pt x="669" y="18"/>
                    <a:pt x="651" y="45"/>
                    <a:pt x="642" y="63"/>
                  </a:cubicBezTo>
                  <a:lnTo>
                    <a:pt x="80" y="848"/>
                  </a:lnTo>
                  <a:cubicBezTo>
                    <a:pt x="54" y="892"/>
                    <a:pt x="27" y="928"/>
                    <a:pt x="0" y="973"/>
                  </a:cubicBezTo>
                  <a:cubicBezTo>
                    <a:pt x="45" y="981"/>
                    <a:pt x="80" y="999"/>
                    <a:pt x="125" y="1017"/>
                  </a:cubicBezTo>
                  <a:cubicBezTo>
                    <a:pt x="357" y="687"/>
                    <a:pt x="580" y="366"/>
                    <a:pt x="803" y="45"/>
                  </a:cubicBezTo>
                  <a:cubicBezTo>
                    <a:pt x="758" y="27"/>
                    <a:pt x="723" y="9"/>
                    <a:pt x="6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8" name="Google Shape;1528;p41"/>
            <p:cNvSpPr/>
            <p:nvPr/>
          </p:nvSpPr>
          <p:spPr>
            <a:xfrm rot="858113">
              <a:off x="8429264" y="4812106"/>
              <a:ext cx="125029" cy="160304"/>
            </a:xfrm>
            <a:custGeom>
              <a:avLst/>
              <a:gdLst/>
              <a:ahLst/>
              <a:cxnLst/>
              <a:rect l="l" t="t" r="r" b="b"/>
              <a:pathLst>
                <a:path w="599" h="768" extrusionOk="0">
                  <a:moveTo>
                    <a:pt x="464" y="0"/>
                  </a:moveTo>
                  <a:cubicBezTo>
                    <a:pt x="357" y="161"/>
                    <a:pt x="241" y="331"/>
                    <a:pt x="134" y="491"/>
                  </a:cubicBezTo>
                  <a:cubicBezTo>
                    <a:pt x="90" y="571"/>
                    <a:pt x="45" y="643"/>
                    <a:pt x="1" y="723"/>
                  </a:cubicBezTo>
                  <a:cubicBezTo>
                    <a:pt x="45" y="732"/>
                    <a:pt x="81" y="750"/>
                    <a:pt x="125" y="768"/>
                  </a:cubicBezTo>
                  <a:cubicBezTo>
                    <a:pt x="233" y="607"/>
                    <a:pt x="340" y="446"/>
                    <a:pt x="438" y="286"/>
                  </a:cubicBezTo>
                  <a:cubicBezTo>
                    <a:pt x="482" y="206"/>
                    <a:pt x="536" y="134"/>
                    <a:pt x="598" y="63"/>
                  </a:cubicBezTo>
                  <a:cubicBezTo>
                    <a:pt x="554" y="45"/>
                    <a:pt x="509" y="18"/>
                    <a:pt x="4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9" name="Google Shape;1529;p41"/>
            <p:cNvSpPr/>
            <p:nvPr/>
          </p:nvSpPr>
          <p:spPr>
            <a:xfrm rot="858113">
              <a:off x="8565230" y="4772970"/>
              <a:ext cx="28178" cy="48634"/>
            </a:xfrm>
            <a:custGeom>
              <a:avLst/>
              <a:gdLst/>
              <a:ahLst/>
              <a:cxnLst/>
              <a:rect l="l" t="t" r="r" b="b"/>
              <a:pathLst>
                <a:path w="135" h="233" extrusionOk="0">
                  <a:moveTo>
                    <a:pt x="135" y="1"/>
                  </a:moveTo>
                  <a:lnTo>
                    <a:pt x="135" y="1"/>
                  </a:lnTo>
                  <a:cubicBezTo>
                    <a:pt x="90" y="63"/>
                    <a:pt x="46" y="126"/>
                    <a:pt x="1" y="188"/>
                  </a:cubicBezTo>
                  <a:cubicBezTo>
                    <a:pt x="37" y="206"/>
                    <a:pt x="72" y="224"/>
                    <a:pt x="108" y="233"/>
                  </a:cubicBezTo>
                  <a:cubicBezTo>
                    <a:pt x="117" y="161"/>
                    <a:pt x="126" y="81"/>
                    <a:pt x="1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0" name="Google Shape;1530;p41"/>
            <p:cNvSpPr/>
            <p:nvPr/>
          </p:nvSpPr>
          <p:spPr>
            <a:xfrm rot="858113">
              <a:off x="8241471" y="5328355"/>
              <a:ext cx="91423" cy="130456"/>
            </a:xfrm>
            <a:custGeom>
              <a:avLst/>
              <a:gdLst/>
              <a:ahLst/>
              <a:cxnLst/>
              <a:rect l="l" t="t" r="r" b="b"/>
              <a:pathLst>
                <a:path w="438" h="625" extrusionOk="0">
                  <a:moveTo>
                    <a:pt x="437" y="0"/>
                  </a:moveTo>
                  <a:lnTo>
                    <a:pt x="437" y="0"/>
                  </a:lnTo>
                  <a:cubicBezTo>
                    <a:pt x="339" y="125"/>
                    <a:pt x="241" y="259"/>
                    <a:pt x="143" y="384"/>
                  </a:cubicBezTo>
                  <a:cubicBezTo>
                    <a:pt x="98" y="455"/>
                    <a:pt x="54" y="517"/>
                    <a:pt x="0" y="580"/>
                  </a:cubicBezTo>
                  <a:cubicBezTo>
                    <a:pt x="45" y="598"/>
                    <a:pt x="89" y="616"/>
                    <a:pt x="134" y="625"/>
                  </a:cubicBezTo>
                  <a:cubicBezTo>
                    <a:pt x="152" y="598"/>
                    <a:pt x="178" y="571"/>
                    <a:pt x="196" y="544"/>
                  </a:cubicBezTo>
                  <a:cubicBezTo>
                    <a:pt x="259" y="464"/>
                    <a:pt x="321" y="375"/>
                    <a:pt x="384" y="294"/>
                  </a:cubicBezTo>
                  <a:cubicBezTo>
                    <a:pt x="401" y="196"/>
                    <a:pt x="419" y="98"/>
                    <a:pt x="4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1" name="Google Shape;1531;p41"/>
            <p:cNvSpPr/>
            <p:nvPr/>
          </p:nvSpPr>
          <p:spPr>
            <a:xfrm rot="858113">
              <a:off x="7931553" y="5573148"/>
              <a:ext cx="125029" cy="175332"/>
            </a:xfrm>
            <a:custGeom>
              <a:avLst/>
              <a:gdLst/>
              <a:ahLst/>
              <a:cxnLst/>
              <a:rect l="l" t="t" r="r" b="b"/>
              <a:pathLst>
                <a:path w="599" h="840" extrusionOk="0">
                  <a:moveTo>
                    <a:pt x="483" y="1"/>
                  </a:moveTo>
                  <a:cubicBezTo>
                    <a:pt x="402" y="126"/>
                    <a:pt x="322" y="242"/>
                    <a:pt x="251" y="358"/>
                  </a:cubicBezTo>
                  <a:cubicBezTo>
                    <a:pt x="162" y="501"/>
                    <a:pt x="81" y="652"/>
                    <a:pt x="1" y="795"/>
                  </a:cubicBezTo>
                  <a:cubicBezTo>
                    <a:pt x="28" y="813"/>
                    <a:pt x="63" y="822"/>
                    <a:pt x="99" y="840"/>
                  </a:cubicBezTo>
                  <a:cubicBezTo>
                    <a:pt x="108" y="831"/>
                    <a:pt x="108" y="822"/>
                    <a:pt x="108" y="822"/>
                  </a:cubicBezTo>
                  <a:cubicBezTo>
                    <a:pt x="269" y="563"/>
                    <a:pt x="429" y="304"/>
                    <a:pt x="599" y="54"/>
                  </a:cubicBezTo>
                  <a:cubicBezTo>
                    <a:pt x="563" y="37"/>
                    <a:pt x="518" y="19"/>
                    <a:pt x="4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2" name="Google Shape;1532;p41"/>
            <p:cNvSpPr/>
            <p:nvPr/>
          </p:nvSpPr>
          <p:spPr>
            <a:xfrm rot="858113">
              <a:off x="8087165" y="5438816"/>
              <a:ext cx="132334" cy="160304"/>
            </a:xfrm>
            <a:custGeom>
              <a:avLst/>
              <a:gdLst/>
              <a:ahLst/>
              <a:cxnLst/>
              <a:rect l="l" t="t" r="r" b="b"/>
              <a:pathLst>
                <a:path w="634" h="768" extrusionOk="0">
                  <a:moveTo>
                    <a:pt x="509" y="0"/>
                  </a:moveTo>
                  <a:cubicBezTo>
                    <a:pt x="402" y="152"/>
                    <a:pt x="294" y="303"/>
                    <a:pt x="187" y="446"/>
                  </a:cubicBezTo>
                  <a:cubicBezTo>
                    <a:pt x="125" y="535"/>
                    <a:pt x="63" y="634"/>
                    <a:pt x="0" y="723"/>
                  </a:cubicBezTo>
                  <a:cubicBezTo>
                    <a:pt x="18" y="732"/>
                    <a:pt x="36" y="741"/>
                    <a:pt x="54" y="749"/>
                  </a:cubicBezTo>
                  <a:cubicBezTo>
                    <a:pt x="71" y="758"/>
                    <a:pt x="89" y="767"/>
                    <a:pt x="107" y="767"/>
                  </a:cubicBezTo>
                  <a:cubicBezTo>
                    <a:pt x="161" y="687"/>
                    <a:pt x="223" y="598"/>
                    <a:pt x="277" y="509"/>
                  </a:cubicBezTo>
                  <a:cubicBezTo>
                    <a:pt x="393" y="348"/>
                    <a:pt x="517" y="196"/>
                    <a:pt x="633" y="45"/>
                  </a:cubicBezTo>
                  <a:cubicBezTo>
                    <a:pt x="589" y="36"/>
                    <a:pt x="553" y="18"/>
                    <a:pt x="5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3" name="Google Shape;1533;p41"/>
            <p:cNvSpPr/>
            <p:nvPr/>
          </p:nvSpPr>
          <p:spPr>
            <a:xfrm rot="858113">
              <a:off x="7784073" y="5682942"/>
              <a:ext cx="320399" cy="143606"/>
            </a:xfrm>
            <a:custGeom>
              <a:avLst/>
              <a:gdLst/>
              <a:ahLst/>
              <a:cxnLst/>
              <a:rect l="l" t="t" r="r" b="b"/>
              <a:pathLst>
                <a:path w="1535" h="688" extrusionOk="0">
                  <a:moveTo>
                    <a:pt x="0" y="1"/>
                  </a:moveTo>
                  <a:lnTo>
                    <a:pt x="0" y="1"/>
                  </a:lnTo>
                  <a:cubicBezTo>
                    <a:pt x="36" y="54"/>
                    <a:pt x="63" y="117"/>
                    <a:pt x="98" y="170"/>
                  </a:cubicBezTo>
                  <a:cubicBezTo>
                    <a:pt x="170" y="197"/>
                    <a:pt x="250" y="224"/>
                    <a:pt x="321" y="251"/>
                  </a:cubicBezTo>
                  <a:cubicBezTo>
                    <a:pt x="393" y="277"/>
                    <a:pt x="464" y="304"/>
                    <a:pt x="527" y="331"/>
                  </a:cubicBezTo>
                  <a:cubicBezTo>
                    <a:pt x="562" y="340"/>
                    <a:pt x="598" y="358"/>
                    <a:pt x="634" y="367"/>
                  </a:cubicBezTo>
                  <a:cubicBezTo>
                    <a:pt x="714" y="402"/>
                    <a:pt x="803" y="438"/>
                    <a:pt x="892" y="474"/>
                  </a:cubicBezTo>
                  <a:cubicBezTo>
                    <a:pt x="1044" y="527"/>
                    <a:pt x="1196" y="581"/>
                    <a:pt x="1347" y="634"/>
                  </a:cubicBezTo>
                  <a:cubicBezTo>
                    <a:pt x="1383" y="643"/>
                    <a:pt x="1419" y="661"/>
                    <a:pt x="1454" y="670"/>
                  </a:cubicBezTo>
                  <a:cubicBezTo>
                    <a:pt x="1472" y="679"/>
                    <a:pt x="1490" y="679"/>
                    <a:pt x="1499" y="688"/>
                  </a:cubicBezTo>
                  <a:cubicBezTo>
                    <a:pt x="1508" y="652"/>
                    <a:pt x="1526" y="616"/>
                    <a:pt x="1535" y="581"/>
                  </a:cubicBezTo>
                  <a:cubicBezTo>
                    <a:pt x="1526" y="581"/>
                    <a:pt x="1517" y="581"/>
                    <a:pt x="1517" y="572"/>
                  </a:cubicBezTo>
                  <a:cubicBezTo>
                    <a:pt x="1481" y="563"/>
                    <a:pt x="1445" y="545"/>
                    <a:pt x="1401" y="536"/>
                  </a:cubicBezTo>
                  <a:cubicBezTo>
                    <a:pt x="1347" y="518"/>
                    <a:pt x="1294" y="492"/>
                    <a:pt x="1240" y="474"/>
                  </a:cubicBezTo>
                  <a:cubicBezTo>
                    <a:pt x="1062" y="402"/>
                    <a:pt x="874" y="331"/>
                    <a:pt x="687" y="269"/>
                  </a:cubicBezTo>
                  <a:cubicBezTo>
                    <a:pt x="651" y="251"/>
                    <a:pt x="616" y="242"/>
                    <a:pt x="589" y="224"/>
                  </a:cubicBezTo>
                  <a:lnTo>
                    <a:pt x="357" y="144"/>
                  </a:lnTo>
                  <a:cubicBezTo>
                    <a:pt x="232" y="99"/>
                    <a:pt x="116" y="45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4" name="Google Shape;1534;p41"/>
            <p:cNvSpPr/>
            <p:nvPr/>
          </p:nvSpPr>
          <p:spPr>
            <a:xfrm rot="858113">
              <a:off x="7676896" y="5365009"/>
              <a:ext cx="542069" cy="260703"/>
            </a:xfrm>
            <a:custGeom>
              <a:avLst/>
              <a:gdLst/>
              <a:ahLst/>
              <a:cxnLst/>
              <a:rect l="l" t="t" r="r" b="b"/>
              <a:pathLst>
                <a:path w="2597" h="1249" extrusionOk="0">
                  <a:moveTo>
                    <a:pt x="0" y="0"/>
                  </a:moveTo>
                  <a:cubicBezTo>
                    <a:pt x="27" y="54"/>
                    <a:pt x="63" y="116"/>
                    <a:pt x="90" y="170"/>
                  </a:cubicBezTo>
                  <a:lnTo>
                    <a:pt x="99" y="170"/>
                  </a:lnTo>
                  <a:cubicBezTo>
                    <a:pt x="134" y="187"/>
                    <a:pt x="170" y="196"/>
                    <a:pt x="206" y="214"/>
                  </a:cubicBezTo>
                  <a:cubicBezTo>
                    <a:pt x="223" y="223"/>
                    <a:pt x="241" y="223"/>
                    <a:pt x="259" y="232"/>
                  </a:cubicBezTo>
                  <a:cubicBezTo>
                    <a:pt x="455" y="303"/>
                    <a:pt x="643" y="384"/>
                    <a:pt x="830" y="455"/>
                  </a:cubicBezTo>
                  <a:cubicBezTo>
                    <a:pt x="866" y="473"/>
                    <a:pt x="901" y="482"/>
                    <a:pt x="937" y="500"/>
                  </a:cubicBezTo>
                  <a:cubicBezTo>
                    <a:pt x="946" y="500"/>
                    <a:pt x="946" y="509"/>
                    <a:pt x="955" y="509"/>
                  </a:cubicBezTo>
                  <a:cubicBezTo>
                    <a:pt x="1178" y="607"/>
                    <a:pt x="1392" y="705"/>
                    <a:pt x="1615" y="803"/>
                  </a:cubicBezTo>
                  <a:cubicBezTo>
                    <a:pt x="1704" y="848"/>
                    <a:pt x="1802" y="883"/>
                    <a:pt x="1892" y="919"/>
                  </a:cubicBezTo>
                  <a:cubicBezTo>
                    <a:pt x="1927" y="937"/>
                    <a:pt x="1972" y="955"/>
                    <a:pt x="2008" y="972"/>
                  </a:cubicBezTo>
                  <a:cubicBezTo>
                    <a:pt x="2141" y="1026"/>
                    <a:pt x="2284" y="1088"/>
                    <a:pt x="2418" y="1151"/>
                  </a:cubicBezTo>
                  <a:cubicBezTo>
                    <a:pt x="2454" y="1169"/>
                    <a:pt x="2489" y="1204"/>
                    <a:pt x="2525" y="1222"/>
                  </a:cubicBezTo>
                  <a:cubicBezTo>
                    <a:pt x="2543" y="1231"/>
                    <a:pt x="2552" y="1240"/>
                    <a:pt x="2570" y="1249"/>
                  </a:cubicBezTo>
                  <a:cubicBezTo>
                    <a:pt x="2579" y="1204"/>
                    <a:pt x="2588" y="1160"/>
                    <a:pt x="2596" y="1124"/>
                  </a:cubicBezTo>
                  <a:cubicBezTo>
                    <a:pt x="2427" y="1035"/>
                    <a:pt x="2249" y="955"/>
                    <a:pt x="2070" y="874"/>
                  </a:cubicBezTo>
                  <a:cubicBezTo>
                    <a:pt x="2052" y="874"/>
                    <a:pt x="2034" y="865"/>
                    <a:pt x="2017" y="856"/>
                  </a:cubicBezTo>
                  <a:cubicBezTo>
                    <a:pt x="1999" y="848"/>
                    <a:pt x="1981" y="839"/>
                    <a:pt x="1963" y="830"/>
                  </a:cubicBezTo>
                  <a:cubicBezTo>
                    <a:pt x="1642" y="678"/>
                    <a:pt x="1321" y="544"/>
                    <a:pt x="1000" y="402"/>
                  </a:cubicBezTo>
                  <a:cubicBezTo>
                    <a:pt x="964" y="393"/>
                    <a:pt x="928" y="375"/>
                    <a:pt x="893" y="357"/>
                  </a:cubicBezTo>
                  <a:cubicBezTo>
                    <a:pt x="723" y="286"/>
                    <a:pt x="554" y="196"/>
                    <a:pt x="384" y="134"/>
                  </a:cubicBezTo>
                  <a:cubicBezTo>
                    <a:pt x="348" y="125"/>
                    <a:pt x="304" y="107"/>
                    <a:pt x="268" y="98"/>
                  </a:cubicBezTo>
                  <a:cubicBezTo>
                    <a:pt x="232" y="80"/>
                    <a:pt x="197" y="71"/>
                    <a:pt x="161" y="54"/>
                  </a:cubicBezTo>
                  <a:cubicBezTo>
                    <a:pt x="107" y="36"/>
                    <a:pt x="54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5" name="Google Shape;1535;p41"/>
            <p:cNvSpPr/>
            <p:nvPr/>
          </p:nvSpPr>
          <p:spPr>
            <a:xfrm rot="858113">
              <a:off x="7623542" y="5165055"/>
              <a:ext cx="694859" cy="253397"/>
            </a:xfrm>
            <a:custGeom>
              <a:avLst/>
              <a:gdLst/>
              <a:ahLst/>
              <a:cxnLst/>
              <a:rect l="l" t="t" r="r" b="b"/>
              <a:pathLst>
                <a:path w="3329" h="1214" extrusionOk="0">
                  <a:moveTo>
                    <a:pt x="1" y="1"/>
                  </a:moveTo>
                  <a:lnTo>
                    <a:pt x="1" y="1"/>
                  </a:lnTo>
                  <a:cubicBezTo>
                    <a:pt x="28" y="54"/>
                    <a:pt x="54" y="108"/>
                    <a:pt x="81" y="161"/>
                  </a:cubicBezTo>
                  <a:cubicBezTo>
                    <a:pt x="144" y="170"/>
                    <a:pt x="197" y="188"/>
                    <a:pt x="260" y="206"/>
                  </a:cubicBezTo>
                  <a:cubicBezTo>
                    <a:pt x="268" y="206"/>
                    <a:pt x="277" y="215"/>
                    <a:pt x="286" y="215"/>
                  </a:cubicBezTo>
                  <a:cubicBezTo>
                    <a:pt x="313" y="224"/>
                    <a:pt x="340" y="232"/>
                    <a:pt x="376" y="241"/>
                  </a:cubicBezTo>
                  <a:cubicBezTo>
                    <a:pt x="581" y="295"/>
                    <a:pt x="786" y="357"/>
                    <a:pt x="1000" y="420"/>
                  </a:cubicBezTo>
                  <a:cubicBezTo>
                    <a:pt x="1036" y="429"/>
                    <a:pt x="1080" y="447"/>
                    <a:pt x="1116" y="455"/>
                  </a:cubicBezTo>
                  <a:cubicBezTo>
                    <a:pt x="1143" y="464"/>
                    <a:pt x="1170" y="473"/>
                    <a:pt x="1196" y="473"/>
                  </a:cubicBezTo>
                  <a:lnTo>
                    <a:pt x="1794" y="679"/>
                  </a:lnTo>
                  <a:lnTo>
                    <a:pt x="1910" y="714"/>
                  </a:lnTo>
                  <a:lnTo>
                    <a:pt x="2062" y="768"/>
                  </a:lnTo>
                  <a:cubicBezTo>
                    <a:pt x="2365" y="866"/>
                    <a:pt x="2668" y="955"/>
                    <a:pt x="2972" y="1062"/>
                  </a:cubicBezTo>
                  <a:cubicBezTo>
                    <a:pt x="3016" y="1080"/>
                    <a:pt x="3052" y="1098"/>
                    <a:pt x="3096" y="1107"/>
                  </a:cubicBezTo>
                  <a:cubicBezTo>
                    <a:pt x="3096" y="1116"/>
                    <a:pt x="3105" y="1116"/>
                    <a:pt x="3105" y="1116"/>
                  </a:cubicBezTo>
                  <a:cubicBezTo>
                    <a:pt x="3159" y="1133"/>
                    <a:pt x="3204" y="1169"/>
                    <a:pt x="3257" y="1196"/>
                  </a:cubicBezTo>
                  <a:lnTo>
                    <a:pt x="3302" y="1214"/>
                  </a:lnTo>
                  <a:cubicBezTo>
                    <a:pt x="3311" y="1169"/>
                    <a:pt x="3319" y="1125"/>
                    <a:pt x="3328" y="1080"/>
                  </a:cubicBezTo>
                  <a:cubicBezTo>
                    <a:pt x="3275" y="1062"/>
                    <a:pt x="3221" y="1044"/>
                    <a:pt x="3168" y="1018"/>
                  </a:cubicBezTo>
                  <a:cubicBezTo>
                    <a:pt x="3123" y="1009"/>
                    <a:pt x="3079" y="991"/>
                    <a:pt x="3034" y="973"/>
                  </a:cubicBezTo>
                  <a:cubicBezTo>
                    <a:pt x="3025" y="973"/>
                    <a:pt x="3016" y="964"/>
                    <a:pt x="2998" y="964"/>
                  </a:cubicBezTo>
                  <a:cubicBezTo>
                    <a:pt x="2856" y="910"/>
                    <a:pt x="2704" y="857"/>
                    <a:pt x="2561" y="812"/>
                  </a:cubicBezTo>
                  <a:cubicBezTo>
                    <a:pt x="2365" y="741"/>
                    <a:pt x="2169" y="679"/>
                    <a:pt x="1972" y="607"/>
                  </a:cubicBezTo>
                  <a:cubicBezTo>
                    <a:pt x="1937" y="598"/>
                    <a:pt x="1901" y="589"/>
                    <a:pt x="1865" y="571"/>
                  </a:cubicBezTo>
                  <a:cubicBezTo>
                    <a:pt x="1651" y="509"/>
                    <a:pt x="1437" y="438"/>
                    <a:pt x="1223" y="366"/>
                  </a:cubicBezTo>
                  <a:cubicBezTo>
                    <a:pt x="1205" y="366"/>
                    <a:pt x="1196" y="357"/>
                    <a:pt x="1178" y="357"/>
                  </a:cubicBezTo>
                  <a:cubicBezTo>
                    <a:pt x="1134" y="340"/>
                    <a:pt x="1098" y="331"/>
                    <a:pt x="1062" y="322"/>
                  </a:cubicBezTo>
                  <a:cubicBezTo>
                    <a:pt x="857" y="250"/>
                    <a:pt x="652" y="179"/>
                    <a:pt x="447" y="116"/>
                  </a:cubicBezTo>
                  <a:lnTo>
                    <a:pt x="420" y="116"/>
                  </a:lnTo>
                  <a:cubicBezTo>
                    <a:pt x="393" y="108"/>
                    <a:pt x="358" y="99"/>
                    <a:pt x="331" y="90"/>
                  </a:cubicBezTo>
                  <a:cubicBezTo>
                    <a:pt x="215" y="54"/>
                    <a:pt x="108" y="27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6" name="Google Shape;1536;p41"/>
            <p:cNvSpPr/>
            <p:nvPr/>
          </p:nvSpPr>
          <p:spPr>
            <a:xfrm rot="858113">
              <a:off x="7556622" y="4894754"/>
              <a:ext cx="877288" cy="272183"/>
            </a:xfrm>
            <a:custGeom>
              <a:avLst/>
              <a:gdLst/>
              <a:ahLst/>
              <a:cxnLst/>
              <a:rect l="l" t="t" r="r" b="b"/>
              <a:pathLst>
                <a:path w="4203" h="1304" extrusionOk="0">
                  <a:moveTo>
                    <a:pt x="0" y="1"/>
                  </a:moveTo>
                  <a:cubicBezTo>
                    <a:pt x="18" y="37"/>
                    <a:pt x="36" y="81"/>
                    <a:pt x="63" y="126"/>
                  </a:cubicBezTo>
                  <a:cubicBezTo>
                    <a:pt x="108" y="126"/>
                    <a:pt x="161" y="126"/>
                    <a:pt x="215" y="135"/>
                  </a:cubicBezTo>
                  <a:cubicBezTo>
                    <a:pt x="402" y="153"/>
                    <a:pt x="589" y="179"/>
                    <a:pt x="777" y="224"/>
                  </a:cubicBezTo>
                  <a:cubicBezTo>
                    <a:pt x="821" y="224"/>
                    <a:pt x="857" y="233"/>
                    <a:pt x="893" y="242"/>
                  </a:cubicBezTo>
                  <a:cubicBezTo>
                    <a:pt x="982" y="260"/>
                    <a:pt x="1062" y="277"/>
                    <a:pt x="1151" y="304"/>
                  </a:cubicBezTo>
                  <a:cubicBezTo>
                    <a:pt x="1294" y="331"/>
                    <a:pt x="1437" y="376"/>
                    <a:pt x="1579" y="411"/>
                  </a:cubicBezTo>
                  <a:cubicBezTo>
                    <a:pt x="1615" y="420"/>
                    <a:pt x="1651" y="429"/>
                    <a:pt x="1695" y="438"/>
                  </a:cubicBezTo>
                  <a:cubicBezTo>
                    <a:pt x="1847" y="483"/>
                    <a:pt x="1999" y="527"/>
                    <a:pt x="2150" y="581"/>
                  </a:cubicBezTo>
                  <a:cubicBezTo>
                    <a:pt x="2204" y="599"/>
                    <a:pt x="2266" y="616"/>
                    <a:pt x="2320" y="643"/>
                  </a:cubicBezTo>
                  <a:cubicBezTo>
                    <a:pt x="2365" y="652"/>
                    <a:pt x="2400" y="670"/>
                    <a:pt x="2436" y="679"/>
                  </a:cubicBezTo>
                  <a:cubicBezTo>
                    <a:pt x="2659" y="759"/>
                    <a:pt x="2882" y="839"/>
                    <a:pt x="3096" y="920"/>
                  </a:cubicBezTo>
                  <a:cubicBezTo>
                    <a:pt x="3105" y="920"/>
                    <a:pt x="3123" y="929"/>
                    <a:pt x="3132" y="929"/>
                  </a:cubicBezTo>
                  <a:cubicBezTo>
                    <a:pt x="3176" y="947"/>
                    <a:pt x="3221" y="955"/>
                    <a:pt x="3257" y="973"/>
                  </a:cubicBezTo>
                  <a:cubicBezTo>
                    <a:pt x="3569" y="1080"/>
                    <a:pt x="3881" y="1187"/>
                    <a:pt x="4184" y="1303"/>
                  </a:cubicBezTo>
                  <a:cubicBezTo>
                    <a:pt x="4193" y="1268"/>
                    <a:pt x="4202" y="1232"/>
                    <a:pt x="4202" y="1196"/>
                  </a:cubicBezTo>
                  <a:cubicBezTo>
                    <a:pt x="4015" y="1125"/>
                    <a:pt x="3828" y="1062"/>
                    <a:pt x="3640" y="991"/>
                  </a:cubicBezTo>
                  <a:cubicBezTo>
                    <a:pt x="3542" y="947"/>
                    <a:pt x="3435" y="911"/>
                    <a:pt x="3328" y="875"/>
                  </a:cubicBezTo>
                  <a:cubicBezTo>
                    <a:pt x="3283" y="857"/>
                    <a:pt x="3248" y="839"/>
                    <a:pt x="3203" y="831"/>
                  </a:cubicBezTo>
                  <a:cubicBezTo>
                    <a:pt x="2971" y="741"/>
                    <a:pt x="2739" y="661"/>
                    <a:pt x="2507" y="581"/>
                  </a:cubicBezTo>
                  <a:cubicBezTo>
                    <a:pt x="2472" y="572"/>
                    <a:pt x="2427" y="554"/>
                    <a:pt x="2391" y="545"/>
                  </a:cubicBezTo>
                  <a:cubicBezTo>
                    <a:pt x="2320" y="518"/>
                    <a:pt x="2249" y="500"/>
                    <a:pt x="2177" y="474"/>
                  </a:cubicBezTo>
                  <a:cubicBezTo>
                    <a:pt x="2043" y="429"/>
                    <a:pt x="1901" y="384"/>
                    <a:pt x="1767" y="340"/>
                  </a:cubicBezTo>
                  <a:cubicBezTo>
                    <a:pt x="1731" y="322"/>
                    <a:pt x="1687" y="313"/>
                    <a:pt x="1651" y="295"/>
                  </a:cubicBezTo>
                  <a:cubicBezTo>
                    <a:pt x="1535" y="260"/>
                    <a:pt x="1410" y="224"/>
                    <a:pt x="1294" y="197"/>
                  </a:cubicBezTo>
                  <a:cubicBezTo>
                    <a:pt x="1187" y="170"/>
                    <a:pt x="1080" y="153"/>
                    <a:pt x="982" y="126"/>
                  </a:cubicBezTo>
                  <a:cubicBezTo>
                    <a:pt x="937" y="117"/>
                    <a:pt x="901" y="108"/>
                    <a:pt x="857" y="99"/>
                  </a:cubicBezTo>
                  <a:cubicBezTo>
                    <a:pt x="580" y="46"/>
                    <a:pt x="304" y="10"/>
                    <a:pt x="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7" name="Google Shape;1537;p41"/>
            <p:cNvSpPr/>
            <p:nvPr/>
          </p:nvSpPr>
          <p:spPr>
            <a:xfrm rot="858113">
              <a:off x="7506841" y="4632211"/>
              <a:ext cx="1041140" cy="273852"/>
            </a:xfrm>
            <a:custGeom>
              <a:avLst/>
              <a:gdLst/>
              <a:ahLst/>
              <a:cxnLst/>
              <a:rect l="l" t="t" r="r" b="b"/>
              <a:pathLst>
                <a:path w="4988" h="1312" extrusionOk="0">
                  <a:moveTo>
                    <a:pt x="0" y="0"/>
                  </a:moveTo>
                  <a:lnTo>
                    <a:pt x="0" y="0"/>
                  </a:lnTo>
                  <a:cubicBezTo>
                    <a:pt x="18" y="54"/>
                    <a:pt x="45" y="107"/>
                    <a:pt x="63" y="161"/>
                  </a:cubicBezTo>
                  <a:cubicBezTo>
                    <a:pt x="170" y="161"/>
                    <a:pt x="268" y="170"/>
                    <a:pt x="375" y="178"/>
                  </a:cubicBezTo>
                  <a:cubicBezTo>
                    <a:pt x="429" y="178"/>
                    <a:pt x="482" y="187"/>
                    <a:pt x="536" y="187"/>
                  </a:cubicBezTo>
                  <a:cubicBezTo>
                    <a:pt x="580" y="187"/>
                    <a:pt x="634" y="196"/>
                    <a:pt x="687" y="196"/>
                  </a:cubicBezTo>
                  <a:cubicBezTo>
                    <a:pt x="839" y="205"/>
                    <a:pt x="1000" y="205"/>
                    <a:pt x="1151" y="223"/>
                  </a:cubicBezTo>
                  <a:cubicBezTo>
                    <a:pt x="1160" y="223"/>
                    <a:pt x="1169" y="223"/>
                    <a:pt x="1178" y="232"/>
                  </a:cubicBezTo>
                  <a:cubicBezTo>
                    <a:pt x="1223" y="232"/>
                    <a:pt x="1267" y="241"/>
                    <a:pt x="1321" y="250"/>
                  </a:cubicBezTo>
                  <a:cubicBezTo>
                    <a:pt x="1428" y="268"/>
                    <a:pt x="1535" y="286"/>
                    <a:pt x="1633" y="303"/>
                  </a:cubicBezTo>
                  <a:cubicBezTo>
                    <a:pt x="1776" y="339"/>
                    <a:pt x="1918" y="366"/>
                    <a:pt x="2052" y="393"/>
                  </a:cubicBezTo>
                  <a:cubicBezTo>
                    <a:pt x="2070" y="401"/>
                    <a:pt x="2097" y="401"/>
                    <a:pt x="2115" y="410"/>
                  </a:cubicBezTo>
                  <a:cubicBezTo>
                    <a:pt x="2141" y="410"/>
                    <a:pt x="2159" y="419"/>
                    <a:pt x="2186" y="428"/>
                  </a:cubicBezTo>
                  <a:cubicBezTo>
                    <a:pt x="2409" y="482"/>
                    <a:pt x="2632" y="535"/>
                    <a:pt x="2864" y="598"/>
                  </a:cubicBezTo>
                  <a:cubicBezTo>
                    <a:pt x="2900" y="607"/>
                    <a:pt x="2944" y="625"/>
                    <a:pt x="2989" y="633"/>
                  </a:cubicBezTo>
                  <a:cubicBezTo>
                    <a:pt x="3042" y="651"/>
                    <a:pt x="3087" y="660"/>
                    <a:pt x="3141" y="678"/>
                  </a:cubicBezTo>
                  <a:lnTo>
                    <a:pt x="3622" y="830"/>
                  </a:lnTo>
                  <a:lnTo>
                    <a:pt x="3631" y="830"/>
                  </a:lnTo>
                  <a:cubicBezTo>
                    <a:pt x="3667" y="848"/>
                    <a:pt x="3712" y="865"/>
                    <a:pt x="3747" y="874"/>
                  </a:cubicBezTo>
                  <a:cubicBezTo>
                    <a:pt x="3872" y="919"/>
                    <a:pt x="3988" y="964"/>
                    <a:pt x="4113" y="999"/>
                  </a:cubicBezTo>
                  <a:cubicBezTo>
                    <a:pt x="4220" y="1035"/>
                    <a:pt x="4327" y="1079"/>
                    <a:pt x="4434" y="1115"/>
                  </a:cubicBezTo>
                  <a:cubicBezTo>
                    <a:pt x="4479" y="1124"/>
                    <a:pt x="4514" y="1142"/>
                    <a:pt x="4559" y="1160"/>
                  </a:cubicBezTo>
                  <a:cubicBezTo>
                    <a:pt x="4693" y="1204"/>
                    <a:pt x="4836" y="1258"/>
                    <a:pt x="4969" y="1311"/>
                  </a:cubicBezTo>
                  <a:cubicBezTo>
                    <a:pt x="4978" y="1267"/>
                    <a:pt x="4978" y="1231"/>
                    <a:pt x="4987" y="1195"/>
                  </a:cubicBezTo>
                  <a:cubicBezTo>
                    <a:pt x="4880" y="1160"/>
                    <a:pt x="4773" y="1115"/>
                    <a:pt x="4666" y="1079"/>
                  </a:cubicBezTo>
                  <a:cubicBezTo>
                    <a:pt x="4657" y="1071"/>
                    <a:pt x="4639" y="1062"/>
                    <a:pt x="4621" y="1062"/>
                  </a:cubicBezTo>
                  <a:cubicBezTo>
                    <a:pt x="4577" y="1044"/>
                    <a:pt x="4541" y="1026"/>
                    <a:pt x="4497" y="1017"/>
                  </a:cubicBezTo>
                  <a:cubicBezTo>
                    <a:pt x="4274" y="928"/>
                    <a:pt x="4051" y="848"/>
                    <a:pt x="3819" y="776"/>
                  </a:cubicBezTo>
                  <a:cubicBezTo>
                    <a:pt x="3783" y="758"/>
                    <a:pt x="3738" y="749"/>
                    <a:pt x="3694" y="732"/>
                  </a:cubicBezTo>
                  <a:cubicBezTo>
                    <a:pt x="3524" y="678"/>
                    <a:pt x="3346" y="625"/>
                    <a:pt x="3167" y="571"/>
                  </a:cubicBezTo>
                  <a:cubicBezTo>
                    <a:pt x="3132" y="553"/>
                    <a:pt x="3096" y="544"/>
                    <a:pt x="3060" y="535"/>
                  </a:cubicBezTo>
                  <a:cubicBezTo>
                    <a:pt x="3016" y="526"/>
                    <a:pt x="2971" y="509"/>
                    <a:pt x="2926" y="500"/>
                  </a:cubicBezTo>
                  <a:cubicBezTo>
                    <a:pt x="2712" y="428"/>
                    <a:pt x="2489" y="357"/>
                    <a:pt x="2257" y="303"/>
                  </a:cubicBezTo>
                  <a:cubicBezTo>
                    <a:pt x="2213" y="294"/>
                    <a:pt x="2177" y="286"/>
                    <a:pt x="2132" y="277"/>
                  </a:cubicBezTo>
                  <a:cubicBezTo>
                    <a:pt x="1892" y="223"/>
                    <a:pt x="1642" y="178"/>
                    <a:pt x="1401" y="134"/>
                  </a:cubicBezTo>
                  <a:cubicBezTo>
                    <a:pt x="1356" y="134"/>
                    <a:pt x="1312" y="125"/>
                    <a:pt x="1258" y="116"/>
                  </a:cubicBezTo>
                  <a:cubicBezTo>
                    <a:pt x="1053" y="89"/>
                    <a:pt x="839" y="62"/>
                    <a:pt x="625" y="54"/>
                  </a:cubicBezTo>
                  <a:cubicBezTo>
                    <a:pt x="580" y="54"/>
                    <a:pt x="527" y="45"/>
                    <a:pt x="473" y="45"/>
                  </a:cubicBezTo>
                  <a:lnTo>
                    <a:pt x="348" y="45"/>
                  </a:lnTo>
                  <a:cubicBezTo>
                    <a:pt x="250" y="36"/>
                    <a:pt x="143" y="36"/>
                    <a:pt x="45" y="9"/>
                  </a:cubicBezTo>
                  <a:cubicBezTo>
                    <a:pt x="36" y="9"/>
                    <a:pt x="18" y="9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8" name="Google Shape;1538;p41"/>
            <p:cNvSpPr/>
            <p:nvPr/>
          </p:nvSpPr>
          <p:spPr>
            <a:xfrm rot="858113">
              <a:off x="7963456" y="4544184"/>
              <a:ext cx="649982" cy="225427"/>
            </a:xfrm>
            <a:custGeom>
              <a:avLst/>
              <a:gdLst/>
              <a:ahLst/>
              <a:cxnLst/>
              <a:rect l="l" t="t" r="r" b="b"/>
              <a:pathLst>
                <a:path w="3114" h="1080" extrusionOk="0">
                  <a:moveTo>
                    <a:pt x="130" y="0"/>
                  </a:moveTo>
                  <a:cubicBezTo>
                    <a:pt x="97" y="0"/>
                    <a:pt x="60" y="20"/>
                    <a:pt x="27" y="81"/>
                  </a:cubicBezTo>
                  <a:cubicBezTo>
                    <a:pt x="18" y="107"/>
                    <a:pt x="9" y="134"/>
                    <a:pt x="1" y="161"/>
                  </a:cubicBezTo>
                  <a:cubicBezTo>
                    <a:pt x="36" y="179"/>
                    <a:pt x="54" y="197"/>
                    <a:pt x="81" y="197"/>
                  </a:cubicBezTo>
                  <a:lnTo>
                    <a:pt x="241" y="197"/>
                  </a:lnTo>
                  <a:cubicBezTo>
                    <a:pt x="348" y="197"/>
                    <a:pt x="464" y="206"/>
                    <a:pt x="571" y="214"/>
                  </a:cubicBezTo>
                  <a:lnTo>
                    <a:pt x="643" y="214"/>
                  </a:lnTo>
                  <a:cubicBezTo>
                    <a:pt x="696" y="223"/>
                    <a:pt x="750" y="223"/>
                    <a:pt x="803" y="223"/>
                  </a:cubicBezTo>
                  <a:cubicBezTo>
                    <a:pt x="839" y="223"/>
                    <a:pt x="875" y="223"/>
                    <a:pt x="910" y="232"/>
                  </a:cubicBezTo>
                  <a:cubicBezTo>
                    <a:pt x="1089" y="268"/>
                    <a:pt x="1267" y="322"/>
                    <a:pt x="1446" y="375"/>
                  </a:cubicBezTo>
                  <a:cubicBezTo>
                    <a:pt x="1490" y="393"/>
                    <a:pt x="1526" y="402"/>
                    <a:pt x="1571" y="420"/>
                  </a:cubicBezTo>
                  <a:cubicBezTo>
                    <a:pt x="1722" y="473"/>
                    <a:pt x="1874" y="527"/>
                    <a:pt x="2017" y="589"/>
                  </a:cubicBezTo>
                  <a:cubicBezTo>
                    <a:pt x="2079" y="616"/>
                    <a:pt x="2142" y="643"/>
                    <a:pt x="2204" y="669"/>
                  </a:cubicBezTo>
                  <a:cubicBezTo>
                    <a:pt x="2249" y="687"/>
                    <a:pt x="2284" y="705"/>
                    <a:pt x="2329" y="732"/>
                  </a:cubicBezTo>
                  <a:cubicBezTo>
                    <a:pt x="2400" y="768"/>
                    <a:pt x="2481" y="803"/>
                    <a:pt x="2552" y="839"/>
                  </a:cubicBezTo>
                  <a:cubicBezTo>
                    <a:pt x="2686" y="892"/>
                    <a:pt x="2820" y="955"/>
                    <a:pt x="2944" y="1008"/>
                  </a:cubicBezTo>
                  <a:cubicBezTo>
                    <a:pt x="2989" y="1026"/>
                    <a:pt x="3034" y="1053"/>
                    <a:pt x="3078" y="1071"/>
                  </a:cubicBezTo>
                  <a:cubicBezTo>
                    <a:pt x="3087" y="1071"/>
                    <a:pt x="3087" y="1080"/>
                    <a:pt x="3096" y="1080"/>
                  </a:cubicBezTo>
                  <a:cubicBezTo>
                    <a:pt x="3105" y="1044"/>
                    <a:pt x="3105" y="1008"/>
                    <a:pt x="3114" y="964"/>
                  </a:cubicBezTo>
                  <a:cubicBezTo>
                    <a:pt x="3078" y="955"/>
                    <a:pt x="3043" y="937"/>
                    <a:pt x="3007" y="919"/>
                  </a:cubicBezTo>
                  <a:cubicBezTo>
                    <a:pt x="2971" y="901"/>
                    <a:pt x="2936" y="884"/>
                    <a:pt x="2891" y="866"/>
                  </a:cubicBezTo>
                  <a:cubicBezTo>
                    <a:pt x="2730" y="785"/>
                    <a:pt x="2561" y="705"/>
                    <a:pt x="2391" y="634"/>
                  </a:cubicBezTo>
                  <a:cubicBezTo>
                    <a:pt x="2356" y="616"/>
                    <a:pt x="2311" y="598"/>
                    <a:pt x="2275" y="580"/>
                  </a:cubicBezTo>
                  <a:cubicBezTo>
                    <a:pt x="2204" y="545"/>
                    <a:pt x="2133" y="518"/>
                    <a:pt x="2061" y="482"/>
                  </a:cubicBezTo>
                  <a:cubicBezTo>
                    <a:pt x="1919" y="429"/>
                    <a:pt x="1785" y="357"/>
                    <a:pt x="1642" y="304"/>
                  </a:cubicBezTo>
                  <a:cubicBezTo>
                    <a:pt x="1615" y="295"/>
                    <a:pt x="1580" y="277"/>
                    <a:pt x="1553" y="268"/>
                  </a:cubicBezTo>
                  <a:cubicBezTo>
                    <a:pt x="1544" y="268"/>
                    <a:pt x="1526" y="259"/>
                    <a:pt x="1517" y="259"/>
                  </a:cubicBezTo>
                  <a:cubicBezTo>
                    <a:pt x="1285" y="188"/>
                    <a:pt x="1035" y="125"/>
                    <a:pt x="794" y="90"/>
                  </a:cubicBezTo>
                  <a:cubicBezTo>
                    <a:pt x="750" y="90"/>
                    <a:pt x="705" y="81"/>
                    <a:pt x="661" y="81"/>
                  </a:cubicBezTo>
                  <a:cubicBezTo>
                    <a:pt x="589" y="72"/>
                    <a:pt x="527" y="72"/>
                    <a:pt x="455" y="72"/>
                  </a:cubicBezTo>
                  <a:cubicBezTo>
                    <a:pt x="439" y="74"/>
                    <a:pt x="422" y="75"/>
                    <a:pt x="405" y="75"/>
                  </a:cubicBezTo>
                  <a:cubicBezTo>
                    <a:pt x="360" y="75"/>
                    <a:pt x="314" y="67"/>
                    <a:pt x="268" y="54"/>
                  </a:cubicBezTo>
                  <a:cubicBezTo>
                    <a:pt x="241" y="45"/>
                    <a:pt x="215" y="36"/>
                    <a:pt x="188" y="18"/>
                  </a:cubicBezTo>
                  <a:cubicBezTo>
                    <a:pt x="171" y="8"/>
                    <a:pt x="151" y="0"/>
                    <a:pt x="1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9" name="Google Shape;1539;p41"/>
            <p:cNvSpPr/>
            <p:nvPr/>
          </p:nvSpPr>
          <p:spPr>
            <a:xfrm rot="858113">
              <a:off x="8476619" y="4595812"/>
              <a:ext cx="160304" cy="105826"/>
            </a:xfrm>
            <a:custGeom>
              <a:avLst/>
              <a:gdLst/>
              <a:ahLst/>
              <a:cxnLst/>
              <a:rect l="l" t="t" r="r" b="b"/>
              <a:pathLst>
                <a:path w="768" h="507" extrusionOk="0">
                  <a:moveTo>
                    <a:pt x="145" y="1"/>
                  </a:moveTo>
                  <a:cubicBezTo>
                    <a:pt x="124" y="1"/>
                    <a:pt x="83" y="28"/>
                    <a:pt x="0" y="105"/>
                  </a:cubicBezTo>
                  <a:cubicBezTo>
                    <a:pt x="9" y="123"/>
                    <a:pt x="9" y="150"/>
                    <a:pt x="18" y="159"/>
                  </a:cubicBezTo>
                  <a:cubicBezTo>
                    <a:pt x="36" y="176"/>
                    <a:pt x="63" y="185"/>
                    <a:pt x="89" y="203"/>
                  </a:cubicBezTo>
                  <a:cubicBezTo>
                    <a:pt x="116" y="212"/>
                    <a:pt x="134" y="221"/>
                    <a:pt x="161" y="230"/>
                  </a:cubicBezTo>
                  <a:cubicBezTo>
                    <a:pt x="196" y="257"/>
                    <a:pt x="232" y="275"/>
                    <a:pt x="277" y="283"/>
                  </a:cubicBezTo>
                  <a:cubicBezTo>
                    <a:pt x="295" y="292"/>
                    <a:pt x="321" y="301"/>
                    <a:pt x="348" y="301"/>
                  </a:cubicBezTo>
                  <a:cubicBezTo>
                    <a:pt x="366" y="310"/>
                    <a:pt x="384" y="310"/>
                    <a:pt x="402" y="319"/>
                  </a:cubicBezTo>
                  <a:cubicBezTo>
                    <a:pt x="491" y="355"/>
                    <a:pt x="562" y="408"/>
                    <a:pt x="643" y="444"/>
                  </a:cubicBezTo>
                  <a:lnTo>
                    <a:pt x="758" y="506"/>
                  </a:lnTo>
                  <a:cubicBezTo>
                    <a:pt x="767" y="453"/>
                    <a:pt x="767" y="408"/>
                    <a:pt x="767" y="364"/>
                  </a:cubicBezTo>
                  <a:cubicBezTo>
                    <a:pt x="758" y="355"/>
                    <a:pt x="741" y="346"/>
                    <a:pt x="732" y="337"/>
                  </a:cubicBezTo>
                  <a:cubicBezTo>
                    <a:pt x="625" y="292"/>
                    <a:pt x="527" y="239"/>
                    <a:pt x="419" y="194"/>
                  </a:cubicBezTo>
                  <a:cubicBezTo>
                    <a:pt x="366" y="167"/>
                    <a:pt x="304" y="150"/>
                    <a:pt x="250" y="132"/>
                  </a:cubicBezTo>
                  <a:lnTo>
                    <a:pt x="232" y="132"/>
                  </a:lnTo>
                  <a:cubicBezTo>
                    <a:pt x="196" y="114"/>
                    <a:pt x="170" y="87"/>
                    <a:pt x="170" y="34"/>
                  </a:cubicBezTo>
                  <a:cubicBezTo>
                    <a:pt x="166" y="15"/>
                    <a:pt x="161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0" name="Google Shape;1540;p41"/>
            <p:cNvSpPr/>
            <p:nvPr/>
          </p:nvSpPr>
          <p:spPr>
            <a:xfrm rot="10075057">
              <a:off x="8483012" y="3738526"/>
              <a:ext cx="192600" cy="135699"/>
            </a:xfrm>
            <a:custGeom>
              <a:avLst/>
              <a:gdLst/>
              <a:ahLst/>
              <a:cxnLst/>
              <a:rect l="l" t="t" r="r" b="b"/>
              <a:pathLst>
                <a:path w="3175" h="2237" extrusionOk="0">
                  <a:moveTo>
                    <a:pt x="384" y="1"/>
                  </a:moveTo>
                  <a:cubicBezTo>
                    <a:pt x="3" y="9"/>
                    <a:pt x="0" y="598"/>
                    <a:pt x="375" y="598"/>
                  </a:cubicBezTo>
                  <a:cubicBezTo>
                    <a:pt x="378" y="598"/>
                    <a:pt x="381" y="598"/>
                    <a:pt x="384" y="598"/>
                  </a:cubicBezTo>
                  <a:cubicBezTo>
                    <a:pt x="386" y="598"/>
                    <a:pt x="388" y="598"/>
                    <a:pt x="390" y="598"/>
                  </a:cubicBezTo>
                  <a:cubicBezTo>
                    <a:pt x="644" y="598"/>
                    <a:pt x="733" y="1108"/>
                    <a:pt x="883" y="1258"/>
                  </a:cubicBezTo>
                  <a:cubicBezTo>
                    <a:pt x="1017" y="1401"/>
                    <a:pt x="1204" y="1464"/>
                    <a:pt x="1383" y="1517"/>
                  </a:cubicBezTo>
                  <a:cubicBezTo>
                    <a:pt x="1668" y="1597"/>
                    <a:pt x="1668" y="1767"/>
                    <a:pt x="1856" y="1927"/>
                  </a:cubicBezTo>
                  <a:cubicBezTo>
                    <a:pt x="2061" y="2097"/>
                    <a:pt x="2319" y="1981"/>
                    <a:pt x="2525" y="2159"/>
                  </a:cubicBezTo>
                  <a:cubicBezTo>
                    <a:pt x="2586" y="2213"/>
                    <a:pt x="2655" y="2236"/>
                    <a:pt x="2721" y="2236"/>
                  </a:cubicBezTo>
                  <a:cubicBezTo>
                    <a:pt x="2961" y="2236"/>
                    <a:pt x="3175" y="1936"/>
                    <a:pt x="2944" y="1740"/>
                  </a:cubicBezTo>
                  <a:cubicBezTo>
                    <a:pt x="2837" y="1642"/>
                    <a:pt x="2730" y="1553"/>
                    <a:pt x="2587" y="1499"/>
                  </a:cubicBezTo>
                  <a:cubicBezTo>
                    <a:pt x="2534" y="1481"/>
                    <a:pt x="2257" y="1437"/>
                    <a:pt x="2257" y="1437"/>
                  </a:cubicBezTo>
                  <a:cubicBezTo>
                    <a:pt x="2186" y="1383"/>
                    <a:pt x="2141" y="1223"/>
                    <a:pt x="2061" y="1160"/>
                  </a:cubicBezTo>
                  <a:cubicBezTo>
                    <a:pt x="1972" y="1080"/>
                    <a:pt x="1865" y="1035"/>
                    <a:pt x="1749" y="1000"/>
                  </a:cubicBezTo>
                  <a:cubicBezTo>
                    <a:pt x="1588" y="937"/>
                    <a:pt x="1392" y="946"/>
                    <a:pt x="1267" y="795"/>
                  </a:cubicBezTo>
                  <a:cubicBezTo>
                    <a:pt x="1169" y="679"/>
                    <a:pt x="1160" y="456"/>
                    <a:pt x="1062" y="322"/>
                  </a:cubicBezTo>
                  <a:cubicBezTo>
                    <a:pt x="901" y="90"/>
                    <a:pt x="660" y="1"/>
                    <a:pt x="3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1" name="Google Shape;1541;p41"/>
            <p:cNvSpPr/>
            <p:nvPr/>
          </p:nvSpPr>
          <p:spPr>
            <a:xfrm rot="10075057">
              <a:off x="7480649" y="3677901"/>
              <a:ext cx="192600" cy="135699"/>
            </a:xfrm>
            <a:custGeom>
              <a:avLst/>
              <a:gdLst/>
              <a:ahLst/>
              <a:cxnLst/>
              <a:rect l="l" t="t" r="r" b="b"/>
              <a:pathLst>
                <a:path w="3175" h="2237" extrusionOk="0">
                  <a:moveTo>
                    <a:pt x="384" y="1"/>
                  </a:moveTo>
                  <a:cubicBezTo>
                    <a:pt x="3" y="9"/>
                    <a:pt x="0" y="598"/>
                    <a:pt x="375" y="598"/>
                  </a:cubicBezTo>
                  <a:cubicBezTo>
                    <a:pt x="378" y="598"/>
                    <a:pt x="381" y="598"/>
                    <a:pt x="384" y="598"/>
                  </a:cubicBezTo>
                  <a:cubicBezTo>
                    <a:pt x="386" y="598"/>
                    <a:pt x="388" y="598"/>
                    <a:pt x="390" y="598"/>
                  </a:cubicBezTo>
                  <a:cubicBezTo>
                    <a:pt x="644" y="598"/>
                    <a:pt x="733" y="1108"/>
                    <a:pt x="883" y="1258"/>
                  </a:cubicBezTo>
                  <a:cubicBezTo>
                    <a:pt x="1017" y="1401"/>
                    <a:pt x="1204" y="1464"/>
                    <a:pt x="1383" y="1517"/>
                  </a:cubicBezTo>
                  <a:cubicBezTo>
                    <a:pt x="1668" y="1597"/>
                    <a:pt x="1668" y="1767"/>
                    <a:pt x="1856" y="1927"/>
                  </a:cubicBezTo>
                  <a:cubicBezTo>
                    <a:pt x="2061" y="2097"/>
                    <a:pt x="2319" y="1981"/>
                    <a:pt x="2525" y="2159"/>
                  </a:cubicBezTo>
                  <a:cubicBezTo>
                    <a:pt x="2586" y="2213"/>
                    <a:pt x="2655" y="2236"/>
                    <a:pt x="2721" y="2236"/>
                  </a:cubicBezTo>
                  <a:cubicBezTo>
                    <a:pt x="2961" y="2236"/>
                    <a:pt x="3175" y="1936"/>
                    <a:pt x="2944" y="1740"/>
                  </a:cubicBezTo>
                  <a:cubicBezTo>
                    <a:pt x="2837" y="1642"/>
                    <a:pt x="2730" y="1553"/>
                    <a:pt x="2587" y="1499"/>
                  </a:cubicBezTo>
                  <a:cubicBezTo>
                    <a:pt x="2534" y="1481"/>
                    <a:pt x="2257" y="1437"/>
                    <a:pt x="2257" y="1437"/>
                  </a:cubicBezTo>
                  <a:cubicBezTo>
                    <a:pt x="2186" y="1383"/>
                    <a:pt x="2141" y="1223"/>
                    <a:pt x="2061" y="1160"/>
                  </a:cubicBezTo>
                  <a:cubicBezTo>
                    <a:pt x="1972" y="1080"/>
                    <a:pt x="1865" y="1035"/>
                    <a:pt x="1749" y="1000"/>
                  </a:cubicBezTo>
                  <a:cubicBezTo>
                    <a:pt x="1588" y="937"/>
                    <a:pt x="1392" y="946"/>
                    <a:pt x="1267" y="795"/>
                  </a:cubicBezTo>
                  <a:cubicBezTo>
                    <a:pt x="1169" y="679"/>
                    <a:pt x="1160" y="456"/>
                    <a:pt x="1062" y="322"/>
                  </a:cubicBezTo>
                  <a:cubicBezTo>
                    <a:pt x="901" y="90"/>
                    <a:pt x="660" y="1"/>
                    <a:pt x="3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2" name="Google Shape;1542;p41"/>
            <p:cNvSpPr/>
            <p:nvPr/>
          </p:nvSpPr>
          <p:spPr>
            <a:xfrm rot="5400000">
              <a:off x="7981833" y="3636914"/>
              <a:ext cx="192603" cy="135702"/>
            </a:xfrm>
            <a:custGeom>
              <a:avLst/>
              <a:gdLst/>
              <a:ahLst/>
              <a:cxnLst/>
              <a:rect l="l" t="t" r="r" b="b"/>
              <a:pathLst>
                <a:path w="3175" h="2237" extrusionOk="0">
                  <a:moveTo>
                    <a:pt x="384" y="1"/>
                  </a:moveTo>
                  <a:cubicBezTo>
                    <a:pt x="3" y="9"/>
                    <a:pt x="0" y="598"/>
                    <a:pt x="375" y="598"/>
                  </a:cubicBezTo>
                  <a:cubicBezTo>
                    <a:pt x="378" y="598"/>
                    <a:pt x="381" y="598"/>
                    <a:pt x="384" y="598"/>
                  </a:cubicBezTo>
                  <a:cubicBezTo>
                    <a:pt x="386" y="598"/>
                    <a:pt x="388" y="598"/>
                    <a:pt x="390" y="598"/>
                  </a:cubicBezTo>
                  <a:cubicBezTo>
                    <a:pt x="644" y="598"/>
                    <a:pt x="733" y="1108"/>
                    <a:pt x="883" y="1258"/>
                  </a:cubicBezTo>
                  <a:cubicBezTo>
                    <a:pt x="1017" y="1401"/>
                    <a:pt x="1204" y="1464"/>
                    <a:pt x="1383" y="1517"/>
                  </a:cubicBezTo>
                  <a:cubicBezTo>
                    <a:pt x="1668" y="1597"/>
                    <a:pt x="1668" y="1767"/>
                    <a:pt x="1856" y="1927"/>
                  </a:cubicBezTo>
                  <a:cubicBezTo>
                    <a:pt x="2061" y="2097"/>
                    <a:pt x="2319" y="1981"/>
                    <a:pt x="2525" y="2159"/>
                  </a:cubicBezTo>
                  <a:cubicBezTo>
                    <a:pt x="2586" y="2213"/>
                    <a:pt x="2655" y="2236"/>
                    <a:pt x="2721" y="2236"/>
                  </a:cubicBezTo>
                  <a:cubicBezTo>
                    <a:pt x="2961" y="2236"/>
                    <a:pt x="3175" y="1936"/>
                    <a:pt x="2944" y="1740"/>
                  </a:cubicBezTo>
                  <a:cubicBezTo>
                    <a:pt x="2837" y="1642"/>
                    <a:pt x="2730" y="1553"/>
                    <a:pt x="2587" y="1499"/>
                  </a:cubicBezTo>
                  <a:cubicBezTo>
                    <a:pt x="2534" y="1481"/>
                    <a:pt x="2257" y="1437"/>
                    <a:pt x="2257" y="1437"/>
                  </a:cubicBezTo>
                  <a:cubicBezTo>
                    <a:pt x="2186" y="1383"/>
                    <a:pt x="2141" y="1223"/>
                    <a:pt x="2061" y="1160"/>
                  </a:cubicBezTo>
                  <a:cubicBezTo>
                    <a:pt x="1972" y="1080"/>
                    <a:pt x="1865" y="1035"/>
                    <a:pt x="1749" y="1000"/>
                  </a:cubicBezTo>
                  <a:cubicBezTo>
                    <a:pt x="1588" y="937"/>
                    <a:pt x="1392" y="946"/>
                    <a:pt x="1267" y="795"/>
                  </a:cubicBezTo>
                  <a:cubicBezTo>
                    <a:pt x="1169" y="679"/>
                    <a:pt x="1160" y="456"/>
                    <a:pt x="1062" y="322"/>
                  </a:cubicBezTo>
                  <a:cubicBezTo>
                    <a:pt x="901" y="90"/>
                    <a:pt x="660" y="1"/>
                    <a:pt x="3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3" name="Google Shape;1543;p41"/>
            <p:cNvSpPr/>
            <p:nvPr/>
          </p:nvSpPr>
          <p:spPr>
            <a:xfrm rot="-9790555">
              <a:off x="8254510" y="3477951"/>
              <a:ext cx="192600" cy="135700"/>
            </a:xfrm>
            <a:custGeom>
              <a:avLst/>
              <a:gdLst/>
              <a:ahLst/>
              <a:cxnLst/>
              <a:rect l="l" t="t" r="r" b="b"/>
              <a:pathLst>
                <a:path w="3175" h="2237" extrusionOk="0">
                  <a:moveTo>
                    <a:pt x="384" y="1"/>
                  </a:moveTo>
                  <a:cubicBezTo>
                    <a:pt x="3" y="9"/>
                    <a:pt x="0" y="598"/>
                    <a:pt x="375" y="598"/>
                  </a:cubicBezTo>
                  <a:cubicBezTo>
                    <a:pt x="378" y="598"/>
                    <a:pt x="381" y="598"/>
                    <a:pt x="384" y="598"/>
                  </a:cubicBezTo>
                  <a:cubicBezTo>
                    <a:pt x="386" y="598"/>
                    <a:pt x="388" y="598"/>
                    <a:pt x="390" y="598"/>
                  </a:cubicBezTo>
                  <a:cubicBezTo>
                    <a:pt x="644" y="598"/>
                    <a:pt x="733" y="1108"/>
                    <a:pt x="883" y="1258"/>
                  </a:cubicBezTo>
                  <a:cubicBezTo>
                    <a:pt x="1017" y="1401"/>
                    <a:pt x="1204" y="1464"/>
                    <a:pt x="1383" y="1517"/>
                  </a:cubicBezTo>
                  <a:cubicBezTo>
                    <a:pt x="1668" y="1597"/>
                    <a:pt x="1668" y="1767"/>
                    <a:pt x="1856" y="1927"/>
                  </a:cubicBezTo>
                  <a:cubicBezTo>
                    <a:pt x="2061" y="2097"/>
                    <a:pt x="2319" y="1981"/>
                    <a:pt x="2525" y="2159"/>
                  </a:cubicBezTo>
                  <a:cubicBezTo>
                    <a:pt x="2586" y="2213"/>
                    <a:pt x="2655" y="2236"/>
                    <a:pt x="2721" y="2236"/>
                  </a:cubicBezTo>
                  <a:cubicBezTo>
                    <a:pt x="2961" y="2236"/>
                    <a:pt x="3175" y="1936"/>
                    <a:pt x="2944" y="1740"/>
                  </a:cubicBezTo>
                  <a:cubicBezTo>
                    <a:pt x="2837" y="1642"/>
                    <a:pt x="2730" y="1553"/>
                    <a:pt x="2587" y="1499"/>
                  </a:cubicBezTo>
                  <a:cubicBezTo>
                    <a:pt x="2534" y="1481"/>
                    <a:pt x="2257" y="1437"/>
                    <a:pt x="2257" y="1437"/>
                  </a:cubicBezTo>
                  <a:cubicBezTo>
                    <a:pt x="2186" y="1383"/>
                    <a:pt x="2141" y="1223"/>
                    <a:pt x="2061" y="1160"/>
                  </a:cubicBezTo>
                  <a:cubicBezTo>
                    <a:pt x="1972" y="1080"/>
                    <a:pt x="1865" y="1035"/>
                    <a:pt x="1749" y="1000"/>
                  </a:cubicBezTo>
                  <a:cubicBezTo>
                    <a:pt x="1588" y="937"/>
                    <a:pt x="1392" y="946"/>
                    <a:pt x="1267" y="795"/>
                  </a:cubicBezTo>
                  <a:cubicBezTo>
                    <a:pt x="1169" y="679"/>
                    <a:pt x="1160" y="456"/>
                    <a:pt x="1062" y="322"/>
                  </a:cubicBezTo>
                  <a:cubicBezTo>
                    <a:pt x="901" y="90"/>
                    <a:pt x="660" y="1"/>
                    <a:pt x="3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42"/>
          <p:cNvSpPr txBox="1"/>
          <p:nvPr>
            <p:ph type="subTitle" idx="1"/>
          </p:nvPr>
        </p:nvSpPr>
        <p:spPr>
          <a:xfrm>
            <a:off x="3553460" y="2695575"/>
            <a:ext cx="4877435" cy="19456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/>
              <a:t>First page of the website </a:t>
            </a:r>
            <a:endParaRPr lang="en-US" altLang="en-GB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/>
              <a:t>Attractive heading:</a:t>
            </a:r>
            <a:r>
              <a:rPr lang="en-US" altLang="en-GB" b="1"/>
              <a:t>A new adventure in Ice Cream</a:t>
            </a:r>
            <a:endParaRPr lang="en-US" altLang="en-GB" b="1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/>
              <a:t>Navigation Menu:Home,About,Service</a:t>
            </a:r>
            <a:endParaRPr lang="en-US" altLang="en-GB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/>
              <a:t>Images and Welcoming text</a:t>
            </a:r>
            <a:endParaRPr lang="en-US" altLang="en-GB"/>
          </a:p>
        </p:txBody>
      </p:sp>
      <p:grpSp>
        <p:nvGrpSpPr>
          <p:cNvPr id="1550" name="Google Shape;1550;p42"/>
          <p:cNvGrpSpPr/>
          <p:nvPr/>
        </p:nvGrpSpPr>
        <p:grpSpPr>
          <a:xfrm>
            <a:off x="-243197" y="3082608"/>
            <a:ext cx="2631308" cy="2384521"/>
            <a:chOff x="1847750" y="3606120"/>
            <a:chExt cx="1969247" cy="1784554"/>
          </a:xfrm>
        </p:grpSpPr>
        <p:sp>
          <p:nvSpPr>
            <p:cNvPr id="1551" name="Google Shape;1551;p42"/>
            <p:cNvSpPr/>
            <p:nvPr/>
          </p:nvSpPr>
          <p:spPr>
            <a:xfrm>
              <a:off x="2423728" y="4129627"/>
              <a:ext cx="1119021" cy="1105330"/>
            </a:xfrm>
            <a:custGeom>
              <a:avLst/>
              <a:gdLst/>
              <a:ahLst/>
              <a:cxnLst/>
              <a:rect l="l" t="t" r="r" b="b"/>
              <a:pathLst>
                <a:path w="12669" h="12514" extrusionOk="0">
                  <a:moveTo>
                    <a:pt x="6295" y="0"/>
                  </a:moveTo>
                  <a:cubicBezTo>
                    <a:pt x="5496" y="0"/>
                    <a:pt x="4695" y="170"/>
                    <a:pt x="3944" y="446"/>
                  </a:cubicBezTo>
                  <a:cubicBezTo>
                    <a:pt x="3453" y="624"/>
                    <a:pt x="2954" y="865"/>
                    <a:pt x="2597" y="1267"/>
                  </a:cubicBezTo>
                  <a:cubicBezTo>
                    <a:pt x="2222" y="1677"/>
                    <a:pt x="2097" y="2061"/>
                    <a:pt x="1598" y="2373"/>
                  </a:cubicBezTo>
                  <a:cubicBezTo>
                    <a:pt x="438" y="3087"/>
                    <a:pt x="1" y="5326"/>
                    <a:pt x="340" y="6539"/>
                  </a:cubicBezTo>
                  <a:cubicBezTo>
                    <a:pt x="402" y="6762"/>
                    <a:pt x="491" y="6976"/>
                    <a:pt x="509" y="7208"/>
                  </a:cubicBezTo>
                  <a:cubicBezTo>
                    <a:pt x="527" y="7351"/>
                    <a:pt x="509" y="7511"/>
                    <a:pt x="509" y="7663"/>
                  </a:cubicBezTo>
                  <a:cubicBezTo>
                    <a:pt x="518" y="7895"/>
                    <a:pt x="572" y="8127"/>
                    <a:pt x="652" y="8359"/>
                  </a:cubicBezTo>
                  <a:cubicBezTo>
                    <a:pt x="741" y="8600"/>
                    <a:pt x="857" y="8850"/>
                    <a:pt x="973" y="9082"/>
                  </a:cubicBezTo>
                  <a:cubicBezTo>
                    <a:pt x="1568" y="10280"/>
                    <a:pt x="2585" y="11972"/>
                    <a:pt x="4081" y="11972"/>
                  </a:cubicBezTo>
                  <a:cubicBezTo>
                    <a:pt x="4243" y="11972"/>
                    <a:pt x="4412" y="11952"/>
                    <a:pt x="4586" y="11910"/>
                  </a:cubicBezTo>
                  <a:cubicBezTo>
                    <a:pt x="4666" y="12079"/>
                    <a:pt x="4747" y="12257"/>
                    <a:pt x="4898" y="12382"/>
                  </a:cubicBezTo>
                  <a:cubicBezTo>
                    <a:pt x="4990" y="12463"/>
                    <a:pt x="5111" y="12513"/>
                    <a:pt x="5229" y="12513"/>
                  </a:cubicBezTo>
                  <a:cubicBezTo>
                    <a:pt x="5294" y="12513"/>
                    <a:pt x="5358" y="12498"/>
                    <a:pt x="5416" y="12463"/>
                  </a:cubicBezTo>
                  <a:cubicBezTo>
                    <a:pt x="5576" y="12365"/>
                    <a:pt x="5621" y="12159"/>
                    <a:pt x="5755" y="12026"/>
                  </a:cubicBezTo>
                  <a:cubicBezTo>
                    <a:pt x="5862" y="11914"/>
                    <a:pt x="6012" y="11868"/>
                    <a:pt x="6168" y="11868"/>
                  </a:cubicBezTo>
                  <a:cubicBezTo>
                    <a:pt x="6285" y="11868"/>
                    <a:pt x="6406" y="11894"/>
                    <a:pt x="6513" y="11936"/>
                  </a:cubicBezTo>
                  <a:cubicBezTo>
                    <a:pt x="6772" y="12026"/>
                    <a:pt x="7004" y="12177"/>
                    <a:pt x="7271" y="12231"/>
                  </a:cubicBezTo>
                  <a:cubicBezTo>
                    <a:pt x="7341" y="12243"/>
                    <a:pt x="7411" y="12248"/>
                    <a:pt x="7480" y="12248"/>
                  </a:cubicBezTo>
                  <a:cubicBezTo>
                    <a:pt x="7722" y="12248"/>
                    <a:pt x="7962" y="12184"/>
                    <a:pt x="8190" y="12115"/>
                  </a:cubicBezTo>
                  <a:lnTo>
                    <a:pt x="9091" y="11865"/>
                  </a:lnTo>
                  <a:cubicBezTo>
                    <a:pt x="9573" y="11731"/>
                    <a:pt x="10055" y="11597"/>
                    <a:pt x="10510" y="11374"/>
                  </a:cubicBezTo>
                  <a:cubicBezTo>
                    <a:pt x="11794" y="10732"/>
                    <a:pt x="12294" y="9528"/>
                    <a:pt x="12499" y="8163"/>
                  </a:cubicBezTo>
                  <a:cubicBezTo>
                    <a:pt x="12669" y="6994"/>
                    <a:pt x="12499" y="5799"/>
                    <a:pt x="12196" y="4657"/>
                  </a:cubicBezTo>
                  <a:cubicBezTo>
                    <a:pt x="12026" y="3988"/>
                    <a:pt x="11803" y="3310"/>
                    <a:pt x="11420" y="2730"/>
                  </a:cubicBezTo>
                  <a:cubicBezTo>
                    <a:pt x="11036" y="2150"/>
                    <a:pt x="10483" y="1650"/>
                    <a:pt x="9814" y="1472"/>
                  </a:cubicBezTo>
                  <a:cubicBezTo>
                    <a:pt x="9644" y="1418"/>
                    <a:pt x="9466" y="1392"/>
                    <a:pt x="9332" y="1294"/>
                  </a:cubicBezTo>
                  <a:cubicBezTo>
                    <a:pt x="8948" y="1017"/>
                    <a:pt x="8868" y="669"/>
                    <a:pt x="8404" y="455"/>
                  </a:cubicBezTo>
                  <a:cubicBezTo>
                    <a:pt x="7931" y="241"/>
                    <a:pt x="7432" y="98"/>
                    <a:pt x="6915" y="36"/>
                  </a:cubicBezTo>
                  <a:cubicBezTo>
                    <a:pt x="6709" y="12"/>
                    <a:pt x="6502" y="0"/>
                    <a:pt x="62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2" name="Google Shape;1552;p42"/>
            <p:cNvSpPr/>
            <p:nvPr/>
          </p:nvSpPr>
          <p:spPr>
            <a:xfrm>
              <a:off x="2425318" y="4171405"/>
              <a:ext cx="1111955" cy="1062580"/>
            </a:xfrm>
            <a:custGeom>
              <a:avLst/>
              <a:gdLst/>
              <a:ahLst/>
              <a:cxnLst/>
              <a:rect l="l" t="t" r="r" b="b"/>
              <a:pathLst>
                <a:path w="12589" h="12030" extrusionOk="0">
                  <a:moveTo>
                    <a:pt x="3992" y="1"/>
                  </a:moveTo>
                  <a:cubicBezTo>
                    <a:pt x="3476" y="1"/>
                    <a:pt x="2916" y="421"/>
                    <a:pt x="2605" y="776"/>
                  </a:cubicBezTo>
                  <a:cubicBezTo>
                    <a:pt x="2231" y="1195"/>
                    <a:pt x="2106" y="1570"/>
                    <a:pt x="1606" y="1882"/>
                  </a:cubicBezTo>
                  <a:cubicBezTo>
                    <a:pt x="447" y="2596"/>
                    <a:pt x="1" y="4835"/>
                    <a:pt x="340" y="6057"/>
                  </a:cubicBezTo>
                  <a:cubicBezTo>
                    <a:pt x="402" y="6271"/>
                    <a:pt x="491" y="6485"/>
                    <a:pt x="518" y="6717"/>
                  </a:cubicBezTo>
                  <a:cubicBezTo>
                    <a:pt x="527" y="6869"/>
                    <a:pt x="509" y="7021"/>
                    <a:pt x="518" y="7172"/>
                  </a:cubicBezTo>
                  <a:cubicBezTo>
                    <a:pt x="518" y="7413"/>
                    <a:pt x="571" y="7645"/>
                    <a:pt x="652" y="7868"/>
                  </a:cubicBezTo>
                  <a:cubicBezTo>
                    <a:pt x="741" y="8118"/>
                    <a:pt x="866" y="8359"/>
                    <a:pt x="982" y="8600"/>
                  </a:cubicBezTo>
                  <a:cubicBezTo>
                    <a:pt x="1577" y="9790"/>
                    <a:pt x="2593" y="11482"/>
                    <a:pt x="4089" y="11482"/>
                  </a:cubicBezTo>
                  <a:cubicBezTo>
                    <a:pt x="4252" y="11482"/>
                    <a:pt x="4421" y="11462"/>
                    <a:pt x="4595" y="11419"/>
                  </a:cubicBezTo>
                  <a:cubicBezTo>
                    <a:pt x="4675" y="11597"/>
                    <a:pt x="4755" y="11776"/>
                    <a:pt x="4898" y="11900"/>
                  </a:cubicBezTo>
                  <a:cubicBezTo>
                    <a:pt x="4988" y="11979"/>
                    <a:pt x="5109" y="12029"/>
                    <a:pt x="5227" y="12029"/>
                  </a:cubicBezTo>
                  <a:cubicBezTo>
                    <a:pt x="5297" y="12029"/>
                    <a:pt x="5365" y="12012"/>
                    <a:pt x="5425" y="11972"/>
                  </a:cubicBezTo>
                  <a:cubicBezTo>
                    <a:pt x="5576" y="11874"/>
                    <a:pt x="5630" y="11668"/>
                    <a:pt x="5755" y="11535"/>
                  </a:cubicBezTo>
                  <a:cubicBezTo>
                    <a:pt x="5860" y="11424"/>
                    <a:pt x="6009" y="11381"/>
                    <a:pt x="6165" y="11381"/>
                  </a:cubicBezTo>
                  <a:cubicBezTo>
                    <a:pt x="6285" y="11381"/>
                    <a:pt x="6409" y="11407"/>
                    <a:pt x="6522" y="11445"/>
                  </a:cubicBezTo>
                  <a:cubicBezTo>
                    <a:pt x="6781" y="11535"/>
                    <a:pt x="7012" y="11686"/>
                    <a:pt x="7280" y="11740"/>
                  </a:cubicBezTo>
                  <a:cubicBezTo>
                    <a:pt x="7351" y="11755"/>
                    <a:pt x="7423" y="11761"/>
                    <a:pt x="7495" y="11761"/>
                  </a:cubicBezTo>
                  <a:cubicBezTo>
                    <a:pt x="7730" y="11761"/>
                    <a:pt x="7967" y="11694"/>
                    <a:pt x="8199" y="11633"/>
                  </a:cubicBezTo>
                  <a:lnTo>
                    <a:pt x="9100" y="11374"/>
                  </a:lnTo>
                  <a:cubicBezTo>
                    <a:pt x="9582" y="11240"/>
                    <a:pt x="10063" y="11106"/>
                    <a:pt x="10510" y="10883"/>
                  </a:cubicBezTo>
                  <a:cubicBezTo>
                    <a:pt x="11794" y="10250"/>
                    <a:pt x="12294" y="9037"/>
                    <a:pt x="12499" y="7672"/>
                  </a:cubicBezTo>
                  <a:cubicBezTo>
                    <a:pt x="12588" y="7083"/>
                    <a:pt x="12588" y="6476"/>
                    <a:pt x="12526" y="5888"/>
                  </a:cubicBezTo>
                  <a:cubicBezTo>
                    <a:pt x="12481" y="5468"/>
                    <a:pt x="12312" y="5067"/>
                    <a:pt x="12267" y="4648"/>
                  </a:cubicBezTo>
                  <a:cubicBezTo>
                    <a:pt x="12184" y="3938"/>
                    <a:pt x="11819" y="2440"/>
                    <a:pt x="10896" y="2440"/>
                  </a:cubicBezTo>
                  <a:cubicBezTo>
                    <a:pt x="10832" y="2440"/>
                    <a:pt x="10766" y="2447"/>
                    <a:pt x="10697" y="2462"/>
                  </a:cubicBezTo>
                  <a:cubicBezTo>
                    <a:pt x="10206" y="2569"/>
                    <a:pt x="9840" y="3086"/>
                    <a:pt x="9332" y="3095"/>
                  </a:cubicBezTo>
                  <a:cubicBezTo>
                    <a:pt x="9325" y="3096"/>
                    <a:pt x="9318" y="3096"/>
                    <a:pt x="9311" y="3096"/>
                  </a:cubicBezTo>
                  <a:cubicBezTo>
                    <a:pt x="9024" y="3096"/>
                    <a:pt x="8754" y="2925"/>
                    <a:pt x="8476" y="2881"/>
                  </a:cubicBezTo>
                  <a:cubicBezTo>
                    <a:pt x="8430" y="2874"/>
                    <a:pt x="8385" y="2871"/>
                    <a:pt x="8339" y="2871"/>
                  </a:cubicBezTo>
                  <a:cubicBezTo>
                    <a:pt x="7798" y="2871"/>
                    <a:pt x="7288" y="3346"/>
                    <a:pt x="7280" y="3889"/>
                  </a:cubicBezTo>
                  <a:cubicBezTo>
                    <a:pt x="7446" y="3766"/>
                    <a:pt x="7655" y="3706"/>
                    <a:pt x="7864" y="3706"/>
                  </a:cubicBezTo>
                  <a:cubicBezTo>
                    <a:pt x="8138" y="3706"/>
                    <a:pt x="8413" y="3808"/>
                    <a:pt x="8600" y="4005"/>
                  </a:cubicBezTo>
                  <a:cubicBezTo>
                    <a:pt x="8672" y="4077"/>
                    <a:pt x="8734" y="4166"/>
                    <a:pt x="8832" y="4202"/>
                  </a:cubicBezTo>
                  <a:cubicBezTo>
                    <a:pt x="8864" y="4214"/>
                    <a:pt x="8896" y="4219"/>
                    <a:pt x="8927" y="4219"/>
                  </a:cubicBezTo>
                  <a:cubicBezTo>
                    <a:pt x="9149" y="4219"/>
                    <a:pt x="9358" y="3950"/>
                    <a:pt x="9608" y="3934"/>
                  </a:cubicBezTo>
                  <a:cubicBezTo>
                    <a:pt x="9616" y="3934"/>
                    <a:pt x="9623" y="3933"/>
                    <a:pt x="9630" y="3933"/>
                  </a:cubicBezTo>
                  <a:cubicBezTo>
                    <a:pt x="9911" y="3933"/>
                    <a:pt x="10136" y="4243"/>
                    <a:pt x="10405" y="4243"/>
                  </a:cubicBezTo>
                  <a:cubicBezTo>
                    <a:pt x="10425" y="4243"/>
                    <a:pt x="10445" y="4241"/>
                    <a:pt x="10465" y="4237"/>
                  </a:cubicBezTo>
                  <a:cubicBezTo>
                    <a:pt x="10759" y="4185"/>
                    <a:pt x="10928" y="3794"/>
                    <a:pt x="11120" y="3794"/>
                  </a:cubicBezTo>
                  <a:cubicBezTo>
                    <a:pt x="11191" y="3794"/>
                    <a:pt x="11264" y="3846"/>
                    <a:pt x="11348" y="3987"/>
                  </a:cubicBezTo>
                  <a:cubicBezTo>
                    <a:pt x="11598" y="4398"/>
                    <a:pt x="11500" y="5103"/>
                    <a:pt x="11384" y="5540"/>
                  </a:cubicBezTo>
                  <a:cubicBezTo>
                    <a:pt x="11232" y="6120"/>
                    <a:pt x="10938" y="6664"/>
                    <a:pt x="10643" y="7190"/>
                  </a:cubicBezTo>
                  <a:cubicBezTo>
                    <a:pt x="10492" y="7467"/>
                    <a:pt x="10331" y="7752"/>
                    <a:pt x="10081" y="7948"/>
                  </a:cubicBezTo>
                  <a:cubicBezTo>
                    <a:pt x="9778" y="8190"/>
                    <a:pt x="9379" y="8275"/>
                    <a:pt x="8986" y="8275"/>
                  </a:cubicBezTo>
                  <a:cubicBezTo>
                    <a:pt x="8929" y="8275"/>
                    <a:pt x="8871" y="8273"/>
                    <a:pt x="8815" y="8270"/>
                  </a:cubicBezTo>
                  <a:cubicBezTo>
                    <a:pt x="8484" y="8243"/>
                    <a:pt x="8137" y="8171"/>
                    <a:pt x="7860" y="7993"/>
                  </a:cubicBezTo>
                  <a:cubicBezTo>
                    <a:pt x="7325" y="7645"/>
                    <a:pt x="7137" y="6994"/>
                    <a:pt x="7048" y="6396"/>
                  </a:cubicBezTo>
                  <a:cubicBezTo>
                    <a:pt x="6950" y="5745"/>
                    <a:pt x="6763" y="5308"/>
                    <a:pt x="6236" y="4862"/>
                  </a:cubicBezTo>
                  <a:cubicBezTo>
                    <a:pt x="5888" y="4576"/>
                    <a:pt x="5665" y="4594"/>
                    <a:pt x="5567" y="4130"/>
                  </a:cubicBezTo>
                  <a:cubicBezTo>
                    <a:pt x="5478" y="3720"/>
                    <a:pt x="5469" y="3292"/>
                    <a:pt x="5264" y="2917"/>
                  </a:cubicBezTo>
                  <a:cubicBezTo>
                    <a:pt x="5068" y="2569"/>
                    <a:pt x="4711" y="2310"/>
                    <a:pt x="4318" y="2248"/>
                  </a:cubicBezTo>
                  <a:cubicBezTo>
                    <a:pt x="4193" y="2230"/>
                    <a:pt x="4069" y="2221"/>
                    <a:pt x="3970" y="2150"/>
                  </a:cubicBezTo>
                  <a:cubicBezTo>
                    <a:pt x="3819" y="2043"/>
                    <a:pt x="3801" y="1829"/>
                    <a:pt x="3810" y="1641"/>
                  </a:cubicBezTo>
                  <a:cubicBezTo>
                    <a:pt x="3837" y="1088"/>
                    <a:pt x="3997" y="535"/>
                    <a:pt x="4265" y="44"/>
                  </a:cubicBezTo>
                  <a:cubicBezTo>
                    <a:pt x="4176" y="15"/>
                    <a:pt x="4085" y="1"/>
                    <a:pt x="399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3" name="Google Shape;1553;p42"/>
            <p:cNvSpPr/>
            <p:nvPr/>
          </p:nvSpPr>
          <p:spPr>
            <a:xfrm>
              <a:off x="3084854" y="3606120"/>
              <a:ext cx="730557" cy="895994"/>
            </a:xfrm>
            <a:custGeom>
              <a:avLst/>
              <a:gdLst/>
              <a:ahLst/>
              <a:cxnLst/>
              <a:rect l="l" t="t" r="r" b="b"/>
              <a:pathLst>
                <a:path w="8271" h="10144" extrusionOk="0">
                  <a:moveTo>
                    <a:pt x="5591" y="0"/>
                  </a:moveTo>
                  <a:cubicBezTo>
                    <a:pt x="5380" y="0"/>
                    <a:pt x="5184" y="30"/>
                    <a:pt x="5014" y="93"/>
                  </a:cubicBezTo>
                  <a:cubicBezTo>
                    <a:pt x="4657" y="789"/>
                    <a:pt x="4300" y="1475"/>
                    <a:pt x="3944" y="2162"/>
                  </a:cubicBezTo>
                  <a:cubicBezTo>
                    <a:pt x="3230" y="3536"/>
                    <a:pt x="2516" y="4901"/>
                    <a:pt x="1802" y="6275"/>
                  </a:cubicBezTo>
                  <a:cubicBezTo>
                    <a:pt x="1267" y="7301"/>
                    <a:pt x="741" y="8327"/>
                    <a:pt x="206" y="9353"/>
                  </a:cubicBezTo>
                  <a:cubicBezTo>
                    <a:pt x="152" y="9451"/>
                    <a:pt x="0" y="9656"/>
                    <a:pt x="134" y="9727"/>
                  </a:cubicBezTo>
                  <a:cubicBezTo>
                    <a:pt x="266" y="9596"/>
                    <a:pt x="449" y="9531"/>
                    <a:pt x="632" y="9531"/>
                  </a:cubicBezTo>
                  <a:cubicBezTo>
                    <a:pt x="822" y="9531"/>
                    <a:pt x="1011" y="9600"/>
                    <a:pt x="1142" y="9736"/>
                  </a:cubicBezTo>
                  <a:cubicBezTo>
                    <a:pt x="1223" y="9825"/>
                    <a:pt x="1285" y="9924"/>
                    <a:pt x="1365" y="10004"/>
                  </a:cubicBezTo>
                  <a:cubicBezTo>
                    <a:pt x="1435" y="10067"/>
                    <a:pt x="1522" y="10113"/>
                    <a:pt x="1607" y="10113"/>
                  </a:cubicBezTo>
                  <a:cubicBezTo>
                    <a:pt x="1631" y="10113"/>
                    <a:pt x="1654" y="10110"/>
                    <a:pt x="1678" y="10102"/>
                  </a:cubicBezTo>
                  <a:cubicBezTo>
                    <a:pt x="1799" y="10064"/>
                    <a:pt x="1902" y="9928"/>
                    <a:pt x="2007" y="9928"/>
                  </a:cubicBezTo>
                  <a:cubicBezTo>
                    <a:pt x="2025" y="9928"/>
                    <a:pt x="2043" y="9932"/>
                    <a:pt x="2061" y="9941"/>
                  </a:cubicBezTo>
                  <a:cubicBezTo>
                    <a:pt x="2115" y="9968"/>
                    <a:pt x="2150" y="10031"/>
                    <a:pt x="2213" y="10040"/>
                  </a:cubicBezTo>
                  <a:cubicBezTo>
                    <a:pt x="2221" y="10042"/>
                    <a:pt x="2228" y="10043"/>
                    <a:pt x="2236" y="10043"/>
                  </a:cubicBezTo>
                  <a:cubicBezTo>
                    <a:pt x="2291" y="10043"/>
                    <a:pt x="2347" y="9995"/>
                    <a:pt x="2409" y="9995"/>
                  </a:cubicBezTo>
                  <a:cubicBezTo>
                    <a:pt x="2414" y="9994"/>
                    <a:pt x="2419" y="9994"/>
                    <a:pt x="2424" y="9994"/>
                  </a:cubicBezTo>
                  <a:cubicBezTo>
                    <a:pt x="2506" y="9994"/>
                    <a:pt x="2565" y="10060"/>
                    <a:pt x="2641" y="10102"/>
                  </a:cubicBezTo>
                  <a:cubicBezTo>
                    <a:pt x="2692" y="10131"/>
                    <a:pt x="2746" y="10144"/>
                    <a:pt x="2802" y="10144"/>
                  </a:cubicBezTo>
                  <a:cubicBezTo>
                    <a:pt x="2953" y="10144"/>
                    <a:pt x="3113" y="10052"/>
                    <a:pt x="3230" y="9941"/>
                  </a:cubicBezTo>
                  <a:cubicBezTo>
                    <a:pt x="3390" y="9799"/>
                    <a:pt x="3524" y="9602"/>
                    <a:pt x="3721" y="9504"/>
                  </a:cubicBezTo>
                  <a:cubicBezTo>
                    <a:pt x="3783" y="9473"/>
                    <a:pt x="3856" y="9457"/>
                    <a:pt x="3928" y="9457"/>
                  </a:cubicBezTo>
                  <a:cubicBezTo>
                    <a:pt x="4081" y="9457"/>
                    <a:pt x="4228" y="9528"/>
                    <a:pt x="4265" y="9674"/>
                  </a:cubicBezTo>
                  <a:cubicBezTo>
                    <a:pt x="4265" y="9656"/>
                    <a:pt x="4470" y="9308"/>
                    <a:pt x="4506" y="9246"/>
                  </a:cubicBezTo>
                  <a:cubicBezTo>
                    <a:pt x="4577" y="9112"/>
                    <a:pt x="4648" y="8969"/>
                    <a:pt x="4720" y="8835"/>
                  </a:cubicBezTo>
                  <a:cubicBezTo>
                    <a:pt x="4889" y="8496"/>
                    <a:pt x="5059" y="8157"/>
                    <a:pt x="5237" y="7827"/>
                  </a:cubicBezTo>
                  <a:cubicBezTo>
                    <a:pt x="5639" y="7024"/>
                    <a:pt x="6049" y="6230"/>
                    <a:pt x="6459" y="5436"/>
                  </a:cubicBezTo>
                  <a:cubicBezTo>
                    <a:pt x="7048" y="4277"/>
                    <a:pt x="7637" y="3108"/>
                    <a:pt x="8235" y="1948"/>
                  </a:cubicBezTo>
                  <a:lnTo>
                    <a:pt x="8270" y="1877"/>
                  </a:lnTo>
                  <a:cubicBezTo>
                    <a:pt x="8270" y="847"/>
                    <a:pt x="6724" y="0"/>
                    <a:pt x="55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4" name="Google Shape;1554;p42"/>
            <p:cNvSpPr/>
            <p:nvPr/>
          </p:nvSpPr>
          <p:spPr>
            <a:xfrm>
              <a:off x="3096689" y="4383299"/>
              <a:ext cx="403480" cy="91507"/>
            </a:xfrm>
            <a:custGeom>
              <a:avLst/>
              <a:gdLst/>
              <a:ahLst/>
              <a:cxnLst/>
              <a:rect l="l" t="t" r="r" b="b"/>
              <a:pathLst>
                <a:path w="4568" h="1036" extrusionOk="0">
                  <a:moveTo>
                    <a:pt x="4505" y="1"/>
                  </a:moveTo>
                  <a:cubicBezTo>
                    <a:pt x="4318" y="179"/>
                    <a:pt x="4068" y="313"/>
                    <a:pt x="3765" y="420"/>
                  </a:cubicBezTo>
                  <a:cubicBezTo>
                    <a:pt x="3124" y="634"/>
                    <a:pt x="2447" y="741"/>
                    <a:pt x="1785" y="741"/>
                  </a:cubicBezTo>
                  <a:cubicBezTo>
                    <a:pt x="1204" y="741"/>
                    <a:pt x="633" y="658"/>
                    <a:pt x="107" y="491"/>
                  </a:cubicBezTo>
                  <a:cubicBezTo>
                    <a:pt x="98" y="500"/>
                    <a:pt x="98" y="509"/>
                    <a:pt x="89" y="518"/>
                  </a:cubicBezTo>
                  <a:cubicBezTo>
                    <a:pt x="45" y="616"/>
                    <a:pt x="18" y="687"/>
                    <a:pt x="0" y="768"/>
                  </a:cubicBezTo>
                  <a:cubicBezTo>
                    <a:pt x="54" y="786"/>
                    <a:pt x="98" y="803"/>
                    <a:pt x="152" y="812"/>
                  </a:cubicBezTo>
                  <a:cubicBezTo>
                    <a:pt x="264" y="758"/>
                    <a:pt x="390" y="731"/>
                    <a:pt x="517" y="731"/>
                  </a:cubicBezTo>
                  <a:cubicBezTo>
                    <a:pt x="723" y="731"/>
                    <a:pt x="931" y="803"/>
                    <a:pt x="1080" y="946"/>
                  </a:cubicBezTo>
                  <a:cubicBezTo>
                    <a:pt x="1098" y="964"/>
                    <a:pt x="1115" y="982"/>
                    <a:pt x="1133" y="1000"/>
                  </a:cubicBezTo>
                  <a:cubicBezTo>
                    <a:pt x="1347" y="1026"/>
                    <a:pt x="1561" y="1035"/>
                    <a:pt x="1784" y="1035"/>
                  </a:cubicBezTo>
                  <a:cubicBezTo>
                    <a:pt x="2311" y="1035"/>
                    <a:pt x="2846" y="973"/>
                    <a:pt x="3372" y="839"/>
                  </a:cubicBezTo>
                  <a:cubicBezTo>
                    <a:pt x="3453" y="750"/>
                    <a:pt x="3551" y="661"/>
                    <a:pt x="3667" y="625"/>
                  </a:cubicBezTo>
                  <a:cubicBezTo>
                    <a:pt x="3702" y="612"/>
                    <a:pt x="3739" y="606"/>
                    <a:pt x="3776" y="606"/>
                  </a:cubicBezTo>
                  <a:cubicBezTo>
                    <a:pt x="3844" y="606"/>
                    <a:pt x="3913" y="626"/>
                    <a:pt x="3970" y="661"/>
                  </a:cubicBezTo>
                  <a:cubicBezTo>
                    <a:pt x="4113" y="607"/>
                    <a:pt x="4238" y="545"/>
                    <a:pt x="4354" y="473"/>
                  </a:cubicBezTo>
                  <a:cubicBezTo>
                    <a:pt x="4425" y="340"/>
                    <a:pt x="4496" y="206"/>
                    <a:pt x="4568" y="63"/>
                  </a:cubicBezTo>
                  <a:lnTo>
                    <a:pt x="45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5" name="Google Shape;1555;p42"/>
            <p:cNvSpPr/>
            <p:nvPr/>
          </p:nvSpPr>
          <p:spPr>
            <a:xfrm>
              <a:off x="3141559" y="4252489"/>
              <a:ext cx="427152" cy="114384"/>
            </a:xfrm>
            <a:custGeom>
              <a:avLst/>
              <a:gdLst/>
              <a:ahLst/>
              <a:cxnLst/>
              <a:rect l="l" t="t" r="r" b="b"/>
              <a:pathLst>
                <a:path w="4836" h="1295" extrusionOk="0">
                  <a:moveTo>
                    <a:pt x="4809" y="1"/>
                  </a:moveTo>
                  <a:cubicBezTo>
                    <a:pt x="4765" y="54"/>
                    <a:pt x="4693" y="90"/>
                    <a:pt x="4622" y="134"/>
                  </a:cubicBezTo>
                  <a:cubicBezTo>
                    <a:pt x="3721" y="598"/>
                    <a:pt x="2989" y="857"/>
                    <a:pt x="2329" y="937"/>
                  </a:cubicBezTo>
                  <a:cubicBezTo>
                    <a:pt x="2029" y="978"/>
                    <a:pt x="1729" y="998"/>
                    <a:pt x="1411" y="998"/>
                  </a:cubicBezTo>
                  <a:cubicBezTo>
                    <a:pt x="1028" y="998"/>
                    <a:pt x="620" y="969"/>
                    <a:pt x="152" y="911"/>
                  </a:cubicBezTo>
                  <a:cubicBezTo>
                    <a:pt x="99" y="1009"/>
                    <a:pt x="54" y="1098"/>
                    <a:pt x="1" y="1196"/>
                  </a:cubicBezTo>
                  <a:cubicBezTo>
                    <a:pt x="536" y="1259"/>
                    <a:pt x="991" y="1294"/>
                    <a:pt x="1419" y="1294"/>
                  </a:cubicBezTo>
                  <a:cubicBezTo>
                    <a:pt x="1749" y="1294"/>
                    <a:pt x="2053" y="1276"/>
                    <a:pt x="2365" y="1232"/>
                  </a:cubicBezTo>
                  <a:cubicBezTo>
                    <a:pt x="3025" y="1151"/>
                    <a:pt x="3748" y="902"/>
                    <a:pt x="4613" y="465"/>
                  </a:cubicBezTo>
                  <a:cubicBezTo>
                    <a:pt x="4684" y="322"/>
                    <a:pt x="4765" y="170"/>
                    <a:pt x="4836" y="27"/>
                  </a:cubicBezTo>
                  <a:lnTo>
                    <a:pt x="48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6" name="Google Shape;1556;p42"/>
            <p:cNvSpPr/>
            <p:nvPr/>
          </p:nvSpPr>
          <p:spPr>
            <a:xfrm>
              <a:off x="3196764" y="4124858"/>
              <a:ext cx="438988" cy="130901"/>
            </a:xfrm>
            <a:custGeom>
              <a:avLst/>
              <a:gdLst/>
              <a:ahLst/>
              <a:cxnLst/>
              <a:rect l="l" t="t" r="r" b="b"/>
              <a:pathLst>
                <a:path w="4970" h="1482" extrusionOk="0">
                  <a:moveTo>
                    <a:pt x="4969" y="0"/>
                  </a:moveTo>
                  <a:lnTo>
                    <a:pt x="4969" y="0"/>
                  </a:lnTo>
                  <a:cubicBezTo>
                    <a:pt x="4559" y="250"/>
                    <a:pt x="4122" y="429"/>
                    <a:pt x="3774" y="545"/>
                  </a:cubicBezTo>
                  <a:cubicBezTo>
                    <a:pt x="2951" y="837"/>
                    <a:pt x="1796" y="1189"/>
                    <a:pt x="676" y="1189"/>
                  </a:cubicBezTo>
                  <a:cubicBezTo>
                    <a:pt x="497" y="1189"/>
                    <a:pt x="319" y="1180"/>
                    <a:pt x="143" y="1160"/>
                  </a:cubicBezTo>
                  <a:cubicBezTo>
                    <a:pt x="98" y="1249"/>
                    <a:pt x="45" y="1348"/>
                    <a:pt x="0" y="1437"/>
                  </a:cubicBezTo>
                  <a:cubicBezTo>
                    <a:pt x="223" y="1464"/>
                    <a:pt x="446" y="1481"/>
                    <a:pt x="678" y="1481"/>
                  </a:cubicBezTo>
                  <a:cubicBezTo>
                    <a:pt x="1838" y="1481"/>
                    <a:pt x="3024" y="1125"/>
                    <a:pt x="3872" y="830"/>
                  </a:cubicBezTo>
                  <a:cubicBezTo>
                    <a:pt x="4122" y="741"/>
                    <a:pt x="4416" y="625"/>
                    <a:pt x="4719" y="482"/>
                  </a:cubicBezTo>
                  <a:cubicBezTo>
                    <a:pt x="4800" y="322"/>
                    <a:pt x="4880" y="161"/>
                    <a:pt x="49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7" name="Google Shape;1557;p42"/>
            <p:cNvSpPr/>
            <p:nvPr/>
          </p:nvSpPr>
          <p:spPr>
            <a:xfrm>
              <a:off x="3253469" y="4000318"/>
              <a:ext cx="441373" cy="141942"/>
            </a:xfrm>
            <a:custGeom>
              <a:avLst/>
              <a:gdLst/>
              <a:ahLst/>
              <a:cxnLst/>
              <a:rect l="l" t="t" r="r" b="b"/>
              <a:pathLst>
                <a:path w="4997" h="1607" extrusionOk="0">
                  <a:moveTo>
                    <a:pt x="4925" y="1"/>
                  </a:moveTo>
                  <a:cubicBezTo>
                    <a:pt x="4818" y="90"/>
                    <a:pt x="4675" y="162"/>
                    <a:pt x="4541" y="224"/>
                  </a:cubicBezTo>
                  <a:cubicBezTo>
                    <a:pt x="3203" y="857"/>
                    <a:pt x="1696" y="1223"/>
                    <a:pt x="161" y="1303"/>
                  </a:cubicBezTo>
                  <a:cubicBezTo>
                    <a:pt x="108" y="1402"/>
                    <a:pt x="54" y="1500"/>
                    <a:pt x="1" y="1607"/>
                  </a:cubicBezTo>
                  <a:cubicBezTo>
                    <a:pt x="1633" y="1553"/>
                    <a:pt x="3248" y="1170"/>
                    <a:pt x="4675" y="492"/>
                  </a:cubicBezTo>
                  <a:cubicBezTo>
                    <a:pt x="4729" y="465"/>
                    <a:pt x="4782" y="438"/>
                    <a:pt x="4836" y="411"/>
                  </a:cubicBezTo>
                  <a:cubicBezTo>
                    <a:pt x="4889" y="304"/>
                    <a:pt x="4943" y="197"/>
                    <a:pt x="4996" y="81"/>
                  </a:cubicBezTo>
                  <a:lnTo>
                    <a:pt x="49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8" name="Google Shape;1558;p42"/>
            <p:cNvSpPr/>
            <p:nvPr/>
          </p:nvSpPr>
          <p:spPr>
            <a:xfrm>
              <a:off x="3311765" y="3903425"/>
              <a:ext cx="380692" cy="127722"/>
            </a:xfrm>
            <a:custGeom>
              <a:avLst/>
              <a:gdLst/>
              <a:ahLst/>
              <a:cxnLst/>
              <a:rect l="l" t="t" r="r" b="b"/>
              <a:pathLst>
                <a:path w="4310" h="1446" extrusionOk="0">
                  <a:moveTo>
                    <a:pt x="4176" y="1"/>
                  </a:moveTo>
                  <a:cubicBezTo>
                    <a:pt x="3016" y="607"/>
                    <a:pt x="1937" y="955"/>
                    <a:pt x="768" y="1107"/>
                  </a:cubicBezTo>
                  <a:cubicBezTo>
                    <a:pt x="581" y="1134"/>
                    <a:pt x="366" y="1151"/>
                    <a:pt x="152" y="1151"/>
                  </a:cubicBezTo>
                  <a:cubicBezTo>
                    <a:pt x="99" y="1250"/>
                    <a:pt x="45" y="1348"/>
                    <a:pt x="1" y="1437"/>
                  </a:cubicBezTo>
                  <a:cubicBezTo>
                    <a:pt x="54" y="1446"/>
                    <a:pt x="108" y="1446"/>
                    <a:pt x="161" y="1446"/>
                  </a:cubicBezTo>
                  <a:cubicBezTo>
                    <a:pt x="384" y="1446"/>
                    <a:pt x="607" y="1428"/>
                    <a:pt x="804" y="1401"/>
                  </a:cubicBezTo>
                  <a:cubicBezTo>
                    <a:pt x="2008" y="1241"/>
                    <a:pt x="3123" y="884"/>
                    <a:pt x="4310" y="268"/>
                  </a:cubicBezTo>
                  <a:lnTo>
                    <a:pt x="4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9" name="Google Shape;1559;p42"/>
            <p:cNvSpPr/>
            <p:nvPr/>
          </p:nvSpPr>
          <p:spPr>
            <a:xfrm>
              <a:off x="3366174" y="3810418"/>
              <a:ext cx="304995" cy="115179"/>
            </a:xfrm>
            <a:custGeom>
              <a:avLst/>
              <a:gdLst/>
              <a:ahLst/>
              <a:cxnLst/>
              <a:rect l="l" t="t" r="r" b="b"/>
              <a:pathLst>
                <a:path w="3453" h="1304" extrusionOk="0">
                  <a:moveTo>
                    <a:pt x="3301" y="1"/>
                  </a:moveTo>
                  <a:cubicBezTo>
                    <a:pt x="2462" y="518"/>
                    <a:pt x="1428" y="840"/>
                    <a:pt x="161" y="991"/>
                  </a:cubicBezTo>
                  <a:cubicBezTo>
                    <a:pt x="107" y="1089"/>
                    <a:pt x="54" y="1196"/>
                    <a:pt x="0" y="1303"/>
                  </a:cubicBezTo>
                  <a:cubicBezTo>
                    <a:pt x="1401" y="1161"/>
                    <a:pt x="2534" y="822"/>
                    <a:pt x="3453" y="260"/>
                  </a:cubicBezTo>
                  <a:lnTo>
                    <a:pt x="3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0" name="Google Shape;1560;p42"/>
            <p:cNvSpPr/>
            <p:nvPr/>
          </p:nvSpPr>
          <p:spPr>
            <a:xfrm>
              <a:off x="3401593" y="3606120"/>
              <a:ext cx="415404" cy="404452"/>
            </a:xfrm>
            <a:custGeom>
              <a:avLst/>
              <a:gdLst/>
              <a:ahLst/>
              <a:cxnLst/>
              <a:rect l="l" t="t" r="r" b="b"/>
              <a:pathLst>
                <a:path w="4703" h="4579" extrusionOk="0">
                  <a:moveTo>
                    <a:pt x="1994" y="1"/>
                  </a:moveTo>
                  <a:cubicBezTo>
                    <a:pt x="1954" y="1"/>
                    <a:pt x="1914" y="2"/>
                    <a:pt x="1874" y="3"/>
                  </a:cubicBezTo>
                  <a:cubicBezTo>
                    <a:pt x="1687" y="12"/>
                    <a:pt x="1562" y="30"/>
                    <a:pt x="1455" y="128"/>
                  </a:cubicBezTo>
                  <a:cubicBezTo>
                    <a:pt x="1419" y="164"/>
                    <a:pt x="1383" y="200"/>
                    <a:pt x="1357" y="244"/>
                  </a:cubicBezTo>
                  <a:cubicBezTo>
                    <a:pt x="1196" y="476"/>
                    <a:pt x="1071" y="726"/>
                    <a:pt x="937" y="976"/>
                  </a:cubicBezTo>
                  <a:cubicBezTo>
                    <a:pt x="813" y="1208"/>
                    <a:pt x="723" y="1538"/>
                    <a:pt x="527" y="1725"/>
                  </a:cubicBezTo>
                  <a:cubicBezTo>
                    <a:pt x="447" y="1814"/>
                    <a:pt x="340" y="1877"/>
                    <a:pt x="250" y="1957"/>
                  </a:cubicBezTo>
                  <a:cubicBezTo>
                    <a:pt x="161" y="2037"/>
                    <a:pt x="81" y="2136"/>
                    <a:pt x="36" y="2252"/>
                  </a:cubicBezTo>
                  <a:cubicBezTo>
                    <a:pt x="1" y="2359"/>
                    <a:pt x="10" y="2501"/>
                    <a:pt x="99" y="2591"/>
                  </a:cubicBezTo>
                  <a:cubicBezTo>
                    <a:pt x="154" y="2648"/>
                    <a:pt x="206" y="2670"/>
                    <a:pt x="256" y="2670"/>
                  </a:cubicBezTo>
                  <a:cubicBezTo>
                    <a:pt x="434" y="2670"/>
                    <a:pt x="577" y="2375"/>
                    <a:pt x="736" y="2375"/>
                  </a:cubicBezTo>
                  <a:cubicBezTo>
                    <a:pt x="758" y="2375"/>
                    <a:pt x="781" y="2381"/>
                    <a:pt x="804" y="2394"/>
                  </a:cubicBezTo>
                  <a:cubicBezTo>
                    <a:pt x="866" y="2439"/>
                    <a:pt x="875" y="2546"/>
                    <a:pt x="857" y="2626"/>
                  </a:cubicBezTo>
                  <a:cubicBezTo>
                    <a:pt x="813" y="2840"/>
                    <a:pt x="705" y="3037"/>
                    <a:pt x="679" y="3260"/>
                  </a:cubicBezTo>
                  <a:cubicBezTo>
                    <a:pt x="652" y="3474"/>
                    <a:pt x="732" y="3732"/>
                    <a:pt x="937" y="3804"/>
                  </a:cubicBezTo>
                  <a:cubicBezTo>
                    <a:pt x="976" y="3819"/>
                    <a:pt x="1015" y="3825"/>
                    <a:pt x="1055" y="3825"/>
                  </a:cubicBezTo>
                  <a:cubicBezTo>
                    <a:pt x="1183" y="3825"/>
                    <a:pt x="1311" y="3756"/>
                    <a:pt x="1392" y="3661"/>
                  </a:cubicBezTo>
                  <a:cubicBezTo>
                    <a:pt x="1499" y="3527"/>
                    <a:pt x="1544" y="3358"/>
                    <a:pt x="1571" y="3197"/>
                  </a:cubicBezTo>
                  <a:cubicBezTo>
                    <a:pt x="1589" y="3081"/>
                    <a:pt x="1606" y="2974"/>
                    <a:pt x="1660" y="2876"/>
                  </a:cubicBezTo>
                  <a:cubicBezTo>
                    <a:pt x="1704" y="2795"/>
                    <a:pt x="1796" y="2733"/>
                    <a:pt x="1887" y="2733"/>
                  </a:cubicBezTo>
                  <a:cubicBezTo>
                    <a:pt x="1907" y="2733"/>
                    <a:pt x="1926" y="2736"/>
                    <a:pt x="1945" y="2742"/>
                  </a:cubicBezTo>
                  <a:cubicBezTo>
                    <a:pt x="1910" y="2831"/>
                    <a:pt x="1865" y="2930"/>
                    <a:pt x="1883" y="3028"/>
                  </a:cubicBezTo>
                  <a:cubicBezTo>
                    <a:pt x="1899" y="3114"/>
                    <a:pt x="1976" y="3193"/>
                    <a:pt x="2055" y="3193"/>
                  </a:cubicBezTo>
                  <a:cubicBezTo>
                    <a:pt x="2066" y="3193"/>
                    <a:pt x="2077" y="3192"/>
                    <a:pt x="2088" y="3188"/>
                  </a:cubicBezTo>
                  <a:cubicBezTo>
                    <a:pt x="2258" y="3144"/>
                    <a:pt x="2213" y="2840"/>
                    <a:pt x="2383" y="2778"/>
                  </a:cubicBezTo>
                  <a:cubicBezTo>
                    <a:pt x="2397" y="2773"/>
                    <a:pt x="2412" y="2770"/>
                    <a:pt x="2426" y="2770"/>
                  </a:cubicBezTo>
                  <a:cubicBezTo>
                    <a:pt x="2533" y="2770"/>
                    <a:pt x="2621" y="2909"/>
                    <a:pt x="2606" y="3028"/>
                  </a:cubicBezTo>
                  <a:cubicBezTo>
                    <a:pt x="2579" y="3153"/>
                    <a:pt x="2481" y="3251"/>
                    <a:pt x="2392" y="3358"/>
                  </a:cubicBezTo>
                  <a:cubicBezTo>
                    <a:pt x="2195" y="3599"/>
                    <a:pt x="2070" y="3911"/>
                    <a:pt x="2053" y="4232"/>
                  </a:cubicBezTo>
                  <a:cubicBezTo>
                    <a:pt x="2044" y="4321"/>
                    <a:pt x="2053" y="4419"/>
                    <a:pt x="2106" y="4491"/>
                  </a:cubicBezTo>
                  <a:cubicBezTo>
                    <a:pt x="2154" y="4552"/>
                    <a:pt x="2226" y="4579"/>
                    <a:pt x="2301" y="4579"/>
                  </a:cubicBezTo>
                  <a:cubicBezTo>
                    <a:pt x="2379" y="4579"/>
                    <a:pt x="2462" y="4550"/>
                    <a:pt x="2525" y="4500"/>
                  </a:cubicBezTo>
                  <a:cubicBezTo>
                    <a:pt x="2641" y="4402"/>
                    <a:pt x="2695" y="4250"/>
                    <a:pt x="2748" y="4107"/>
                  </a:cubicBezTo>
                  <a:cubicBezTo>
                    <a:pt x="2795" y="3976"/>
                    <a:pt x="2841" y="3852"/>
                    <a:pt x="2887" y="3723"/>
                  </a:cubicBezTo>
                  <a:lnTo>
                    <a:pt x="2887" y="3723"/>
                  </a:lnTo>
                  <a:cubicBezTo>
                    <a:pt x="2886" y="3800"/>
                    <a:pt x="2965" y="3886"/>
                    <a:pt x="3051" y="3886"/>
                  </a:cubicBezTo>
                  <a:cubicBezTo>
                    <a:pt x="3057" y="3886"/>
                    <a:pt x="3063" y="3885"/>
                    <a:pt x="3070" y="3884"/>
                  </a:cubicBezTo>
                  <a:cubicBezTo>
                    <a:pt x="3186" y="3875"/>
                    <a:pt x="3266" y="3759"/>
                    <a:pt x="3293" y="3643"/>
                  </a:cubicBezTo>
                  <a:cubicBezTo>
                    <a:pt x="3328" y="3536"/>
                    <a:pt x="3319" y="3411"/>
                    <a:pt x="3355" y="3304"/>
                  </a:cubicBezTo>
                  <a:cubicBezTo>
                    <a:pt x="3374" y="3233"/>
                    <a:pt x="3506" y="2988"/>
                    <a:pt x="3601" y="2988"/>
                  </a:cubicBezTo>
                  <a:cubicBezTo>
                    <a:pt x="3637" y="2988"/>
                    <a:pt x="3668" y="3024"/>
                    <a:pt x="3685" y="3117"/>
                  </a:cubicBezTo>
                  <a:cubicBezTo>
                    <a:pt x="3694" y="3188"/>
                    <a:pt x="3658" y="3260"/>
                    <a:pt x="3614" y="3313"/>
                  </a:cubicBezTo>
                  <a:cubicBezTo>
                    <a:pt x="3569" y="3376"/>
                    <a:pt x="3525" y="3429"/>
                    <a:pt x="3516" y="3500"/>
                  </a:cubicBezTo>
                  <a:cubicBezTo>
                    <a:pt x="3498" y="3572"/>
                    <a:pt x="3542" y="3661"/>
                    <a:pt x="3614" y="3661"/>
                  </a:cubicBezTo>
                  <a:cubicBezTo>
                    <a:pt x="3658" y="3661"/>
                    <a:pt x="3721" y="3661"/>
                    <a:pt x="3712" y="3697"/>
                  </a:cubicBezTo>
                  <a:cubicBezTo>
                    <a:pt x="3596" y="3786"/>
                    <a:pt x="3507" y="3902"/>
                    <a:pt x="3453" y="4036"/>
                  </a:cubicBezTo>
                  <a:cubicBezTo>
                    <a:pt x="3417" y="4125"/>
                    <a:pt x="3400" y="4250"/>
                    <a:pt x="3480" y="4321"/>
                  </a:cubicBezTo>
                  <a:cubicBezTo>
                    <a:pt x="3512" y="4353"/>
                    <a:pt x="3557" y="4369"/>
                    <a:pt x="3603" y="4369"/>
                  </a:cubicBezTo>
                  <a:cubicBezTo>
                    <a:pt x="3634" y="4369"/>
                    <a:pt x="3665" y="4362"/>
                    <a:pt x="3694" y="4348"/>
                  </a:cubicBezTo>
                  <a:cubicBezTo>
                    <a:pt x="3890" y="4259"/>
                    <a:pt x="4006" y="3947"/>
                    <a:pt x="4024" y="3750"/>
                  </a:cubicBezTo>
                  <a:cubicBezTo>
                    <a:pt x="4042" y="3608"/>
                    <a:pt x="3988" y="3465"/>
                    <a:pt x="4024" y="3322"/>
                  </a:cubicBezTo>
                  <a:cubicBezTo>
                    <a:pt x="4060" y="3170"/>
                    <a:pt x="4176" y="3010"/>
                    <a:pt x="4238" y="2867"/>
                  </a:cubicBezTo>
                  <a:cubicBezTo>
                    <a:pt x="4381" y="2573"/>
                    <a:pt x="4675" y="2162"/>
                    <a:pt x="4693" y="1841"/>
                  </a:cubicBezTo>
                  <a:cubicBezTo>
                    <a:pt x="4702" y="1582"/>
                    <a:pt x="4542" y="1288"/>
                    <a:pt x="4390" y="1092"/>
                  </a:cubicBezTo>
                  <a:cubicBezTo>
                    <a:pt x="4060" y="655"/>
                    <a:pt x="3533" y="369"/>
                    <a:pt x="3025" y="191"/>
                  </a:cubicBezTo>
                  <a:cubicBezTo>
                    <a:pt x="2696" y="71"/>
                    <a:pt x="2346" y="1"/>
                    <a:pt x="19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1" name="Google Shape;1561;p42"/>
            <p:cNvSpPr/>
            <p:nvPr/>
          </p:nvSpPr>
          <p:spPr>
            <a:xfrm>
              <a:off x="3508733" y="3606120"/>
              <a:ext cx="306673" cy="190699"/>
            </a:xfrm>
            <a:custGeom>
              <a:avLst/>
              <a:gdLst/>
              <a:ahLst/>
              <a:cxnLst/>
              <a:rect l="l" t="t" r="r" b="b"/>
              <a:pathLst>
                <a:path w="3472" h="2159" extrusionOk="0">
                  <a:moveTo>
                    <a:pt x="792" y="0"/>
                  </a:moveTo>
                  <a:cubicBezTo>
                    <a:pt x="581" y="0"/>
                    <a:pt x="385" y="30"/>
                    <a:pt x="215" y="93"/>
                  </a:cubicBezTo>
                  <a:cubicBezTo>
                    <a:pt x="215" y="93"/>
                    <a:pt x="1" y="1110"/>
                    <a:pt x="1482" y="1823"/>
                  </a:cubicBezTo>
                  <a:cubicBezTo>
                    <a:pt x="2011" y="2077"/>
                    <a:pt x="2413" y="2159"/>
                    <a:pt x="2713" y="2159"/>
                  </a:cubicBezTo>
                  <a:cubicBezTo>
                    <a:pt x="3268" y="2159"/>
                    <a:pt x="3471" y="1877"/>
                    <a:pt x="3471" y="1877"/>
                  </a:cubicBezTo>
                  <a:cubicBezTo>
                    <a:pt x="3471" y="847"/>
                    <a:pt x="1925" y="0"/>
                    <a:pt x="7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2" name="Google Shape;1562;p42"/>
            <p:cNvSpPr/>
            <p:nvPr/>
          </p:nvSpPr>
          <p:spPr>
            <a:xfrm>
              <a:off x="3520569" y="3609565"/>
              <a:ext cx="294837" cy="201298"/>
            </a:xfrm>
            <a:custGeom>
              <a:avLst/>
              <a:gdLst/>
              <a:ahLst/>
              <a:cxnLst/>
              <a:rect l="l" t="t" r="r" b="b"/>
              <a:pathLst>
                <a:path w="3338" h="2279" extrusionOk="0">
                  <a:moveTo>
                    <a:pt x="72" y="0"/>
                  </a:moveTo>
                  <a:cubicBezTo>
                    <a:pt x="72" y="0"/>
                    <a:pt x="72" y="18"/>
                    <a:pt x="63" y="54"/>
                  </a:cubicBezTo>
                  <a:cubicBezTo>
                    <a:pt x="45" y="80"/>
                    <a:pt x="36" y="134"/>
                    <a:pt x="19" y="196"/>
                  </a:cubicBezTo>
                  <a:cubicBezTo>
                    <a:pt x="10" y="259"/>
                    <a:pt x="1" y="339"/>
                    <a:pt x="10" y="428"/>
                  </a:cubicBezTo>
                  <a:cubicBezTo>
                    <a:pt x="10" y="526"/>
                    <a:pt x="19" y="625"/>
                    <a:pt x="54" y="741"/>
                  </a:cubicBezTo>
                  <a:cubicBezTo>
                    <a:pt x="108" y="964"/>
                    <a:pt x="242" y="1204"/>
                    <a:pt x="429" y="1419"/>
                  </a:cubicBezTo>
                  <a:cubicBezTo>
                    <a:pt x="527" y="1526"/>
                    <a:pt x="652" y="1633"/>
                    <a:pt x="768" y="1713"/>
                  </a:cubicBezTo>
                  <a:cubicBezTo>
                    <a:pt x="884" y="1793"/>
                    <a:pt x="1018" y="1874"/>
                    <a:pt x="1143" y="1945"/>
                  </a:cubicBezTo>
                  <a:cubicBezTo>
                    <a:pt x="1401" y="2079"/>
                    <a:pt x="1687" y="2186"/>
                    <a:pt x="1963" y="2239"/>
                  </a:cubicBezTo>
                  <a:cubicBezTo>
                    <a:pt x="2106" y="2266"/>
                    <a:pt x="2240" y="2275"/>
                    <a:pt x="2365" y="2275"/>
                  </a:cubicBezTo>
                  <a:cubicBezTo>
                    <a:pt x="2377" y="2278"/>
                    <a:pt x="2388" y="2279"/>
                    <a:pt x="2398" y="2279"/>
                  </a:cubicBezTo>
                  <a:cubicBezTo>
                    <a:pt x="2419" y="2279"/>
                    <a:pt x="2439" y="2275"/>
                    <a:pt x="2463" y="2275"/>
                  </a:cubicBezTo>
                  <a:lnTo>
                    <a:pt x="2552" y="2275"/>
                  </a:lnTo>
                  <a:cubicBezTo>
                    <a:pt x="2615" y="2266"/>
                    <a:pt x="2677" y="2257"/>
                    <a:pt x="2731" y="2248"/>
                  </a:cubicBezTo>
                  <a:cubicBezTo>
                    <a:pt x="2963" y="2204"/>
                    <a:pt x="3132" y="2088"/>
                    <a:pt x="3221" y="1990"/>
                  </a:cubicBezTo>
                  <a:cubicBezTo>
                    <a:pt x="3266" y="1945"/>
                    <a:pt x="3302" y="1900"/>
                    <a:pt x="3310" y="1874"/>
                  </a:cubicBezTo>
                  <a:cubicBezTo>
                    <a:pt x="3328" y="1838"/>
                    <a:pt x="3337" y="1829"/>
                    <a:pt x="3337" y="1829"/>
                  </a:cubicBezTo>
                  <a:lnTo>
                    <a:pt x="3337" y="1829"/>
                  </a:lnTo>
                  <a:cubicBezTo>
                    <a:pt x="3337" y="1829"/>
                    <a:pt x="3328" y="1838"/>
                    <a:pt x="3293" y="1856"/>
                  </a:cubicBezTo>
                  <a:cubicBezTo>
                    <a:pt x="3266" y="1874"/>
                    <a:pt x="3221" y="1891"/>
                    <a:pt x="3177" y="1918"/>
                  </a:cubicBezTo>
                  <a:cubicBezTo>
                    <a:pt x="3075" y="1965"/>
                    <a:pt x="2940" y="1991"/>
                    <a:pt x="2783" y="1991"/>
                  </a:cubicBezTo>
                  <a:cubicBezTo>
                    <a:pt x="2760" y="1991"/>
                    <a:pt x="2737" y="1991"/>
                    <a:pt x="2713" y="1990"/>
                  </a:cubicBezTo>
                  <a:cubicBezTo>
                    <a:pt x="2668" y="1990"/>
                    <a:pt x="2615" y="1981"/>
                    <a:pt x="2561" y="1972"/>
                  </a:cubicBezTo>
                  <a:cubicBezTo>
                    <a:pt x="2534" y="1972"/>
                    <a:pt x="2517" y="1963"/>
                    <a:pt x="2490" y="1963"/>
                  </a:cubicBezTo>
                  <a:cubicBezTo>
                    <a:pt x="2463" y="1954"/>
                    <a:pt x="2427" y="1954"/>
                    <a:pt x="2401" y="1945"/>
                  </a:cubicBezTo>
                  <a:cubicBezTo>
                    <a:pt x="2293" y="1918"/>
                    <a:pt x="2178" y="1891"/>
                    <a:pt x="2062" y="1856"/>
                  </a:cubicBezTo>
                  <a:cubicBezTo>
                    <a:pt x="1830" y="1775"/>
                    <a:pt x="1580" y="1677"/>
                    <a:pt x="1348" y="1552"/>
                  </a:cubicBezTo>
                  <a:cubicBezTo>
                    <a:pt x="1232" y="1490"/>
                    <a:pt x="1125" y="1419"/>
                    <a:pt x="1009" y="1356"/>
                  </a:cubicBezTo>
                  <a:cubicBezTo>
                    <a:pt x="893" y="1285"/>
                    <a:pt x="804" y="1222"/>
                    <a:pt x="706" y="1142"/>
                  </a:cubicBezTo>
                  <a:cubicBezTo>
                    <a:pt x="527" y="990"/>
                    <a:pt x="384" y="812"/>
                    <a:pt x="286" y="642"/>
                  </a:cubicBezTo>
                  <a:cubicBezTo>
                    <a:pt x="188" y="473"/>
                    <a:pt x="135" y="312"/>
                    <a:pt x="108" y="196"/>
                  </a:cubicBezTo>
                  <a:cubicBezTo>
                    <a:pt x="99" y="134"/>
                    <a:pt x="90" y="89"/>
                    <a:pt x="81" y="54"/>
                  </a:cubicBezTo>
                  <a:cubicBezTo>
                    <a:pt x="81" y="18"/>
                    <a:pt x="72" y="0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563" name="Google Shape;1563;p42"/>
            <p:cNvGrpSpPr/>
            <p:nvPr/>
          </p:nvGrpSpPr>
          <p:grpSpPr>
            <a:xfrm>
              <a:off x="2743648" y="4312373"/>
              <a:ext cx="795912" cy="802353"/>
              <a:chOff x="2743648" y="4312373"/>
              <a:chExt cx="795912" cy="802353"/>
            </a:xfrm>
          </p:grpSpPr>
          <p:sp>
            <p:nvSpPr>
              <p:cNvPr id="1564" name="Google Shape;1564;p42"/>
              <p:cNvSpPr/>
              <p:nvPr/>
            </p:nvSpPr>
            <p:spPr>
              <a:xfrm>
                <a:off x="2743648" y="4322708"/>
                <a:ext cx="54498" cy="48845"/>
              </a:xfrm>
              <a:custGeom>
                <a:avLst/>
                <a:gdLst/>
                <a:ahLst/>
                <a:cxnLst/>
                <a:rect l="l" t="t" r="r" b="b"/>
                <a:pathLst>
                  <a:path w="617" h="553" extrusionOk="0">
                    <a:moveTo>
                      <a:pt x="543" y="1"/>
                    </a:moveTo>
                    <a:cubicBezTo>
                      <a:pt x="521" y="1"/>
                      <a:pt x="494" y="3"/>
                      <a:pt x="465" y="9"/>
                    </a:cubicBezTo>
                    <a:cubicBezTo>
                      <a:pt x="375" y="17"/>
                      <a:pt x="277" y="62"/>
                      <a:pt x="188" y="142"/>
                    </a:cubicBezTo>
                    <a:cubicBezTo>
                      <a:pt x="108" y="214"/>
                      <a:pt x="54" y="312"/>
                      <a:pt x="27" y="392"/>
                    </a:cubicBezTo>
                    <a:cubicBezTo>
                      <a:pt x="1" y="481"/>
                      <a:pt x="18" y="553"/>
                      <a:pt x="18" y="553"/>
                    </a:cubicBezTo>
                    <a:cubicBezTo>
                      <a:pt x="18" y="553"/>
                      <a:pt x="81" y="535"/>
                      <a:pt x="161" y="508"/>
                    </a:cubicBezTo>
                    <a:cubicBezTo>
                      <a:pt x="233" y="472"/>
                      <a:pt x="322" y="419"/>
                      <a:pt x="384" y="356"/>
                    </a:cubicBezTo>
                    <a:cubicBezTo>
                      <a:pt x="456" y="294"/>
                      <a:pt x="518" y="223"/>
                      <a:pt x="563" y="151"/>
                    </a:cubicBezTo>
                    <a:cubicBezTo>
                      <a:pt x="598" y="80"/>
                      <a:pt x="616" y="9"/>
                      <a:pt x="616" y="9"/>
                    </a:cubicBezTo>
                    <a:cubicBezTo>
                      <a:pt x="616" y="9"/>
                      <a:pt x="588" y="1"/>
                      <a:pt x="5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5" name="Google Shape;1565;p42"/>
              <p:cNvSpPr/>
              <p:nvPr/>
            </p:nvSpPr>
            <p:spPr>
              <a:xfrm>
                <a:off x="2932755" y="4312373"/>
                <a:ext cx="45842" cy="55293"/>
              </a:xfrm>
              <a:custGeom>
                <a:avLst/>
                <a:gdLst/>
                <a:ahLst/>
                <a:cxnLst/>
                <a:rect l="l" t="t" r="r" b="b"/>
                <a:pathLst>
                  <a:path w="519" h="626" extrusionOk="0">
                    <a:moveTo>
                      <a:pt x="518" y="1"/>
                    </a:moveTo>
                    <a:lnTo>
                      <a:pt x="518" y="1"/>
                    </a:lnTo>
                    <a:cubicBezTo>
                      <a:pt x="518" y="1"/>
                      <a:pt x="447" y="1"/>
                      <a:pt x="366" y="27"/>
                    </a:cubicBezTo>
                    <a:cubicBezTo>
                      <a:pt x="286" y="54"/>
                      <a:pt x="188" y="117"/>
                      <a:pt x="126" y="197"/>
                    </a:cubicBezTo>
                    <a:cubicBezTo>
                      <a:pt x="54" y="286"/>
                      <a:pt x="19" y="393"/>
                      <a:pt x="10" y="473"/>
                    </a:cubicBezTo>
                    <a:cubicBezTo>
                      <a:pt x="1" y="563"/>
                      <a:pt x="27" y="625"/>
                      <a:pt x="27" y="625"/>
                    </a:cubicBezTo>
                    <a:cubicBezTo>
                      <a:pt x="27" y="625"/>
                      <a:pt x="90" y="607"/>
                      <a:pt x="161" y="563"/>
                    </a:cubicBezTo>
                    <a:cubicBezTo>
                      <a:pt x="233" y="518"/>
                      <a:pt x="304" y="456"/>
                      <a:pt x="358" y="384"/>
                    </a:cubicBezTo>
                    <a:cubicBezTo>
                      <a:pt x="411" y="313"/>
                      <a:pt x="465" y="224"/>
                      <a:pt x="482" y="152"/>
                    </a:cubicBezTo>
                    <a:cubicBezTo>
                      <a:pt x="509" y="72"/>
                      <a:pt x="518" y="1"/>
                      <a:pt x="5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6" name="Google Shape;1566;p42"/>
              <p:cNvSpPr/>
              <p:nvPr/>
            </p:nvSpPr>
            <p:spPr>
              <a:xfrm>
                <a:off x="3005271" y="4522765"/>
                <a:ext cx="34006" cy="82851"/>
              </a:xfrm>
              <a:custGeom>
                <a:avLst/>
                <a:gdLst/>
                <a:ahLst/>
                <a:cxnLst/>
                <a:rect l="l" t="t" r="r" b="b"/>
                <a:pathLst>
                  <a:path w="385" h="938" extrusionOk="0">
                    <a:moveTo>
                      <a:pt x="125" y="1"/>
                    </a:moveTo>
                    <a:cubicBezTo>
                      <a:pt x="125" y="1"/>
                      <a:pt x="72" y="54"/>
                      <a:pt x="36" y="161"/>
                    </a:cubicBezTo>
                    <a:cubicBezTo>
                      <a:pt x="0" y="259"/>
                      <a:pt x="0" y="393"/>
                      <a:pt x="36" y="527"/>
                    </a:cubicBezTo>
                    <a:cubicBezTo>
                      <a:pt x="72" y="661"/>
                      <a:pt x="143" y="777"/>
                      <a:pt x="232" y="848"/>
                    </a:cubicBezTo>
                    <a:cubicBezTo>
                      <a:pt x="304" y="911"/>
                      <a:pt x="384" y="937"/>
                      <a:pt x="384" y="937"/>
                    </a:cubicBezTo>
                    <a:cubicBezTo>
                      <a:pt x="384" y="937"/>
                      <a:pt x="384" y="919"/>
                      <a:pt x="384" y="884"/>
                    </a:cubicBezTo>
                    <a:cubicBezTo>
                      <a:pt x="384" y="857"/>
                      <a:pt x="384" y="812"/>
                      <a:pt x="375" y="768"/>
                    </a:cubicBezTo>
                    <a:cubicBezTo>
                      <a:pt x="375" y="670"/>
                      <a:pt x="348" y="554"/>
                      <a:pt x="322" y="447"/>
                    </a:cubicBezTo>
                    <a:cubicBezTo>
                      <a:pt x="295" y="340"/>
                      <a:pt x="250" y="233"/>
                      <a:pt x="206" y="152"/>
                    </a:cubicBezTo>
                    <a:cubicBezTo>
                      <a:pt x="188" y="108"/>
                      <a:pt x="170" y="72"/>
                      <a:pt x="152" y="45"/>
                    </a:cubicBezTo>
                    <a:cubicBezTo>
                      <a:pt x="134" y="9"/>
                      <a:pt x="125" y="1"/>
                      <a:pt x="1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7" name="Google Shape;1567;p42"/>
              <p:cNvSpPr/>
              <p:nvPr/>
            </p:nvSpPr>
            <p:spPr>
              <a:xfrm>
                <a:off x="3272371" y="4486375"/>
                <a:ext cx="53703" cy="3886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440" extrusionOk="0">
                    <a:moveTo>
                      <a:pt x="440" y="1"/>
                    </a:moveTo>
                    <a:cubicBezTo>
                      <a:pt x="360" y="1"/>
                      <a:pt x="276" y="28"/>
                      <a:pt x="206" y="83"/>
                    </a:cubicBezTo>
                    <a:cubicBezTo>
                      <a:pt x="117" y="136"/>
                      <a:pt x="54" y="216"/>
                      <a:pt x="27" y="297"/>
                    </a:cubicBezTo>
                    <a:cubicBezTo>
                      <a:pt x="1" y="368"/>
                      <a:pt x="10" y="439"/>
                      <a:pt x="10" y="439"/>
                    </a:cubicBezTo>
                    <a:cubicBezTo>
                      <a:pt x="10" y="439"/>
                      <a:pt x="72" y="439"/>
                      <a:pt x="143" y="421"/>
                    </a:cubicBezTo>
                    <a:cubicBezTo>
                      <a:pt x="215" y="404"/>
                      <a:pt x="295" y="368"/>
                      <a:pt x="366" y="323"/>
                    </a:cubicBezTo>
                    <a:cubicBezTo>
                      <a:pt x="438" y="279"/>
                      <a:pt x="491" y="225"/>
                      <a:pt x="536" y="163"/>
                    </a:cubicBezTo>
                    <a:cubicBezTo>
                      <a:pt x="581" y="100"/>
                      <a:pt x="607" y="38"/>
                      <a:pt x="607" y="38"/>
                    </a:cubicBezTo>
                    <a:cubicBezTo>
                      <a:pt x="607" y="38"/>
                      <a:pt x="554" y="11"/>
                      <a:pt x="473" y="2"/>
                    </a:cubicBezTo>
                    <a:cubicBezTo>
                      <a:pt x="462" y="1"/>
                      <a:pt x="451" y="1"/>
                      <a:pt x="4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8" name="Google Shape;1568;p42"/>
              <p:cNvSpPr/>
              <p:nvPr/>
            </p:nvSpPr>
            <p:spPr>
              <a:xfrm>
                <a:off x="3154985" y="4919790"/>
                <a:ext cx="72605" cy="42751"/>
              </a:xfrm>
              <a:custGeom>
                <a:avLst/>
                <a:gdLst/>
                <a:ahLst/>
                <a:cxnLst/>
                <a:rect l="l" t="t" r="r" b="b"/>
                <a:pathLst>
                  <a:path w="822" h="484" extrusionOk="0">
                    <a:moveTo>
                      <a:pt x="620" y="0"/>
                    </a:moveTo>
                    <a:cubicBezTo>
                      <a:pt x="528" y="0"/>
                      <a:pt x="418" y="34"/>
                      <a:pt x="322" y="82"/>
                    </a:cubicBezTo>
                    <a:cubicBezTo>
                      <a:pt x="206" y="144"/>
                      <a:pt x="116" y="234"/>
                      <a:pt x="63" y="323"/>
                    </a:cubicBezTo>
                    <a:cubicBezTo>
                      <a:pt x="9" y="403"/>
                      <a:pt x="0" y="483"/>
                      <a:pt x="0" y="483"/>
                    </a:cubicBezTo>
                    <a:cubicBezTo>
                      <a:pt x="0" y="483"/>
                      <a:pt x="81" y="475"/>
                      <a:pt x="170" y="457"/>
                    </a:cubicBezTo>
                    <a:cubicBezTo>
                      <a:pt x="259" y="439"/>
                      <a:pt x="366" y="394"/>
                      <a:pt x="464" y="350"/>
                    </a:cubicBezTo>
                    <a:cubicBezTo>
                      <a:pt x="554" y="296"/>
                      <a:pt x="643" y="225"/>
                      <a:pt x="714" y="162"/>
                    </a:cubicBezTo>
                    <a:cubicBezTo>
                      <a:pt x="777" y="100"/>
                      <a:pt x="821" y="37"/>
                      <a:pt x="821" y="37"/>
                    </a:cubicBezTo>
                    <a:cubicBezTo>
                      <a:pt x="821" y="37"/>
                      <a:pt x="750" y="2"/>
                      <a:pt x="652" y="2"/>
                    </a:cubicBezTo>
                    <a:cubicBezTo>
                      <a:pt x="642" y="1"/>
                      <a:pt x="631" y="0"/>
                      <a:pt x="6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9" name="Google Shape;1569;p42"/>
              <p:cNvSpPr/>
              <p:nvPr/>
            </p:nvSpPr>
            <p:spPr>
              <a:xfrm>
                <a:off x="3500077" y="4758065"/>
                <a:ext cx="39482" cy="26587"/>
              </a:xfrm>
              <a:custGeom>
                <a:avLst/>
                <a:gdLst/>
                <a:ahLst/>
                <a:cxnLst/>
                <a:rect l="l" t="t" r="r" b="b"/>
                <a:pathLst>
                  <a:path w="447" h="301" extrusionOk="0">
                    <a:moveTo>
                      <a:pt x="212" y="1"/>
                    </a:moveTo>
                    <a:cubicBezTo>
                      <a:pt x="169" y="1"/>
                      <a:pt x="124" y="12"/>
                      <a:pt x="90" y="40"/>
                    </a:cubicBezTo>
                    <a:cubicBezTo>
                      <a:pt x="37" y="66"/>
                      <a:pt x="1" y="111"/>
                      <a:pt x="1" y="111"/>
                    </a:cubicBezTo>
                    <a:cubicBezTo>
                      <a:pt x="1" y="111"/>
                      <a:pt x="19" y="165"/>
                      <a:pt x="54" y="209"/>
                    </a:cubicBezTo>
                    <a:cubicBezTo>
                      <a:pt x="90" y="254"/>
                      <a:pt x="144" y="281"/>
                      <a:pt x="197" y="298"/>
                    </a:cubicBezTo>
                    <a:cubicBezTo>
                      <a:pt x="207" y="300"/>
                      <a:pt x="216" y="301"/>
                      <a:pt x="226" y="301"/>
                    </a:cubicBezTo>
                    <a:cubicBezTo>
                      <a:pt x="272" y="301"/>
                      <a:pt x="323" y="285"/>
                      <a:pt x="367" y="263"/>
                    </a:cubicBezTo>
                    <a:cubicBezTo>
                      <a:pt x="411" y="236"/>
                      <a:pt x="447" y="191"/>
                      <a:pt x="447" y="191"/>
                    </a:cubicBezTo>
                    <a:cubicBezTo>
                      <a:pt x="447" y="191"/>
                      <a:pt x="429" y="138"/>
                      <a:pt x="393" y="93"/>
                    </a:cubicBezTo>
                    <a:cubicBezTo>
                      <a:pt x="358" y="49"/>
                      <a:pt x="313" y="13"/>
                      <a:pt x="251" y="4"/>
                    </a:cubicBezTo>
                    <a:cubicBezTo>
                      <a:pt x="238" y="2"/>
                      <a:pt x="225" y="1"/>
                      <a:pt x="2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0" name="Google Shape;1570;p42"/>
              <p:cNvSpPr/>
              <p:nvPr/>
            </p:nvSpPr>
            <p:spPr>
              <a:xfrm>
                <a:off x="3260535" y="5047509"/>
                <a:ext cx="52113" cy="67217"/>
              </a:xfrm>
              <a:custGeom>
                <a:avLst/>
                <a:gdLst/>
                <a:ahLst/>
                <a:cxnLst/>
                <a:rect l="l" t="t" r="r" b="b"/>
                <a:pathLst>
                  <a:path w="590" h="761" extrusionOk="0">
                    <a:moveTo>
                      <a:pt x="545" y="1"/>
                    </a:moveTo>
                    <a:cubicBezTo>
                      <a:pt x="545" y="1"/>
                      <a:pt x="536" y="10"/>
                      <a:pt x="509" y="37"/>
                    </a:cubicBezTo>
                    <a:cubicBezTo>
                      <a:pt x="483" y="54"/>
                      <a:pt x="456" y="81"/>
                      <a:pt x="429" y="117"/>
                    </a:cubicBezTo>
                    <a:cubicBezTo>
                      <a:pt x="358" y="179"/>
                      <a:pt x="295" y="260"/>
                      <a:pt x="233" y="349"/>
                    </a:cubicBezTo>
                    <a:cubicBezTo>
                      <a:pt x="170" y="429"/>
                      <a:pt x="117" y="518"/>
                      <a:pt x="72" y="599"/>
                    </a:cubicBezTo>
                    <a:cubicBezTo>
                      <a:pt x="54" y="643"/>
                      <a:pt x="37" y="679"/>
                      <a:pt x="28" y="706"/>
                    </a:cubicBezTo>
                    <a:cubicBezTo>
                      <a:pt x="10" y="732"/>
                      <a:pt x="1" y="759"/>
                      <a:pt x="1" y="759"/>
                    </a:cubicBezTo>
                    <a:cubicBezTo>
                      <a:pt x="1" y="759"/>
                      <a:pt x="10" y="760"/>
                      <a:pt x="25" y="760"/>
                    </a:cubicBezTo>
                    <a:cubicBezTo>
                      <a:pt x="56" y="760"/>
                      <a:pt x="114" y="756"/>
                      <a:pt x="179" y="732"/>
                    </a:cubicBezTo>
                    <a:cubicBezTo>
                      <a:pt x="277" y="706"/>
                      <a:pt x="393" y="625"/>
                      <a:pt x="474" y="518"/>
                    </a:cubicBezTo>
                    <a:cubicBezTo>
                      <a:pt x="554" y="411"/>
                      <a:pt x="590" y="278"/>
                      <a:pt x="581" y="170"/>
                    </a:cubicBezTo>
                    <a:cubicBezTo>
                      <a:pt x="590" y="126"/>
                      <a:pt x="572" y="72"/>
                      <a:pt x="563" y="46"/>
                    </a:cubicBezTo>
                    <a:cubicBezTo>
                      <a:pt x="554" y="19"/>
                      <a:pt x="545" y="1"/>
                      <a:pt x="5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71" name="Google Shape;1571;p42"/>
            <p:cNvGrpSpPr/>
            <p:nvPr/>
          </p:nvGrpSpPr>
          <p:grpSpPr>
            <a:xfrm>
              <a:off x="2596319" y="4116732"/>
              <a:ext cx="884151" cy="1026259"/>
              <a:chOff x="2596319" y="4116732"/>
              <a:chExt cx="884151" cy="1026259"/>
            </a:xfrm>
          </p:grpSpPr>
          <p:sp>
            <p:nvSpPr>
              <p:cNvPr id="1572" name="Google Shape;1572;p42"/>
              <p:cNvSpPr/>
              <p:nvPr/>
            </p:nvSpPr>
            <p:spPr>
              <a:xfrm>
                <a:off x="2770411" y="4150649"/>
                <a:ext cx="49728" cy="32770"/>
              </a:xfrm>
              <a:custGeom>
                <a:avLst/>
                <a:gdLst/>
                <a:ahLst/>
                <a:cxnLst/>
                <a:rect l="l" t="t" r="r" b="b"/>
                <a:pathLst>
                  <a:path w="563" h="371" extrusionOk="0">
                    <a:moveTo>
                      <a:pt x="171" y="1"/>
                    </a:moveTo>
                    <a:cubicBezTo>
                      <a:pt x="159" y="1"/>
                      <a:pt x="147" y="1"/>
                      <a:pt x="135" y="3"/>
                    </a:cubicBezTo>
                    <a:cubicBezTo>
                      <a:pt x="63" y="3"/>
                      <a:pt x="1" y="21"/>
                      <a:pt x="1" y="21"/>
                    </a:cubicBezTo>
                    <a:cubicBezTo>
                      <a:pt x="1" y="21"/>
                      <a:pt x="10" y="83"/>
                      <a:pt x="46" y="146"/>
                    </a:cubicBezTo>
                    <a:cubicBezTo>
                      <a:pt x="81" y="208"/>
                      <a:pt x="144" y="270"/>
                      <a:pt x="206" y="315"/>
                    </a:cubicBezTo>
                    <a:cubicBezTo>
                      <a:pt x="268" y="346"/>
                      <a:pt x="337" y="370"/>
                      <a:pt x="406" y="370"/>
                    </a:cubicBezTo>
                    <a:cubicBezTo>
                      <a:pt x="417" y="370"/>
                      <a:pt x="428" y="370"/>
                      <a:pt x="438" y="369"/>
                    </a:cubicBezTo>
                    <a:cubicBezTo>
                      <a:pt x="501" y="369"/>
                      <a:pt x="563" y="351"/>
                      <a:pt x="563" y="351"/>
                    </a:cubicBezTo>
                    <a:cubicBezTo>
                      <a:pt x="563" y="351"/>
                      <a:pt x="554" y="288"/>
                      <a:pt x="518" y="226"/>
                    </a:cubicBezTo>
                    <a:cubicBezTo>
                      <a:pt x="492" y="155"/>
                      <a:pt x="429" y="101"/>
                      <a:pt x="358" y="56"/>
                    </a:cubicBezTo>
                    <a:cubicBezTo>
                      <a:pt x="298" y="19"/>
                      <a:pt x="233" y="1"/>
                      <a:pt x="1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3" name="Google Shape;1573;p42"/>
              <p:cNvSpPr/>
              <p:nvPr/>
            </p:nvSpPr>
            <p:spPr>
              <a:xfrm>
                <a:off x="2848491" y="4252312"/>
                <a:ext cx="54410" cy="36568"/>
              </a:xfrm>
              <a:custGeom>
                <a:avLst/>
                <a:gdLst/>
                <a:ahLst/>
                <a:cxnLst/>
                <a:rect l="l" t="t" r="r" b="b"/>
                <a:pathLst>
                  <a:path w="616" h="414" extrusionOk="0">
                    <a:moveTo>
                      <a:pt x="441" y="0"/>
                    </a:moveTo>
                    <a:cubicBezTo>
                      <a:pt x="368" y="0"/>
                      <a:pt x="281" y="20"/>
                      <a:pt x="214" y="65"/>
                    </a:cubicBezTo>
                    <a:cubicBezTo>
                      <a:pt x="125" y="110"/>
                      <a:pt x="63" y="199"/>
                      <a:pt x="36" y="270"/>
                    </a:cubicBezTo>
                    <a:cubicBezTo>
                      <a:pt x="0" y="351"/>
                      <a:pt x="9" y="413"/>
                      <a:pt x="9" y="413"/>
                    </a:cubicBezTo>
                    <a:lnTo>
                      <a:pt x="54" y="413"/>
                    </a:lnTo>
                    <a:cubicBezTo>
                      <a:pt x="80" y="413"/>
                      <a:pt x="116" y="404"/>
                      <a:pt x="152" y="395"/>
                    </a:cubicBezTo>
                    <a:cubicBezTo>
                      <a:pt x="223" y="386"/>
                      <a:pt x="295" y="360"/>
                      <a:pt x="366" y="315"/>
                    </a:cubicBezTo>
                    <a:cubicBezTo>
                      <a:pt x="428" y="279"/>
                      <a:pt x="491" y="226"/>
                      <a:pt x="535" y="163"/>
                    </a:cubicBezTo>
                    <a:cubicBezTo>
                      <a:pt x="580" y="110"/>
                      <a:pt x="616" y="56"/>
                      <a:pt x="616" y="56"/>
                    </a:cubicBezTo>
                    <a:cubicBezTo>
                      <a:pt x="616" y="56"/>
                      <a:pt x="562" y="12"/>
                      <a:pt x="482" y="3"/>
                    </a:cubicBezTo>
                    <a:cubicBezTo>
                      <a:pt x="469" y="1"/>
                      <a:pt x="455" y="0"/>
                      <a:pt x="44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4" name="Google Shape;1574;p42"/>
              <p:cNvSpPr/>
              <p:nvPr/>
            </p:nvSpPr>
            <p:spPr>
              <a:xfrm>
                <a:off x="3080084" y="4621249"/>
                <a:ext cx="56088" cy="3100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351" extrusionOk="0">
                    <a:moveTo>
                      <a:pt x="209" y="1"/>
                    </a:moveTo>
                    <a:cubicBezTo>
                      <a:pt x="180" y="1"/>
                      <a:pt x="153" y="4"/>
                      <a:pt x="126" y="10"/>
                    </a:cubicBezTo>
                    <a:cubicBezTo>
                      <a:pt x="54" y="27"/>
                      <a:pt x="1" y="63"/>
                      <a:pt x="1" y="63"/>
                    </a:cubicBezTo>
                    <a:cubicBezTo>
                      <a:pt x="1" y="63"/>
                      <a:pt x="28" y="126"/>
                      <a:pt x="81" y="179"/>
                    </a:cubicBezTo>
                    <a:cubicBezTo>
                      <a:pt x="126" y="233"/>
                      <a:pt x="197" y="277"/>
                      <a:pt x="269" y="313"/>
                    </a:cubicBezTo>
                    <a:cubicBezTo>
                      <a:pt x="327" y="335"/>
                      <a:pt x="398" y="351"/>
                      <a:pt x="461" y="351"/>
                    </a:cubicBezTo>
                    <a:cubicBezTo>
                      <a:pt x="475" y="351"/>
                      <a:pt x="488" y="350"/>
                      <a:pt x="500" y="349"/>
                    </a:cubicBezTo>
                    <a:cubicBezTo>
                      <a:pt x="572" y="349"/>
                      <a:pt x="634" y="322"/>
                      <a:pt x="634" y="322"/>
                    </a:cubicBezTo>
                    <a:cubicBezTo>
                      <a:pt x="634" y="322"/>
                      <a:pt x="625" y="259"/>
                      <a:pt x="581" y="197"/>
                    </a:cubicBezTo>
                    <a:cubicBezTo>
                      <a:pt x="536" y="135"/>
                      <a:pt x="465" y="72"/>
                      <a:pt x="385" y="36"/>
                    </a:cubicBezTo>
                    <a:cubicBezTo>
                      <a:pt x="325" y="13"/>
                      <a:pt x="266" y="1"/>
                      <a:pt x="2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5" name="Google Shape;1575;p42"/>
              <p:cNvSpPr/>
              <p:nvPr/>
            </p:nvSpPr>
            <p:spPr>
              <a:xfrm>
                <a:off x="2887090" y="4677247"/>
                <a:ext cx="39482" cy="5520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25" extrusionOk="0">
                    <a:moveTo>
                      <a:pt x="27" y="0"/>
                    </a:moveTo>
                    <a:cubicBezTo>
                      <a:pt x="27" y="0"/>
                      <a:pt x="0" y="63"/>
                      <a:pt x="0" y="143"/>
                    </a:cubicBezTo>
                    <a:cubicBezTo>
                      <a:pt x="0" y="223"/>
                      <a:pt x="36" y="321"/>
                      <a:pt x="89" y="402"/>
                    </a:cubicBezTo>
                    <a:cubicBezTo>
                      <a:pt x="143" y="491"/>
                      <a:pt x="214" y="553"/>
                      <a:pt x="295" y="589"/>
                    </a:cubicBezTo>
                    <a:cubicBezTo>
                      <a:pt x="366" y="625"/>
                      <a:pt x="437" y="625"/>
                      <a:pt x="437" y="625"/>
                    </a:cubicBezTo>
                    <a:cubicBezTo>
                      <a:pt x="437" y="625"/>
                      <a:pt x="446" y="562"/>
                      <a:pt x="428" y="482"/>
                    </a:cubicBezTo>
                    <a:cubicBezTo>
                      <a:pt x="420" y="402"/>
                      <a:pt x="384" y="321"/>
                      <a:pt x="339" y="241"/>
                    </a:cubicBezTo>
                    <a:cubicBezTo>
                      <a:pt x="286" y="170"/>
                      <a:pt x="223" y="107"/>
                      <a:pt x="152" y="63"/>
                    </a:cubicBezTo>
                    <a:cubicBezTo>
                      <a:pt x="89" y="18"/>
                      <a:pt x="27" y="0"/>
                      <a:pt x="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6" name="Google Shape;1576;p42"/>
              <p:cNvSpPr/>
              <p:nvPr/>
            </p:nvSpPr>
            <p:spPr>
              <a:xfrm>
                <a:off x="2989549" y="4116732"/>
                <a:ext cx="60681" cy="37363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23" extrusionOk="0">
                    <a:moveTo>
                      <a:pt x="386" y="1"/>
                    </a:moveTo>
                    <a:cubicBezTo>
                      <a:pt x="337" y="1"/>
                      <a:pt x="292" y="15"/>
                      <a:pt x="241" y="30"/>
                    </a:cubicBezTo>
                    <a:cubicBezTo>
                      <a:pt x="187" y="57"/>
                      <a:pt x="134" y="92"/>
                      <a:pt x="98" y="137"/>
                    </a:cubicBezTo>
                    <a:cubicBezTo>
                      <a:pt x="62" y="182"/>
                      <a:pt x="27" y="226"/>
                      <a:pt x="18" y="271"/>
                    </a:cubicBezTo>
                    <a:cubicBezTo>
                      <a:pt x="0" y="315"/>
                      <a:pt x="0" y="360"/>
                      <a:pt x="9" y="387"/>
                    </a:cubicBezTo>
                    <a:cubicBezTo>
                      <a:pt x="9" y="414"/>
                      <a:pt x="9" y="423"/>
                      <a:pt x="9" y="423"/>
                    </a:cubicBezTo>
                    <a:cubicBezTo>
                      <a:pt x="9" y="423"/>
                      <a:pt x="27" y="423"/>
                      <a:pt x="54" y="414"/>
                    </a:cubicBezTo>
                    <a:cubicBezTo>
                      <a:pt x="80" y="396"/>
                      <a:pt x="116" y="396"/>
                      <a:pt x="143" y="378"/>
                    </a:cubicBezTo>
                    <a:cubicBezTo>
                      <a:pt x="214" y="360"/>
                      <a:pt x="285" y="333"/>
                      <a:pt x="357" y="307"/>
                    </a:cubicBezTo>
                    <a:cubicBezTo>
                      <a:pt x="428" y="280"/>
                      <a:pt x="491" y="244"/>
                      <a:pt x="562" y="208"/>
                    </a:cubicBezTo>
                    <a:cubicBezTo>
                      <a:pt x="598" y="191"/>
                      <a:pt x="624" y="173"/>
                      <a:pt x="642" y="164"/>
                    </a:cubicBezTo>
                    <a:cubicBezTo>
                      <a:pt x="669" y="155"/>
                      <a:pt x="687" y="146"/>
                      <a:pt x="687" y="146"/>
                    </a:cubicBezTo>
                    <a:cubicBezTo>
                      <a:pt x="687" y="146"/>
                      <a:pt x="678" y="128"/>
                      <a:pt x="660" y="110"/>
                    </a:cubicBezTo>
                    <a:cubicBezTo>
                      <a:pt x="642" y="84"/>
                      <a:pt x="616" y="57"/>
                      <a:pt x="571" y="39"/>
                    </a:cubicBezTo>
                    <a:cubicBezTo>
                      <a:pt x="526" y="12"/>
                      <a:pt x="473" y="3"/>
                      <a:pt x="419" y="3"/>
                    </a:cubicBezTo>
                    <a:cubicBezTo>
                      <a:pt x="408" y="2"/>
                      <a:pt x="397" y="1"/>
                      <a:pt x="3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7" name="Google Shape;1577;p42"/>
              <p:cNvSpPr/>
              <p:nvPr/>
            </p:nvSpPr>
            <p:spPr>
              <a:xfrm>
                <a:off x="2596319" y="4338430"/>
                <a:ext cx="43457" cy="32151"/>
              </a:xfrm>
              <a:custGeom>
                <a:avLst/>
                <a:gdLst/>
                <a:ahLst/>
                <a:cxnLst/>
                <a:rect l="l" t="t" r="r" b="b"/>
                <a:pathLst>
                  <a:path w="492" h="364" extrusionOk="0">
                    <a:moveTo>
                      <a:pt x="18" y="0"/>
                    </a:moveTo>
                    <a:cubicBezTo>
                      <a:pt x="18" y="0"/>
                      <a:pt x="18" y="9"/>
                      <a:pt x="9" y="36"/>
                    </a:cubicBezTo>
                    <a:cubicBezTo>
                      <a:pt x="0" y="54"/>
                      <a:pt x="0" y="89"/>
                      <a:pt x="9" y="125"/>
                    </a:cubicBezTo>
                    <a:cubicBezTo>
                      <a:pt x="18" y="196"/>
                      <a:pt x="72" y="277"/>
                      <a:pt x="152" y="321"/>
                    </a:cubicBezTo>
                    <a:cubicBezTo>
                      <a:pt x="197" y="349"/>
                      <a:pt x="252" y="363"/>
                      <a:pt x="304" y="363"/>
                    </a:cubicBezTo>
                    <a:cubicBezTo>
                      <a:pt x="336" y="363"/>
                      <a:pt x="366" y="358"/>
                      <a:pt x="393" y="348"/>
                    </a:cubicBezTo>
                    <a:cubicBezTo>
                      <a:pt x="455" y="321"/>
                      <a:pt x="491" y="277"/>
                      <a:pt x="491" y="277"/>
                    </a:cubicBezTo>
                    <a:cubicBezTo>
                      <a:pt x="491" y="277"/>
                      <a:pt x="464" y="223"/>
                      <a:pt x="420" y="178"/>
                    </a:cubicBezTo>
                    <a:cubicBezTo>
                      <a:pt x="384" y="134"/>
                      <a:pt x="348" y="89"/>
                      <a:pt x="304" y="63"/>
                    </a:cubicBezTo>
                    <a:cubicBezTo>
                      <a:pt x="250" y="36"/>
                      <a:pt x="197" y="18"/>
                      <a:pt x="134" y="9"/>
                    </a:cubicBezTo>
                    <a:cubicBezTo>
                      <a:pt x="107" y="9"/>
                      <a:pt x="81" y="9"/>
                      <a:pt x="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8" name="Google Shape;1578;p42"/>
              <p:cNvSpPr/>
              <p:nvPr/>
            </p:nvSpPr>
            <p:spPr>
              <a:xfrm>
                <a:off x="3175477" y="4199670"/>
                <a:ext cx="24467" cy="25968"/>
              </a:xfrm>
              <a:custGeom>
                <a:avLst/>
                <a:gdLst/>
                <a:ahLst/>
                <a:cxnLst/>
                <a:rect l="l" t="t" r="r" b="b"/>
                <a:pathLst>
                  <a:path w="277" h="294" extrusionOk="0">
                    <a:moveTo>
                      <a:pt x="98" y="1"/>
                    </a:moveTo>
                    <a:cubicBezTo>
                      <a:pt x="72" y="10"/>
                      <a:pt x="54" y="37"/>
                      <a:pt x="36" y="72"/>
                    </a:cubicBezTo>
                    <a:cubicBezTo>
                      <a:pt x="18" y="108"/>
                      <a:pt x="0" y="162"/>
                      <a:pt x="0" y="162"/>
                    </a:cubicBezTo>
                    <a:cubicBezTo>
                      <a:pt x="0" y="162"/>
                      <a:pt x="9" y="215"/>
                      <a:pt x="45" y="242"/>
                    </a:cubicBezTo>
                    <a:cubicBezTo>
                      <a:pt x="65" y="275"/>
                      <a:pt x="99" y="293"/>
                      <a:pt x="134" y="293"/>
                    </a:cubicBezTo>
                    <a:cubicBezTo>
                      <a:pt x="146" y="293"/>
                      <a:pt x="158" y="291"/>
                      <a:pt x="170" y="286"/>
                    </a:cubicBezTo>
                    <a:cubicBezTo>
                      <a:pt x="214" y="278"/>
                      <a:pt x="250" y="233"/>
                      <a:pt x="259" y="188"/>
                    </a:cubicBezTo>
                    <a:cubicBezTo>
                      <a:pt x="277" y="144"/>
                      <a:pt x="259" y="90"/>
                      <a:pt x="259" y="90"/>
                    </a:cubicBezTo>
                    <a:cubicBezTo>
                      <a:pt x="259" y="90"/>
                      <a:pt x="214" y="54"/>
                      <a:pt x="179" y="37"/>
                    </a:cubicBezTo>
                    <a:cubicBezTo>
                      <a:pt x="143" y="10"/>
                      <a:pt x="116" y="1"/>
                      <a:pt x="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9" name="Google Shape;1579;p42"/>
              <p:cNvSpPr/>
              <p:nvPr/>
            </p:nvSpPr>
            <p:spPr>
              <a:xfrm>
                <a:off x="2856352" y="4465265"/>
                <a:ext cx="43369" cy="32416"/>
              </a:xfrm>
              <a:custGeom>
                <a:avLst/>
                <a:gdLst/>
                <a:ahLst/>
                <a:cxnLst/>
                <a:rect l="l" t="t" r="r" b="b"/>
                <a:pathLst>
                  <a:path w="491" h="367" extrusionOk="0">
                    <a:moveTo>
                      <a:pt x="366" y="0"/>
                    </a:moveTo>
                    <a:cubicBezTo>
                      <a:pt x="295" y="0"/>
                      <a:pt x="223" y="18"/>
                      <a:pt x="161" y="63"/>
                    </a:cubicBezTo>
                    <a:cubicBezTo>
                      <a:pt x="98" y="98"/>
                      <a:pt x="54" y="161"/>
                      <a:pt x="27" y="223"/>
                    </a:cubicBezTo>
                    <a:cubicBezTo>
                      <a:pt x="9" y="286"/>
                      <a:pt x="0" y="348"/>
                      <a:pt x="0" y="348"/>
                    </a:cubicBezTo>
                    <a:cubicBezTo>
                      <a:pt x="0" y="348"/>
                      <a:pt x="63" y="366"/>
                      <a:pt x="125" y="366"/>
                    </a:cubicBezTo>
                    <a:cubicBezTo>
                      <a:pt x="197" y="366"/>
                      <a:pt x="268" y="348"/>
                      <a:pt x="330" y="304"/>
                    </a:cubicBezTo>
                    <a:cubicBezTo>
                      <a:pt x="393" y="268"/>
                      <a:pt x="437" y="206"/>
                      <a:pt x="464" y="143"/>
                    </a:cubicBezTo>
                    <a:cubicBezTo>
                      <a:pt x="491" y="81"/>
                      <a:pt x="491" y="18"/>
                      <a:pt x="491" y="18"/>
                    </a:cubicBezTo>
                    <a:cubicBezTo>
                      <a:pt x="491" y="18"/>
                      <a:pt x="429" y="0"/>
                      <a:pt x="3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80" name="Google Shape;1580;p42"/>
              <p:cNvSpPr/>
              <p:nvPr/>
            </p:nvSpPr>
            <p:spPr>
              <a:xfrm>
                <a:off x="3118771" y="4466855"/>
                <a:ext cx="30031" cy="29325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32" extrusionOk="0">
                    <a:moveTo>
                      <a:pt x="45" y="0"/>
                    </a:moveTo>
                    <a:cubicBezTo>
                      <a:pt x="45" y="0"/>
                      <a:pt x="9" y="45"/>
                      <a:pt x="9" y="98"/>
                    </a:cubicBezTo>
                    <a:cubicBezTo>
                      <a:pt x="0" y="161"/>
                      <a:pt x="27" y="223"/>
                      <a:pt x="71" y="268"/>
                    </a:cubicBezTo>
                    <a:cubicBezTo>
                      <a:pt x="110" y="307"/>
                      <a:pt x="163" y="332"/>
                      <a:pt x="211" y="332"/>
                    </a:cubicBezTo>
                    <a:cubicBezTo>
                      <a:pt x="218" y="332"/>
                      <a:pt x="225" y="331"/>
                      <a:pt x="232" y="330"/>
                    </a:cubicBezTo>
                    <a:cubicBezTo>
                      <a:pt x="294" y="321"/>
                      <a:pt x="339" y="295"/>
                      <a:pt x="339" y="295"/>
                    </a:cubicBezTo>
                    <a:cubicBezTo>
                      <a:pt x="339" y="295"/>
                      <a:pt x="339" y="241"/>
                      <a:pt x="339" y="188"/>
                    </a:cubicBezTo>
                    <a:cubicBezTo>
                      <a:pt x="330" y="134"/>
                      <a:pt x="312" y="89"/>
                      <a:pt x="277" y="63"/>
                    </a:cubicBezTo>
                    <a:cubicBezTo>
                      <a:pt x="250" y="27"/>
                      <a:pt x="205" y="9"/>
                      <a:pt x="1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81" name="Google Shape;1581;p42"/>
              <p:cNvSpPr/>
              <p:nvPr/>
            </p:nvSpPr>
            <p:spPr>
              <a:xfrm>
                <a:off x="3421290" y="4558096"/>
                <a:ext cx="59179" cy="26233"/>
              </a:xfrm>
              <a:custGeom>
                <a:avLst/>
                <a:gdLst/>
                <a:ahLst/>
                <a:cxnLst/>
                <a:rect l="l" t="t" r="r" b="b"/>
                <a:pathLst>
                  <a:path w="670" h="297" extrusionOk="0">
                    <a:moveTo>
                      <a:pt x="305" y="0"/>
                    </a:moveTo>
                    <a:cubicBezTo>
                      <a:pt x="228" y="0"/>
                      <a:pt x="153" y="26"/>
                      <a:pt x="99" y="64"/>
                    </a:cubicBezTo>
                    <a:cubicBezTo>
                      <a:pt x="36" y="100"/>
                      <a:pt x="1" y="154"/>
                      <a:pt x="1" y="154"/>
                    </a:cubicBezTo>
                    <a:cubicBezTo>
                      <a:pt x="1" y="154"/>
                      <a:pt x="45" y="207"/>
                      <a:pt x="108" y="234"/>
                    </a:cubicBezTo>
                    <a:cubicBezTo>
                      <a:pt x="170" y="270"/>
                      <a:pt x="251" y="296"/>
                      <a:pt x="331" y="296"/>
                    </a:cubicBezTo>
                    <a:cubicBezTo>
                      <a:pt x="411" y="296"/>
                      <a:pt x="491" y="279"/>
                      <a:pt x="554" y="252"/>
                    </a:cubicBezTo>
                    <a:cubicBezTo>
                      <a:pt x="625" y="225"/>
                      <a:pt x="670" y="180"/>
                      <a:pt x="670" y="180"/>
                    </a:cubicBezTo>
                    <a:cubicBezTo>
                      <a:pt x="670" y="180"/>
                      <a:pt x="643" y="127"/>
                      <a:pt x="581" y="82"/>
                    </a:cubicBezTo>
                    <a:cubicBezTo>
                      <a:pt x="518" y="38"/>
                      <a:pt x="429" y="2"/>
                      <a:pt x="340" y="2"/>
                    </a:cubicBezTo>
                    <a:cubicBezTo>
                      <a:pt x="328" y="1"/>
                      <a:pt x="317" y="0"/>
                      <a:pt x="3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82" name="Google Shape;1582;p42"/>
              <p:cNvSpPr/>
              <p:nvPr/>
            </p:nvSpPr>
            <p:spPr>
              <a:xfrm>
                <a:off x="3265305" y="4627608"/>
                <a:ext cx="33211" cy="104845"/>
              </a:xfrm>
              <a:custGeom>
                <a:avLst/>
                <a:gdLst/>
                <a:ahLst/>
                <a:cxnLst/>
                <a:rect l="l" t="t" r="r" b="b"/>
                <a:pathLst>
                  <a:path w="376" h="1187" extrusionOk="0">
                    <a:moveTo>
                      <a:pt x="90" y="0"/>
                    </a:moveTo>
                    <a:cubicBezTo>
                      <a:pt x="90" y="0"/>
                      <a:pt x="45" y="80"/>
                      <a:pt x="27" y="196"/>
                    </a:cubicBezTo>
                    <a:cubicBezTo>
                      <a:pt x="0" y="321"/>
                      <a:pt x="0" y="482"/>
                      <a:pt x="36" y="633"/>
                    </a:cubicBezTo>
                    <a:cubicBezTo>
                      <a:pt x="72" y="794"/>
                      <a:pt x="134" y="937"/>
                      <a:pt x="206" y="1035"/>
                    </a:cubicBezTo>
                    <a:cubicBezTo>
                      <a:pt x="277" y="1133"/>
                      <a:pt x="357" y="1187"/>
                      <a:pt x="357" y="1187"/>
                    </a:cubicBezTo>
                    <a:cubicBezTo>
                      <a:pt x="357" y="1187"/>
                      <a:pt x="375" y="1097"/>
                      <a:pt x="375" y="981"/>
                    </a:cubicBezTo>
                    <a:cubicBezTo>
                      <a:pt x="375" y="865"/>
                      <a:pt x="357" y="714"/>
                      <a:pt x="322" y="571"/>
                    </a:cubicBezTo>
                    <a:cubicBezTo>
                      <a:pt x="295" y="428"/>
                      <a:pt x="241" y="286"/>
                      <a:pt x="197" y="178"/>
                    </a:cubicBezTo>
                    <a:cubicBezTo>
                      <a:pt x="143" y="71"/>
                      <a:pt x="90" y="0"/>
                      <a:pt x="9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83" name="Google Shape;1583;p42"/>
              <p:cNvSpPr/>
              <p:nvPr/>
            </p:nvSpPr>
            <p:spPr>
              <a:xfrm>
                <a:off x="3400003" y="4772551"/>
                <a:ext cx="32416" cy="51318"/>
              </a:xfrm>
              <a:custGeom>
                <a:avLst/>
                <a:gdLst/>
                <a:ahLst/>
                <a:cxnLst/>
                <a:rect l="l" t="t" r="r" b="b"/>
                <a:pathLst>
                  <a:path w="367" h="581" extrusionOk="0">
                    <a:moveTo>
                      <a:pt x="45" y="1"/>
                    </a:moveTo>
                    <a:cubicBezTo>
                      <a:pt x="45" y="1"/>
                      <a:pt x="19" y="54"/>
                      <a:pt x="10" y="125"/>
                    </a:cubicBezTo>
                    <a:cubicBezTo>
                      <a:pt x="1" y="197"/>
                      <a:pt x="19" y="286"/>
                      <a:pt x="54" y="357"/>
                    </a:cubicBezTo>
                    <a:cubicBezTo>
                      <a:pt x="90" y="429"/>
                      <a:pt x="144" y="491"/>
                      <a:pt x="206" y="527"/>
                    </a:cubicBezTo>
                    <a:cubicBezTo>
                      <a:pt x="260" y="571"/>
                      <a:pt x="331" y="580"/>
                      <a:pt x="331" y="580"/>
                    </a:cubicBezTo>
                    <a:cubicBezTo>
                      <a:pt x="331" y="580"/>
                      <a:pt x="358" y="527"/>
                      <a:pt x="358" y="456"/>
                    </a:cubicBezTo>
                    <a:cubicBezTo>
                      <a:pt x="367" y="384"/>
                      <a:pt x="358" y="304"/>
                      <a:pt x="322" y="224"/>
                    </a:cubicBezTo>
                    <a:cubicBezTo>
                      <a:pt x="286" y="152"/>
                      <a:pt x="233" y="90"/>
                      <a:pt x="170" y="54"/>
                    </a:cubicBezTo>
                    <a:cubicBezTo>
                      <a:pt x="108" y="9"/>
                      <a:pt x="45" y="1"/>
                      <a:pt x="4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84" name="Google Shape;1584;p42"/>
              <p:cNvSpPr/>
              <p:nvPr/>
            </p:nvSpPr>
            <p:spPr>
              <a:xfrm>
                <a:off x="3159666" y="4782002"/>
                <a:ext cx="33211" cy="55293"/>
              </a:xfrm>
              <a:custGeom>
                <a:avLst/>
                <a:gdLst/>
                <a:ahLst/>
                <a:cxnLst/>
                <a:rect l="l" t="t" r="r" b="b"/>
                <a:pathLst>
                  <a:path w="376" h="626" extrusionOk="0">
                    <a:moveTo>
                      <a:pt x="63" y="1"/>
                    </a:moveTo>
                    <a:cubicBezTo>
                      <a:pt x="63" y="1"/>
                      <a:pt x="28" y="54"/>
                      <a:pt x="19" y="134"/>
                    </a:cubicBezTo>
                    <a:cubicBezTo>
                      <a:pt x="1" y="206"/>
                      <a:pt x="19" y="304"/>
                      <a:pt x="54" y="393"/>
                    </a:cubicBezTo>
                    <a:cubicBezTo>
                      <a:pt x="99" y="473"/>
                      <a:pt x="162" y="545"/>
                      <a:pt x="233" y="580"/>
                    </a:cubicBezTo>
                    <a:cubicBezTo>
                      <a:pt x="295" y="625"/>
                      <a:pt x="367" y="625"/>
                      <a:pt x="367" y="625"/>
                    </a:cubicBezTo>
                    <a:cubicBezTo>
                      <a:pt x="367" y="625"/>
                      <a:pt x="376" y="563"/>
                      <a:pt x="376" y="491"/>
                    </a:cubicBezTo>
                    <a:cubicBezTo>
                      <a:pt x="376" y="420"/>
                      <a:pt x="358" y="340"/>
                      <a:pt x="322" y="259"/>
                    </a:cubicBezTo>
                    <a:cubicBezTo>
                      <a:pt x="286" y="188"/>
                      <a:pt x="233" y="117"/>
                      <a:pt x="179" y="72"/>
                    </a:cubicBezTo>
                    <a:cubicBezTo>
                      <a:pt x="126" y="27"/>
                      <a:pt x="63" y="1"/>
                      <a:pt x="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85" name="Google Shape;1585;p42"/>
              <p:cNvSpPr/>
              <p:nvPr/>
            </p:nvSpPr>
            <p:spPr>
              <a:xfrm>
                <a:off x="3418199" y="4918023"/>
                <a:ext cx="48933" cy="29060"/>
              </a:xfrm>
              <a:custGeom>
                <a:avLst/>
                <a:gdLst/>
                <a:ahLst/>
                <a:cxnLst/>
                <a:rect l="l" t="t" r="r" b="b"/>
                <a:pathLst>
                  <a:path w="554" h="329" extrusionOk="0">
                    <a:moveTo>
                      <a:pt x="345" y="0"/>
                    </a:moveTo>
                    <a:cubicBezTo>
                      <a:pt x="304" y="0"/>
                      <a:pt x="262" y="7"/>
                      <a:pt x="223" y="22"/>
                    </a:cubicBezTo>
                    <a:cubicBezTo>
                      <a:pt x="152" y="57"/>
                      <a:pt x="89" y="102"/>
                      <a:pt x="54" y="164"/>
                    </a:cubicBezTo>
                    <a:cubicBezTo>
                      <a:pt x="18" y="218"/>
                      <a:pt x="0" y="272"/>
                      <a:pt x="0" y="272"/>
                    </a:cubicBezTo>
                    <a:cubicBezTo>
                      <a:pt x="0" y="272"/>
                      <a:pt x="54" y="307"/>
                      <a:pt x="116" y="316"/>
                    </a:cubicBezTo>
                    <a:cubicBezTo>
                      <a:pt x="144" y="324"/>
                      <a:pt x="176" y="329"/>
                      <a:pt x="209" y="329"/>
                    </a:cubicBezTo>
                    <a:cubicBezTo>
                      <a:pt x="249" y="329"/>
                      <a:pt x="291" y="322"/>
                      <a:pt x="330" y="307"/>
                    </a:cubicBezTo>
                    <a:cubicBezTo>
                      <a:pt x="401" y="272"/>
                      <a:pt x="464" y="227"/>
                      <a:pt x="500" y="164"/>
                    </a:cubicBezTo>
                    <a:cubicBezTo>
                      <a:pt x="535" y="111"/>
                      <a:pt x="553" y="57"/>
                      <a:pt x="553" y="57"/>
                    </a:cubicBezTo>
                    <a:cubicBezTo>
                      <a:pt x="553" y="57"/>
                      <a:pt x="500" y="22"/>
                      <a:pt x="437" y="13"/>
                    </a:cubicBezTo>
                    <a:cubicBezTo>
                      <a:pt x="409" y="5"/>
                      <a:pt x="377" y="0"/>
                      <a:pt x="34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86" name="Google Shape;1586;p42"/>
              <p:cNvSpPr/>
              <p:nvPr/>
            </p:nvSpPr>
            <p:spPr>
              <a:xfrm>
                <a:off x="2965878" y="5038058"/>
                <a:ext cx="30826" cy="56088"/>
              </a:xfrm>
              <a:custGeom>
                <a:avLst/>
                <a:gdLst/>
                <a:ahLst/>
                <a:cxnLst/>
                <a:rect l="l" t="t" r="r" b="b"/>
                <a:pathLst>
                  <a:path w="349" h="635" extrusionOk="0">
                    <a:moveTo>
                      <a:pt x="63" y="1"/>
                    </a:moveTo>
                    <a:cubicBezTo>
                      <a:pt x="63" y="1"/>
                      <a:pt x="27" y="54"/>
                      <a:pt x="18" y="126"/>
                    </a:cubicBezTo>
                    <a:cubicBezTo>
                      <a:pt x="0" y="197"/>
                      <a:pt x="9" y="286"/>
                      <a:pt x="36" y="367"/>
                    </a:cubicBezTo>
                    <a:cubicBezTo>
                      <a:pt x="63" y="447"/>
                      <a:pt x="107" y="518"/>
                      <a:pt x="170" y="563"/>
                    </a:cubicBezTo>
                    <a:cubicBezTo>
                      <a:pt x="223" y="608"/>
                      <a:pt x="286" y="634"/>
                      <a:pt x="286" y="634"/>
                    </a:cubicBezTo>
                    <a:cubicBezTo>
                      <a:pt x="286" y="634"/>
                      <a:pt x="322" y="572"/>
                      <a:pt x="330" y="500"/>
                    </a:cubicBezTo>
                    <a:cubicBezTo>
                      <a:pt x="348" y="429"/>
                      <a:pt x="339" y="349"/>
                      <a:pt x="313" y="269"/>
                    </a:cubicBezTo>
                    <a:cubicBezTo>
                      <a:pt x="286" y="188"/>
                      <a:pt x="232" y="117"/>
                      <a:pt x="179" y="72"/>
                    </a:cubicBezTo>
                    <a:cubicBezTo>
                      <a:pt x="125" y="19"/>
                      <a:pt x="63" y="1"/>
                      <a:pt x="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87" name="Google Shape;1587;p42"/>
              <p:cNvSpPr/>
              <p:nvPr/>
            </p:nvSpPr>
            <p:spPr>
              <a:xfrm>
                <a:off x="3352749" y="5086991"/>
                <a:ext cx="26057" cy="56000"/>
              </a:xfrm>
              <a:custGeom>
                <a:avLst/>
                <a:gdLst/>
                <a:ahLst/>
                <a:cxnLst/>
                <a:rect l="l" t="t" r="r" b="b"/>
                <a:pathLst>
                  <a:path w="295" h="634" extrusionOk="0">
                    <a:moveTo>
                      <a:pt x="143" y="0"/>
                    </a:moveTo>
                    <a:cubicBezTo>
                      <a:pt x="143" y="0"/>
                      <a:pt x="99" y="45"/>
                      <a:pt x="63" y="98"/>
                    </a:cubicBezTo>
                    <a:cubicBezTo>
                      <a:pt x="18" y="161"/>
                      <a:pt x="1" y="241"/>
                      <a:pt x="1" y="321"/>
                    </a:cubicBezTo>
                    <a:cubicBezTo>
                      <a:pt x="1" y="393"/>
                      <a:pt x="18" y="473"/>
                      <a:pt x="63" y="535"/>
                    </a:cubicBezTo>
                    <a:cubicBezTo>
                      <a:pt x="99" y="598"/>
                      <a:pt x="143" y="633"/>
                      <a:pt x="143" y="633"/>
                    </a:cubicBezTo>
                    <a:cubicBezTo>
                      <a:pt x="143" y="633"/>
                      <a:pt x="197" y="598"/>
                      <a:pt x="233" y="535"/>
                    </a:cubicBezTo>
                    <a:cubicBezTo>
                      <a:pt x="268" y="473"/>
                      <a:pt x="295" y="393"/>
                      <a:pt x="295" y="321"/>
                    </a:cubicBezTo>
                    <a:cubicBezTo>
                      <a:pt x="295" y="241"/>
                      <a:pt x="268" y="161"/>
                      <a:pt x="233" y="98"/>
                    </a:cubicBezTo>
                    <a:cubicBezTo>
                      <a:pt x="197" y="45"/>
                      <a:pt x="143" y="0"/>
                      <a:pt x="1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88" name="Google Shape;1588;p42"/>
            <p:cNvGrpSpPr/>
            <p:nvPr/>
          </p:nvGrpSpPr>
          <p:grpSpPr>
            <a:xfrm>
              <a:off x="2590754" y="4131041"/>
              <a:ext cx="957550" cy="1030851"/>
              <a:chOff x="2590754" y="4131041"/>
              <a:chExt cx="957550" cy="1030851"/>
            </a:xfrm>
          </p:grpSpPr>
          <p:sp>
            <p:nvSpPr>
              <p:cNvPr id="1589" name="Google Shape;1589;p42"/>
              <p:cNvSpPr/>
              <p:nvPr/>
            </p:nvSpPr>
            <p:spPr>
              <a:xfrm>
                <a:off x="2590754" y="4266532"/>
                <a:ext cx="78965" cy="26233"/>
              </a:xfrm>
              <a:custGeom>
                <a:avLst/>
                <a:gdLst/>
                <a:ahLst/>
                <a:cxnLst/>
                <a:rect l="l" t="t" r="r" b="b"/>
                <a:pathLst>
                  <a:path w="894" h="297" extrusionOk="0">
                    <a:moveTo>
                      <a:pt x="426" y="1"/>
                    </a:moveTo>
                    <a:cubicBezTo>
                      <a:pt x="313" y="1"/>
                      <a:pt x="198" y="35"/>
                      <a:pt x="126" y="83"/>
                    </a:cubicBezTo>
                    <a:cubicBezTo>
                      <a:pt x="46" y="136"/>
                      <a:pt x="1" y="199"/>
                      <a:pt x="1" y="199"/>
                    </a:cubicBezTo>
                    <a:cubicBezTo>
                      <a:pt x="1" y="199"/>
                      <a:pt x="19" y="207"/>
                      <a:pt x="54" y="216"/>
                    </a:cubicBezTo>
                    <a:cubicBezTo>
                      <a:pt x="81" y="225"/>
                      <a:pt x="117" y="243"/>
                      <a:pt x="162" y="252"/>
                    </a:cubicBezTo>
                    <a:cubicBezTo>
                      <a:pt x="242" y="279"/>
                      <a:pt x="349" y="288"/>
                      <a:pt x="447" y="297"/>
                    </a:cubicBezTo>
                    <a:cubicBezTo>
                      <a:pt x="545" y="297"/>
                      <a:pt x="652" y="297"/>
                      <a:pt x="741" y="279"/>
                    </a:cubicBezTo>
                    <a:cubicBezTo>
                      <a:pt x="822" y="270"/>
                      <a:pt x="893" y="243"/>
                      <a:pt x="893" y="243"/>
                    </a:cubicBezTo>
                    <a:cubicBezTo>
                      <a:pt x="893" y="243"/>
                      <a:pt x="866" y="181"/>
                      <a:pt x="786" y="118"/>
                    </a:cubicBezTo>
                    <a:cubicBezTo>
                      <a:pt x="715" y="56"/>
                      <a:pt x="590" y="2"/>
                      <a:pt x="465" y="2"/>
                    </a:cubicBezTo>
                    <a:cubicBezTo>
                      <a:pt x="452" y="1"/>
                      <a:pt x="439" y="1"/>
                      <a:pt x="4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0" name="Google Shape;1590;p42"/>
              <p:cNvSpPr/>
              <p:nvPr/>
            </p:nvSpPr>
            <p:spPr>
              <a:xfrm>
                <a:off x="3256649" y="4777939"/>
                <a:ext cx="66246" cy="26233"/>
              </a:xfrm>
              <a:custGeom>
                <a:avLst/>
                <a:gdLst/>
                <a:ahLst/>
                <a:cxnLst/>
                <a:rect l="l" t="t" r="r" b="b"/>
                <a:pathLst>
                  <a:path w="750" h="297" extrusionOk="0">
                    <a:moveTo>
                      <a:pt x="400" y="0"/>
                    </a:moveTo>
                    <a:cubicBezTo>
                      <a:pt x="386" y="0"/>
                      <a:pt x="372" y="1"/>
                      <a:pt x="357" y="2"/>
                    </a:cubicBezTo>
                    <a:cubicBezTo>
                      <a:pt x="250" y="11"/>
                      <a:pt x="143" y="56"/>
                      <a:pt x="81" y="118"/>
                    </a:cubicBezTo>
                    <a:cubicBezTo>
                      <a:pt x="54" y="154"/>
                      <a:pt x="27" y="189"/>
                      <a:pt x="18" y="207"/>
                    </a:cubicBezTo>
                    <a:cubicBezTo>
                      <a:pt x="0" y="234"/>
                      <a:pt x="0" y="252"/>
                      <a:pt x="0" y="252"/>
                    </a:cubicBezTo>
                    <a:cubicBezTo>
                      <a:pt x="0" y="252"/>
                      <a:pt x="18" y="252"/>
                      <a:pt x="45" y="261"/>
                    </a:cubicBezTo>
                    <a:cubicBezTo>
                      <a:pt x="72" y="270"/>
                      <a:pt x="98" y="279"/>
                      <a:pt x="134" y="279"/>
                    </a:cubicBezTo>
                    <a:cubicBezTo>
                      <a:pt x="214" y="296"/>
                      <a:pt x="295" y="296"/>
                      <a:pt x="384" y="296"/>
                    </a:cubicBezTo>
                    <a:cubicBezTo>
                      <a:pt x="464" y="287"/>
                      <a:pt x="544" y="270"/>
                      <a:pt x="616" y="243"/>
                    </a:cubicBezTo>
                    <a:cubicBezTo>
                      <a:pt x="687" y="225"/>
                      <a:pt x="750" y="189"/>
                      <a:pt x="750" y="189"/>
                    </a:cubicBezTo>
                    <a:cubicBezTo>
                      <a:pt x="750" y="189"/>
                      <a:pt x="723" y="127"/>
                      <a:pt x="651" y="82"/>
                    </a:cubicBezTo>
                    <a:cubicBezTo>
                      <a:pt x="589" y="28"/>
                      <a:pt x="499" y="0"/>
                      <a:pt x="4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1" name="Google Shape;1591;p42"/>
              <p:cNvSpPr/>
              <p:nvPr/>
            </p:nvSpPr>
            <p:spPr>
              <a:xfrm>
                <a:off x="3256649" y="4952205"/>
                <a:ext cx="27647" cy="43457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92" extrusionOk="0">
                    <a:moveTo>
                      <a:pt x="116" y="1"/>
                    </a:moveTo>
                    <a:cubicBezTo>
                      <a:pt x="116" y="1"/>
                      <a:pt x="63" y="36"/>
                      <a:pt x="36" y="99"/>
                    </a:cubicBezTo>
                    <a:cubicBezTo>
                      <a:pt x="9" y="152"/>
                      <a:pt x="0" y="224"/>
                      <a:pt x="9" y="286"/>
                    </a:cubicBezTo>
                    <a:cubicBezTo>
                      <a:pt x="27" y="348"/>
                      <a:pt x="72" y="411"/>
                      <a:pt x="125" y="438"/>
                    </a:cubicBezTo>
                    <a:cubicBezTo>
                      <a:pt x="170" y="473"/>
                      <a:pt x="232" y="491"/>
                      <a:pt x="232" y="491"/>
                    </a:cubicBezTo>
                    <a:cubicBezTo>
                      <a:pt x="232" y="491"/>
                      <a:pt x="268" y="438"/>
                      <a:pt x="286" y="384"/>
                    </a:cubicBezTo>
                    <a:cubicBezTo>
                      <a:pt x="304" y="331"/>
                      <a:pt x="312" y="268"/>
                      <a:pt x="304" y="215"/>
                    </a:cubicBezTo>
                    <a:cubicBezTo>
                      <a:pt x="286" y="161"/>
                      <a:pt x="250" y="108"/>
                      <a:pt x="205" y="72"/>
                    </a:cubicBezTo>
                    <a:cubicBezTo>
                      <a:pt x="170" y="27"/>
                      <a:pt x="116" y="1"/>
                      <a:pt x="11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2" name="Google Shape;1592;p42"/>
              <p:cNvSpPr/>
              <p:nvPr/>
            </p:nvSpPr>
            <p:spPr>
              <a:xfrm>
                <a:off x="2894156" y="4131041"/>
                <a:ext cx="63949" cy="76668"/>
              </a:xfrm>
              <a:custGeom>
                <a:avLst/>
                <a:gdLst/>
                <a:ahLst/>
                <a:cxnLst/>
                <a:rect l="l" t="t" r="r" b="b"/>
                <a:pathLst>
                  <a:path w="724" h="868" extrusionOk="0">
                    <a:moveTo>
                      <a:pt x="696" y="1"/>
                    </a:moveTo>
                    <a:cubicBezTo>
                      <a:pt x="662" y="1"/>
                      <a:pt x="598" y="5"/>
                      <a:pt x="527" y="29"/>
                    </a:cubicBezTo>
                    <a:cubicBezTo>
                      <a:pt x="411" y="64"/>
                      <a:pt x="277" y="153"/>
                      <a:pt x="179" y="269"/>
                    </a:cubicBezTo>
                    <a:cubicBezTo>
                      <a:pt x="72" y="394"/>
                      <a:pt x="18" y="546"/>
                      <a:pt x="9" y="662"/>
                    </a:cubicBezTo>
                    <a:cubicBezTo>
                      <a:pt x="1" y="724"/>
                      <a:pt x="1" y="778"/>
                      <a:pt x="9" y="805"/>
                    </a:cubicBezTo>
                    <a:cubicBezTo>
                      <a:pt x="18" y="840"/>
                      <a:pt x="18" y="867"/>
                      <a:pt x="18" y="867"/>
                    </a:cubicBezTo>
                    <a:cubicBezTo>
                      <a:pt x="18" y="867"/>
                      <a:pt x="36" y="849"/>
                      <a:pt x="63" y="823"/>
                    </a:cubicBezTo>
                    <a:cubicBezTo>
                      <a:pt x="90" y="805"/>
                      <a:pt x="125" y="769"/>
                      <a:pt x="161" y="733"/>
                    </a:cubicBezTo>
                    <a:cubicBezTo>
                      <a:pt x="241" y="653"/>
                      <a:pt x="322" y="555"/>
                      <a:pt x="402" y="457"/>
                    </a:cubicBezTo>
                    <a:cubicBezTo>
                      <a:pt x="482" y="359"/>
                      <a:pt x="563" y="261"/>
                      <a:pt x="625" y="162"/>
                    </a:cubicBezTo>
                    <a:cubicBezTo>
                      <a:pt x="652" y="127"/>
                      <a:pt x="679" y="82"/>
                      <a:pt x="696" y="55"/>
                    </a:cubicBezTo>
                    <a:cubicBezTo>
                      <a:pt x="714" y="20"/>
                      <a:pt x="723" y="2"/>
                      <a:pt x="723" y="2"/>
                    </a:cubicBezTo>
                    <a:cubicBezTo>
                      <a:pt x="723" y="2"/>
                      <a:pt x="713" y="1"/>
                      <a:pt x="6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3" name="Google Shape;1593;p42"/>
              <p:cNvSpPr/>
              <p:nvPr/>
            </p:nvSpPr>
            <p:spPr>
              <a:xfrm>
                <a:off x="3094305" y="4148529"/>
                <a:ext cx="27647" cy="39482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47" extrusionOk="0">
                    <a:moveTo>
                      <a:pt x="179" y="0"/>
                    </a:moveTo>
                    <a:cubicBezTo>
                      <a:pt x="179" y="0"/>
                      <a:pt x="125" y="27"/>
                      <a:pt x="90" y="63"/>
                    </a:cubicBezTo>
                    <a:cubicBezTo>
                      <a:pt x="45" y="98"/>
                      <a:pt x="18" y="143"/>
                      <a:pt x="9" y="196"/>
                    </a:cubicBezTo>
                    <a:cubicBezTo>
                      <a:pt x="1" y="250"/>
                      <a:pt x="9" y="303"/>
                      <a:pt x="36" y="348"/>
                    </a:cubicBezTo>
                    <a:cubicBezTo>
                      <a:pt x="54" y="402"/>
                      <a:pt x="99" y="446"/>
                      <a:pt x="99" y="446"/>
                    </a:cubicBezTo>
                    <a:cubicBezTo>
                      <a:pt x="99" y="446"/>
                      <a:pt x="152" y="428"/>
                      <a:pt x="197" y="402"/>
                    </a:cubicBezTo>
                    <a:cubicBezTo>
                      <a:pt x="250" y="366"/>
                      <a:pt x="286" y="312"/>
                      <a:pt x="295" y="250"/>
                    </a:cubicBezTo>
                    <a:cubicBezTo>
                      <a:pt x="313" y="187"/>
                      <a:pt x="295" y="116"/>
                      <a:pt x="259" y="71"/>
                    </a:cubicBezTo>
                    <a:cubicBezTo>
                      <a:pt x="224" y="27"/>
                      <a:pt x="179" y="0"/>
                      <a:pt x="1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4" name="Google Shape;1594;p42"/>
              <p:cNvSpPr/>
              <p:nvPr/>
            </p:nvSpPr>
            <p:spPr>
              <a:xfrm>
                <a:off x="3038394" y="4394340"/>
                <a:ext cx="27647" cy="30208"/>
              </a:xfrm>
              <a:custGeom>
                <a:avLst/>
                <a:gdLst/>
                <a:ahLst/>
                <a:cxnLst/>
                <a:rect l="l" t="t" r="r" b="b"/>
                <a:pathLst>
                  <a:path w="313" h="342" extrusionOk="0">
                    <a:moveTo>
                      <a:pt x="54" y="0"/>
                    </a:moveTo>
                    <a:cubicBezTo>
                      <a:pt x="54" y="0"/>
                      <a:pt x="27" y="45"/>
                      <a:pt x="9" y="99"/>
                    </a:cubicBezTo>
                    <a:cubicBezTo>
                      <a:pt x="0" y="152"/>
                      <a:pt x="9" y="215"/>
                      <a:pt x="36" y="259"/>
                    </a:cubicBezTo>
                    <a:cubicBezTo>
                      <a:pt x="71" y="304"/>
                      <a:pt x="125" y="339"/>
                      <a:pt x="179" y="339"/>
                    </a:cubicBezTo>
                    <a:cubicBezTo>
                      <a:pt x="189" y="341"/>
                      <a:pt x="200" y="342"/>
                      <a:pt x="210" y="342"/>
                    </a:cubicBezTo>
                    <a:cubicBezTo>
                      <a:pt x="251" y="342"/>
                      <a:pt x="286" y="331"/>
                      <a:pt x="286" y="331"/>
                    </a:cubicBezTo>
                    <a:cubicBezTo>
                      <a:pt x="286" y="331"/>
                      <a:pt x="303" y="277"/>
                      <a:pt x="312" y="232"/>
                    </a:cubicBezTo>
                    <a:cubicBezTo>
                      <a:pt x="312" y="179"/>
                      <a:pt x="303" y="125"/>
                      <a:pt x="286" y="90"/>
                    </a:cubicBezTo>
                    <a:cubicBezTo>
                      <a:pt x="259" y="54"/>
                      <a:pt x="214" y="27"/>
                      <a:pt x="161" y="18"/>
                    </a:cubicBezTo>
                    <a:cubicBezTo>
                      <a:pt x="116" y="9"/>
                      <a:pt x="54" y="0"/>
                      <a:pt x="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5" name="Google Shape;1595;p42"/>
              <p:cNvSpPr/>
              <p:nvPr/>
            </p:nvSpPr>
            <p:spPr>
              <a:xfrm>
                <a:off x="2767319" y="4450250"/>
                <a:ext cx="27647" cy="56088"/>
              </a:xfrm>
              <a:custGeom>
                <a:avLst/>
                <a:gdLst/>
                <a:ahLst/>
                <a:cxnLst/>
                <a:rect l="l" t="t" r="r" b="b"/>
                <a:pathLst>
                  <a:path w="313" h="635" extrusionOk="0">
                    <a:moveTo>
                      <a:pt x="152" y="1"/>
                    </a:moveTo>
                    <a:cubicBezTo>
                      <a:pt x="152" y="1"/>
                      <a:pt x="107" y="45"/>
                      <a:pt x="81" y="99"/>
                    </a:cubicBezTo>
                    <a:cubicBezTo>
                      <a:pt x="36" y="161"/>
                      <a:pt x="9" y="233"/>
                      <a:pt x="9" y="304"/>
                    </a:cubicBezTo>
                    <a:cubicBezTo>
                      <a:pt x="0" y="376"/>
                      <a:pt x="9" y="456"/>
                      <a:pt x="27" y="518"/>
                    </a:cubicBezTo>
                    <a:cubicBezTo>
                      <a:pt x="54" y="581"/>
                      <a:pt x="89" y="634"/>
                      <a:pt x="89" y="634"/>
                    </a:cubicBezTo>
                    <a:cubicBezTo>
                      <a:pt x="89" y="634"/>
                      <a:pt x="152" y="607"/>
                      <a:pt x="197" y="554"/>
                    </a:cubicBezTo>
                    <a:cubicBezTo>
                      <a:pt x="250" y="509"/>
                      <a:pt x="295" y="420"/>
                      <a:pt x="304" y="340"/>
                    </a:cubicBezTo>
                    <a:cubicBezTo>
                      <a:pt x="313" y="251"/>
                      <a:pt x="286" y="161"/>
                      <a:pt x="250" y="99"/>
                    </a:cubicBezTo>
                    <a:cubicBezTo>
                      <a:pt x="205" y="37"/>
                      <a:pt x="152" y="1"/>
                      <a:pt x="1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6" name="Google Shape;1596;p42"/>
              <p:cNvSpPr/>
              <p:nvPr/>
            </p:nvSpPr>
            <p:spPr>
              <a:xfrm>
                <a:off x="3148714" y="4541226"/>
                <a:ext cx="56000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634" h="322" extrusionOk="0">
                    <a:moveTo>
                      <a:pt x="427" y="0"/>
                    </a:moveTo>
                    <a:cubicBezTo>
                      <a:pt x="380" y="0"/>
                      <a:pt x="331" y="7"/>
                      <a:pt x="286" y="24"/>
                    </a:cubicBezTo>
                    <a:cubicBezTo>
                      <a:pt x="205" y="41"/>
                      <a:pt x="143" y="86"/>
                      <a:pt x="89" y="131"/>
                    </a:cubicBezTo>
                    <a:cubicBezTo>
                      <a:pt x="36" y="175"/>
                      <a:pt x="0" y="238"/>
                      <a:pt x="0" y="238"/>
                    </a:cubicBezTo>
                    <a:cubicBezTo>
                      <a:pt x="0" y="238"/>
                      <a:pt x="54" y="273"/>
                      <a:pt x="116" y="300"/>
                    </a:cubicBezTo>
                    <a:cubicBezTo>
                      <a:pt x="155" y="315"/>
                      <a:pt x="203" y="321"/>
                      <a:pt x="251" y="321"/>
                    </a:cubicBezTo>
                    <a:cubicBezTo>
                      <a:pt x="290" y="321"/>
                      <a:pt x="330" y="317"/>
                      <a:pt x="366" y="309"/>
                    </a:cubicBezTo>
                    <a:cubicBezTo>
                      <a:pt x="446" y="282"/>
                      <a:pt x="526" y="229"/>
                      <a:pt x="571" y="166"/>
                    </a:cubicBezTo>
                    <a:cubicBezTo>
                      <a:pt x="616" y="113"/>
                      <a:pt x="633" y="50"/>
                      <a:pt x="633" y="50"/>
                    </a:cubicBezTo>
                    <a:cubicBezTo>
                      <a:pt x="633" y="50"/>
                      <a:pt x="580" y="24"/>
                      <a:pt x="509" y="6"/>
                    </a:cubicBezTo>
                    <a:cubicBezTo>
                      <a:pt x="482" y="2"/>
                      <a:pt x="455" y="0"/>
                      <a:pt x="4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7" name="Google Shape;1597;p42"/>
              <p:cNvSpPr/>
              <p:nvPr/>
            </p:nvSpPr>
            <p:spPr>
              <a:xfrm>
                <a:off x="3381101" y="4462704"/>
                <a:ext cx="43457" cy="31180"/>
              </a:xfrm>
              <a:custGeom>
                <a:avLst/>
                <a:gdLst/>
                <a:ahLst/>
                <a:cxnLst/>
                <a:rect l="l" t="t" r="r" b="b"/>
                <a:pathLst>
                  <a:path w="492" h="353" extrusionOk="0">
                    <a:moveTo>
                      <a:pt x="98" y="0"/>
                    </a:moveTo>
                    <a:cubicBezTo>
                      <a:pt x="50" y="0"/>
                      <a:pt x="10" y="12"/>
                      <a:pt x="10" y="12"/>
                    </a:cubicBezTo>
                    <a:cubicBezTo>
                      <a:pt x="10" y="12"/>
                      <a:pt x="1" y="65"/>
                      <a:pt x="28" y="127"/>
                    </a:cubicBezTo>
                    <a:cubicBezTo>
                      <a:pt x="45" y="199"/>
                      <a:pt x="90" y="261"/>
                      <a:pt x="161" y="306"/>
                    </a:cubicBezTo>
                    <a:cubicBezTo>
                      <a:pt x="213" y="335"/>
                      <a:pt x="277" y="353"/>
                      <a:pt x="338" y="353"/>
                    </a:cubicBezTo>
                    <a:cubicBezTo>
                      <a:pt x="351" y="353"/>
                      <a:pt x="363" y="352"/>
                      <a:pt x="375" y="351"/>
                    </a:cubicBezTo>
                    <a:cubicBezTo>
                      <a:pt x="438" y="342"/>
                      <a:pt x="491" y="306"/>
                      <a:pt x="491" y="306"/>
                    </a:cubicBezTo>
                    <a:cubicBezTo>
                      <a:pt x="491" y="306"/>
                      <a:pt x="474" y="252"/>
                      <a:pt x="447" y="199"/>
                    </a:cubicBezTo>
                    <a:cubicBezTo>
                      <a:pt x="420" y="136"/>
                      <a:pt x="375" y="92"/>
                      <a:pt x="322" y="56"/>
                    </a:cubicBezTo>
                    <a:cubicBezTo>
                      <a:pt x="259" y="20"/>
                      <a:pt x="197" y="3"/>
                      <a:pt x="135" y="3"/>
                    </a:cubicBezTo>
                    <a:cubicBezTo>
                      <a:pt x="122" y="1"/>
                      <a:pt x="110" y="0"/>
                      <a:pt x="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8" name="Google Shape;1598;p42"/>
              <p:cNvSpPr/>
              <p:nvPr/>
            </p:nvSpPr>
            <p:spPr>
              <a:xfrm>
                <a:off x="3329872" y="4585035"/>
                <a:ext cx="38776" cy="40454"/>
              </a:xfrm>
              <a:custGeom>
                <a:avLst/>
                <a:gdLst/>
                <a:ahLst/>
                <a:cxnLst/>
                <a:rect l="l" t="t" r="r" b="b"/>
                <a:pathLst>
                  <a:path w="439" h="458" extrusionOk="0">
                    <a:moveTo>
                      <a:pt x="28" y="0"/>
                    </a:moveTo>
                    <a:cubicBezTo>
                      <a:pt x="28" y="0"/>
                      <a:pt x="1" y="54"/>
                      <a:pt x="10" y="125"/>
                    </a:cubicBezTo>
                    <a:cubicBezTo>
                      <a:pt x="10" y="206"/>
                      <a:pt x="45" y="286"/>
                      <a:pt x="99" y="348"/>
                    </a:cubicBezTo>
                    <a:cubicBezTo>
                      <a:pt x="161" y="411"/>
                      <a:pt x="242" y="446"/>
                      <a:pt x="313" y="455"/>
                    </a:cubicBezTo>
                    <a:cubicBezTo>
                      <a:pt x="327" y="457"/>
                      <a:pt x="341" y="458"/>
                      <a:pt x="354" y="458"/>
                    </a:cubicBezTo>
                    <a:cubicBezTo>
                      <a:pt x="404" y="458"/>
                      <a:pt x="438" y="446"/>
                      <a:pt x="438" y="446"/>
                    </a:cubicBezTo>
                    <a:cubicBezTo>
                      <a:pt x="438" y="446"/>
                      <a:pt x="438" y="384"/>
                      <a:pt x="420" y="321"/>
                    </a:cubicBezTo>
                    <a:cubicBezTo>
                      <a:pt x="402" y="259"/>
                      <a:pt x="367" y="197"/>
                      <a:pt x="322" y="143"/>
                    </a:cubicBezTo>
                    <a:cubicBezTo>
                      <a:pt x="269" y="98"/>
                      <a:pt x="215" y="54"/>
                      <a:pt x="153" y="36"/>
                    </a:cubicBezTo>
                    <a:cubicBezTo>
                      <a:pt x="90" y="9"/>
                      <a:pt x="28" y="0"/>
                      <a:pt x="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9" name="Google Shape;1599;p42"/>
              <p:cNvSpPr/>
              <p:nvPr/>
            </p:nvSpPr>
            <p:spPr>
              <a:xfrm>
                <a:off x="2977713" y="4706395"/>
                <a:ext cx="30826" cy="43369"/>
              </a:xfrm>
              <a:custGeom>
                <a:avLst/>
                <a:gdLst/>
                <a:ahLst/>
                <a:cxnLst/>
                <a:rect l="l" t="t" r="r" b="b"/>
                <a:pathLst>
                  <a:path w="349" h="491" extrusionOk="0">
                    <a:moveTo>
                      <a:pt x="304" y="0"/>
                    </a:moveTo>
                    <a:cubicBezTo>
                      <a:pt x="304" y="0"/>
                      <a:pt x="241" y="9"/>
                      <a:pt x="188" y="36"/>
                    </a:cubicBezTo>
                    <a:cubicBezTo>
                      <a:pt x="125" y="63"/>
                      <a:pt x="80" y="116"/>
                      <a:pt x="45" y="179"/>
                    </a:cubicBezTo>
                    <a:cubicBezTo>
                      <a:pt x="9" y="232"/>
                      <a:pt x="0" y="303"/>
                      <a:pt x="18" y="375"/>
                    </a:cubicBezTo>
                    <a:cubicBezTo>
                      <a:pt x="18" y="437"/>
                      <a:pt x="54" y="491"/>
                      <a:pt x="54" y="491"/>
                    </a:cubicBezTo>
                    <a:cubicBezTo>
                      <a:pt x="54" y="491"/>
                      <a:pt x="107" y="482"/>
                      <a:pt x="170" y="446"/>
                    </a:cubicBezTo>
                    <a:cubicBezTo>
                      <a:pt x="223" y="419"/>
                      <a:pt x="277" y="375"/>
                      <a:pt x="312" y="312"/>
                    </a:cubicBezTo>
                    <a:cubicBezTo>
                      <a:pt x="339" y="250"/>
                      <a:pt x="348" y="179"/>
                      <a:pt x="339" y="116"/>
                    </a:cubicBezTo>
                    <a:cubicBezTo>
                      <a:pt x="330" y="54"/>
                      <a:pt x="304" y="0"/>
                      <a:pt x="3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0" name="Google Shape;1600;p42"/>
              <p:cNvSpPr/>
              <p:nvPr/>
            </p:nvSpPr>
            <p:spPr>
              <a:xfrm>
                <a:off x="3508733" y="4637854"/>
                <a:ext cx="39571" cy="5202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589" extrusionOk="0">
                    <a:moveTo>
                      <a:pt x="429" y="0"/>
                    </a:moveTo>
                    <a:cubicBezTo>
                      <a:pt x="429" y="0"/>
                      <a:pt x="367" y="9"/>
                      <a:pt x="295" y="45"/>
                    </a:cubicBezTo>
                    <a:cubicBezTo>
                      <a:pt x="224" y="71"/>
                      <a:pt x="153" y="134"/>
                      <a:pt x="99" y="205"/>
                    </a:cubicBezTo>
                    <a:cubicBezTo>
                      <a:pt x="46" y="286"/>
                      <a:pt x="19" y="366"/>
                      <a:pt x="10" y="446"/>
                    </a:cubicBezTo>
                    <a:cubicBezTo>
                      <a:pt x="1" y="526"/>
                      <a:pt x="10" y="589"/>
                      <a:pt x="10" y="589"/>
                    </a:cubicBezTo>
                    <a:cubicBezTo>
                      <a:pt x="10" y="589"/>
                      <a:pt x="81" y="580"/>
                      <a:pt x="153" y="544"/>
                    </a:cubicBezTo>
                    <a:cubicBezTo>
                      <a:pt x="224" y="517"/>
                      <a:pt x="295" y="455"/>
                      <a:pt x="340" y="384"/>
                    </a:cubicBezTo>
                    <a:cubicBezTo>
                      <a:pt x="393" y="303"/>
                      <a:pt x="429" y="214"/>
                      <a:pt x="438" y="143"/>
                    </a:cubicBezTo>
                    <a:cubicBezTo>
                      <a:pt x="447" y="62"/>
                      <a:pt x="429" y="0"/>
                      <a:pt x="4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1" name="Google Shape;1601;p42"/>
              <p:cNvSpPr/>
              <p:nvPr/>
            </p:nvSpPr>
            <p:spPr>
              <a:xfrm>
                <a:off x="3505642" y="4886844"/>
                <a:ext cx="32416" cy="45754"/>
              </a:xfrm>
              <a:custGeom>
                <a:avLst/>
                <a:gdLst/>
                <a:ahLst/>
                <a:cxnLst/>
                <a:rect l="l" t="t" r="r" b="b"/>
                <a:pathLst>
                  <a:path w="367" h="518" extrusionOk="0">
                    <a:moveTo>
                      <a:pt x="9" y="0"/>
                    </a:moveTo>
                    <a:cubicBezTo>
                      <a:pt x="9" y="0"/>
                      <a:pt x="0" y="63"/>
                      <a:pt x="0" y="125"/>
                    </a:cubicBezTo>
                    <a:cubicBezTo>
                      <a:pt x="0" y="196"/>
                      <a:pt x="18" y="259"/>
                      <a:pt x="54" y="321"/>
                    </a:cubicBezTo>
                    <a:cubicBezTo>
                      <a:pt x="89" y="384"/>
                      <a:pt x="143" y="437"/>
                      <a:pt x="197" y="464"/>
                    </a:cubicBezTo>
                    <a:cubicBezTo>
                      <a:pt x="250" y="500"/>
                      <a:pt x="313" y="517"/>
                      <a:pt x="313" y="517"/>
                    </a:cubicBezTo>
                    <a:cubicBezTo>
                      <a:pt x="313" y="517"/>
                      <a:pt x="348" y="464"/>
                      <a:pt x="357" y="402"/>
                    </a:cubicBezTo>
                    <a:cubicBezTo>
                      <a:pt x="366" y="330"/>
                      <a:pt x="348" y="241"/>
                      <a:pt x="313" y="178"/>
                    </a:cubicBezTo>
                    <a:cubicBezTo>
                      <a:pt x="268" y="107"/>
                      <a:pt x="205" y="54"/>
                      <a:pt x="134" y="27"/>
                    </a:cubicBezTo>
                    <a:cubicBezTo>
                      <a:pt x="72" y="0"/>
                      <a:pt x="9" y="0"/>
                      <a:pt x="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2" name="Google Shape;1602;p42"/>
              <p:cNvSpPr/>
              <p:nvPr/>
            </p:nvSpPr>
            <p:spPr>
              <a:xfrm>
                <a:off x="3003681" y="4900182"/>
                <a:ext cx="28441" cy="48933"/>
              </a:xfrm>
              <a:custGeom>
                <a:avLst/>
                <a:gdLst/>
                <a:ahLst/>
                <a:cxnLst/>
                <a:rect l="l" t="t" r="r" b="b"/>
                <a:pathLst>
                  <a:path w="322" h="554" extrusionOk="0">
                    <a:moveTo>
                      <a:pt x="81" y="1"/>
                    </a:moveTo>
                    <a:cubicBezTo>
                      <a:pt x="81" y="1"/>
                      <a:pt x="45" y="45"/>
                      <a:pt x="27" y="108"/>
                    </a:cubicBezTo>
                    <a:cubicBezTo>
                      <a:pt x="1" y="170"/>
                      <a:pt x="1" y="242"/>
                      <a:pt x="18" y="313"/>
                    </a:cubicBezTo>
                    <a:cubicBezTo>
                      <a:pt x="36" y="384"/>
                      <a:pt x="81" y="447"/>
                      <a:pt x="134" y="491"/>
                    </a:cubicBezTo>
                    <a:cubicBezTo>
                      <a:pt x="179" y="536"/>
                      <a:pt x="233" y="554"/>
                      <a:pt x="233" y="554"/>
                    </a:cubicBezTo>
                    <a:cubicBezTo>
                      <a:pt x="233" y="554"/>
                      <a:pt x="277" y="509"/>
                      <a:pt x="295" y="447"/>
                    </a:cubicBezTo>
                    <a:cubicBezTo>
                      <a:pt x="322" y="384"/>
                      <a:pt x="322" y="304"/>
                      <a:pt x="304" y="233"/>
                    </a:cubicBezTo>
                    <a:cubicBezTo>
                      <a:pt x="286" y="170"/>
                      <a:pt x="241" y="108"/>
                      <a:pt x="188" y="63"/>
                    </a:cubicBezTo>
                    <a:cubicBezTo>
                      <a:pt x="143" y="19"/>
                      <a:pt x="81" y="1"/>
                      <a:pt x="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3" name="Google Shape;1603;p42"/>
              <p:cNvSpPr/>
              <p:nvPr/>
            </p:nvSpPr>
            <p:spPr>
              <a:xfrm>
                <a:off x="3076993" y="5133803"/>
                <a:ext cx="55205" cy="28088"/>
              </a:xfrm>
              <a:custGeom>
                <a:avLst/>
                <a:gdLst/>
                <a:ahLst/>
                <a:cxnLst/>
                <a:rect l="l" t="t" r="r" b="b"/>
                <a:pathLst>
                  <a:path w="625" h="318" extrusionOk="0">
                    <a:moveTo>
                      <a:pt x="395" y="1"/>
                    </a:moveTo>
                    <a:cubicBezTo>
                      <a:pt x="357" y="1"/>
                      <a:pt x="317" y="5"/>
                      <a:pt x="277" y="14"/>
                    </a:cubicBezTo>
                    <a:cubicBezTo>
                      <a:pt x="205" y="32"/>
                      <a:pt x="134" y="77"/>
                      <a:pt x="81" y="121"/>
                    </a:cubicBezTo>
                    <a:cubicBezTo>
                      <a:pt x="36" y="166"/>
                      <a:pt x="0" y="219"/>
                      <a:pt x="0" y="219"/>
                    </a:cubicBezTo>
                    <a:cubicBezTo>
                      <a:pt x="0" y="219"/>
                      <a:pt x="45" y="264"/>
                      <a:pt x="116" y="291"/>
                    </a:cubicBezTo>
                    <a:cubicBezTo>
                      <a:pt x="157" y="308"/>
                      <a:pt x="208" y="318"/>
                      <a:pt x="263" y="318"/>
                    </a:cubicBezTo>
                    <a:cubicBezTo>
                      <a:pt x="294" y="318"/>
                      <a:pt x="325" y="315"/>
                      <a:pt x="357" y="309"/>
                    </a:cubicBezTo>
                    <a:cubicBezTo>
                      <a:pt x="437" y="282"/>
                      <a:pt x="509" y="237"/>
                      <a:pt x="562" y="175"/>
                    </a:cubicBezTo>
                    <a:cubicBezTo>
                      <a:pt x="607" y="121"/>
                      <a:pt x="625" y="59"/>
                      <a:pt x="625" y="59"/>
                    </a:cubicBezTo>
                    <a:cubicBezTo>
                      <a:pt x="625" y="59"/>
                      <a:pt x="571" y="32"/>
                      <a:pt x="500" y="14"/>
                    </a:cubicBezTo>
                    <a:cubicBezTo>
                      <a:pt x="469" y="5"/>
                      <a:pt x="433" y="1"/>
                      <a:pt x="3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4" name="Google Shape;1604;p42"/>
              <p:cNvSpPr/>
              <p:nvPr/>
            </p:nvSpPr>
            <p:spPr>
              <a:xfrm>
                <a:off x="2886295" y="5121614"/>
                <a:ext cx="42662" cy="28530"/>
              </a:xfrm>
              <a:custGeom>
                <a:avLst/>
                <a:gdLst/>
                <a:ahLst/>
                <a:cxnLst/>
                <a:rect l="l" t="t" r="r" b="b"/>
                <a:pathLst>
                  <a:path w="483" h="323" extrusionOk="0">
                    <a:moveTo>
                      <a:pt x="306" y="0"/>
                    </a:moveTo>
                    <a:cubicBezTo>
                      <a:pt x="263" y="0"/>
                      <a:pt x="219" y="10"/>
                      <a:pt x="179" y="27"/>
                    </a:cubicBezTo>
                    <a:cubicBezTo>
                      <a:pt x="116" y="54"/>
                      <a:pt x="63" y="108"/>
                      <a:pt x="36" y="161"/>
                    </a:cubicBezTo>
                    <a:cubicBezTo>
                      <a:pt x="9" y="215"/>
                      <a:pt x="0" y="268"/>
                      <a:pt x="0" y="268"/>
                    </a:cubicBezTo>
                    <a:cubicBezTo>
                      <a:pt x="0" y="268"/>
                      <a:pt x="45" y="304"/>
                      <a:pt x="107" y="313"/>
                    </a:cubicBezTo>
                    <a:cubicBezTo>
                      <a:pt x="130" y="319"/>
                      <a:pt x="153" y="322"/>
                      <a:pt x="176" y="322"/>
                    </a:cubicBezTo>
                    <a:cubicBezTo>
                      <a:pt x="219" y="322"/>
                      <a:pt x="263" y="312"/>
                      <a:pt x="304" y="295"/>
                    </a:cubicBezTo>
                    <a:cubicBezTo>
                      <a:pt x="357" y="268"/>
                      <a:pt x="411" y="224"/>
                      <a:pt x="437" y="170"/>
                    </a:cubicBezTo>
                    <a:cubicBezTo>
                      <a:pt x="473" y="117"/>
                      <a:pt x="482" y="54"/>
                      <a:pt x="482" y="54"/>
                    </a:cubicBezTo>
                    <a:cubicBezTo>
                      <a:pt x="482" y="54"/>
                      <a:pt x="429" y="18"/>
                      <a:pt x="375" y="9"/>
                    </a:cubicBezTo>
                    <a:cubicBezTo>
                      <a:pt x="353" y="3"/>
                      <a:pt x="330" y="0"/>
                      <a:pt x="3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05" name="Google Shape;1605;p42"/>
            <p:cNvGrpSpPr/>
            <p:nvPr/>
          </p:nvGrpSpPr>
          <p:grpSpPr>
            <a:xfrm>
              <a:off x="2661680" y="4213890"/>
              <a:ext cx="844845" cy="993666"/>
              <a:chOff x="2661680" y="4213890"/>
              <a:chExt cx="844845" cy="993666"/>
            </a:xfrm>
          </p:grpSpPr>
          <p:sp>
            <p:nvSpPr>
              <p:cNvPr id="1606" name="Google Shape;1606;p42"/>
              <p:cNvSpPr/>
              <p:nvPr/>
            </p:nvSpPr>
            <p:spPr>
              <a:xfrm>
                <a:off x="2712910" y="4215922"/>
                <a:ext cx="58384" cy="3038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344" extrusionOk="0">
                    <a:moveTo>
                      <a:pt x="191" y="1"/>
                    </a:moveTo>
                    <a:cubicBezTo>
                      <a:pt x="171" y="1"/>
                      <a:pt x="152" y="2"/>
                      <a:pt x="135" y="4"/>
                    </a:cubicBezTo>
                    <a:cubicBezTo>
                      <a:pt x="54" y="13"/>
                      <a:pt x="1" y="40"/>
                      <a:pt x="1" y="40"/>
                    </a:cubicBezTo>
                    <a:cubicBezTo>
                      <a:pt x="1" y="40"/>
                      <a:pt x="19" y="102"/>
                      <a:pt x="63" y="165"/>
                    </a:cubicBezTo>
                    <a:cubicBezTo>
                      <a:pt x="108" y="227"/>
                      <a:pt x="188" y="281"/>
                      <a:pt x="268" y="317"/>
                    </a:cubicBezTo>
                    <a:cubicBezTo>
                      <a:pt x="326" y="334"/>
                      <a:pt x="384" y="344"/>
                      <a:pt x="439" y="344"/>
                    </a:cubicBezTo>
                    <a:cubicBezTo>
                      <a:pt x="469" y="344"/>
                      <a:pt x="499" y="341"/>
                      <a:pt x="527" y="334"/>
                    </a:cubicBezTo>
                    <a:cubicBezTo>
                      <a:pt x="598" y="325"/>
                      <a:pt x="661" y="290"/>
                      <a:pt x="661" y="290"/>
                    </a:cubicBezTo>
                    <a:cubicBezTo>
                      <a:pt x="661" y="290"/>
                      <a:pt x="625" y="227"/>
                      <a:pt x="581" y="174"/>
                    </a:cubicBezTo>
                    <a:cubicBezTo>
                      <a:pt x="527" y="111"/>
                      <a:pt x="456" y="67"/>
                      <a:pt x="375" y="31"/>
                    </a:cubicBezTo>
                    <a:cubicBezTo>
                      <a:pt x="315" y="11"/>
                      <a:pt x="250" y="1"/>
                      <a:pt x="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7" name="Google Shape;1607;p42"/>
              <p:cNvSpPr/>
              <p:nvPr/>
            </p:nvSpPr>
            <p:spPr>
              <a:xfrm>
                <a:off x="3013132" y="4213890"/>
                <a:ext cx="34006" cy="32063"/>
              </a:xfrm>
              <a:custGeom>
                <a:avLst/>
                <a:gdLst/>
                <a:ahLst/>
                <a:cxnLst/>
                <a:rect l="l" t="t" r="r" b="b"/>
                <a:pathLst>
                  <a:path w="385" h="363" extrusionOk="0">
                    <a:moveTo>
                      <a:pt x="63" y="1"/>
                    </a:moveTo>
                    <a:cubicBezTo>
                      <a:pt x="63" y="1"/>
                      <a:pt x="45" y="9"/>
                      <a:pt x="36" y="27"/>
                    </a:cubicBezTo>
                    <a:cubicBezTo>
                      <a:pt x="27" y="45"/>
                      <a:pt x="18" y="72"/>
                      <a:pt x="10" y="99"/>
                    </a:cubicBezTo>
                    <a:cubicBezTo>
                      <a:pt x="1" y="170"/>
                      <a:pt x="27" y="241"/>
                      <a:pt x="81" y="295"/>
                    </a:cubicBezTo>
                    <a:cubicBezTo>
                      <a:pt x="123" y="337"/>
                      <a:pt x="182" y="363"/>
                      <a:pt x="236" y="363"/>
                    </a:cubicBezTo>
                    <a:cubicBezTo>
                      <a:pt x="250" y="363"/>
                      <a:pt x="264" y="361"/>
                      <a:pt x="277" y="357"/>
                    </a:cubicBezTo>
                    <a:cubicBezTo>
                      <a:pt x="340" y="348"/>
                      <a:pt x="384" y="313"/>
                      <a:pt x="384" y="313"/>
                    </a:cubicBezTo>
                    <a:cubicBezTo>
                      <a:pt x="384" y="313"/>
                      <a:pt x="366" y="250"/>
                      <a:pt x="349" y="206"/>
                    </a:cubicBezTo>
                    <a:cubicBezTo>
                      <a:pt x="331" y="152"/>
                      <a:pt x="313" y="117"/>
                      <a:pt x="286" y="81"/>
                    </a:cubicBezTo>
                    <a:cubicBezTo>
                      <a:pt x="259" y="54"/>
                      <a:pt x="215" y="36"/>
                      <a:pt x="161" y="27"/>
                    </a:cubicBezTo>
                    <a:cubicBezTo>
                      <a:pt x="134" y="18"/>
                      <a:pt x="117" y="9"/>
                      <a:pt x="90" y="9"/>
                    </a:cubicBezTo>
                    <a:cubicBezTo>
                      <a:pt x="72" y="1"/>
                      <a:pt x="63" y="1"/>
                      <a:pt x="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8" name="Google Shape;1608;p42"/>
              <p:cNvSpPr/>
              <p:nvPr/>
            </p:nvSpPr>
            <p:spPr>
              <a:xfrm>
                <a:off x="2661680" y="4437531"/>
                <a:ext cx="26145" cy="22259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52" extrusionOk="0">
                    <a:moveTo>
                      <a:pt x="132" y="0"/>
                    </a:moveTo>
                    <a:cubicBezTo>
                      <a:pt x="86" y="0"/>
                      <a:pt x="43" y="26"/>
                      <a:pt x="28" y="65"/>
                    </a:cubicBezTo>
                    <a:cubicBezTo>
                      <a:pt x="1" y="109"/>
                      <a:pt x="10" y="163"/>
                      <a:pt x="45" y="198"/>
                    </a:cubicBezTo>
                    <a:cubicBezTo>
                      <a:pt x="72" y="234"/>
                      <a:pt x="126" y="252"/>
                      <a:pt x="126" y="252"/>
                    </a:cubicBezTo>
                    <a:cubicBezTo>
                      <a:pt x="126" y="252"/>
                      <a:pt x="161" y="243"/>
                      <a:pt x="215" y="234"/>
                    </a:cubicBezTo>
                    <a:cubicBezTo>
                      <a:pt x="251" y="225"/>
                      <a:pt x="286" y="216"/>
                      <a:pt x="286" y="198"/>
                    </a:cubicBezTo>
                    <a:cubicBezTo>
                      <a:pt x="295" y="189"/>
                      <a:pt x="286" y="163"/>
                      <a:pt x="268" y="118"/>
                    </a:cubicBezTo>
                    <a:cubicBezTo>
                      <a:pt x="268" y="100"/>
                      <a:pt x="251" y="82"/>
                      <a:pt x="251" y="65"/>
                    </a:cubicBezTo>
                    <a:cubicBezTo>
                      <a:pt x="242" y="47"/>
                      <a:pt x="242" y="38"/>
                      <a:pt x="242" y="38"/>
                    </a:cubicBezTo>
                    <a:cubicBezTo>
                      <a:pt x="242" y="38"/>
                      <a:pt x="197" y="2"/>
                      <a:pt x="153" y="2"/>
                    </a:cubicBezTo>
                    <a:cubicBezTo>
                      <a:pt x="146" y="1"/>
                      <a:pt x="139" y="0"/>
                      <a:pt x="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9" name="Google Shape;1609;p42"/>
              <p:cNvSpPr/>
              <p:nvPr/>
            </p:nvSpPr>
            <p:spPr>
              <a:xfrm>
                <a:off x="2892566" y="4601552"/>
                <a:ext cx="56088" cy="2623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97" extrusionOk="0">
                    <a:moveTo>
                      <a:pt x="322" y="1"/>
                    </a:moveTo>
                    <a:cubicBezTo>
                      <a:pt x="251" y="1"/>
                      <a:pt x="170" y="10"/>
                      <a:pt x="108" y="45"/>
                    </a:cubicBezTo>
                    <a:cubicBezTo>
                      <a:pt x="54" y="72"/>
                      <a:pt x="1" y="108"/>
                      <a:pt x="1" y="108"/>
                    </a:cubicBezTo>
                    <a:cubicBezTo>
                      <a:pt x="1" y="108"/>
                      <a:pt x="27" y="170"/>
                      <a:pt x="90" y="215"/>
                    </a:cubicBezTo>
                    <a:cubicBezTo>
                      <a:pt x="143" y="259"/>
                      <a:pt x="224" y="295"/>
                      <a:pt x="313" y="295"/>
                    </a:cubicBezTo>
                    <a:cubicBezTo>
                      <a:pt x="323" y="296"/>
                      <a:pt x="334" y="297"/>
                      <a:pt x="344" y="297"/>
                    </a:cubicBezTo>
                    <a:cubicBezTo>
                      <a:pt x="416" y="297"/>
                      <a:pt x="489" y="271"/>
                      <a:pt x="536" y="233"/>
                    </a:cubicBezTo>
                    <a:cubicBezTo>
                      <a:pt x="598" y="197"/>
                      <a:pt x="634" y="143"/>
                      <a:pt x="634" y="143"/>
                    </a:cubicBezTo>
                    <a:cubicBezTo>
                      <a:pt x="634" y="143"/>
                      <a:pt x="590" y="99"/>
                      <a:pt x="536" y="63"/>
                    </a:cubicBezTo>
                    <a:cubicBezTo>
                      <a:pt x="474" y="27"/>
                      <a:pt x="402" y="1"/>
                      <a:pt x="32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0" name="Google Shape;1610;p42"/>
              <p:cNvSpPr/>
              <p:nvPr/>
            </p:nvSpPr>
            <p:spPr>
              <a:xfrm>
                <a:off x="3145534" y="4680074"/>
                <a:ext cx="62359" cy="26852"/>
              </a:xfrm>
              <a:custGeom>
                <a:avLst/>
                <a:gdLst/>
                <a:ahLst/>
                <a:cxnLst/>
                <a:rect l="l" t="t" r="r" b="b"/>
                <a:pathLst>
                  <a:path w="706" h="304" extrusionOk="0">
                    <a:moveTo>
                      <a:pt x="395" y="1"/>
                    </a:moveTo>
                    <a:cubicBezTo>
                      <a:pt x="373" y="1"/>
                      <a:pt x="352" y="2"/>
                      <a:pt x="330" y="4"/>
                    </a:cubicBezTo>
                    <a:cubicBezTo>
                      <a:pt x="241" y="22"/>
                      <a:pt x="152" y="57"/>
                      <a:pt x="90" y="111"/>
                    </a:cubicBezTo>
                    <a:cubicBezTo>
                      <a:pt x="36" y="155"/>
                      <a:pt x="0" y="218"/>
                      <a:pt x="0" y="218"/>
                    </a:cubicBezTo>
                    <a:cubicBezTo>
                      <a:pt x="0" y="218"/>
                      <a:pt x="54" y="254"/>
                      <a:pt x="125" y="280"/>
                    </a:cubicBezTo>
                    <a:cubicBezTo>
                      <a:pt x="171" y="297"/>
                      <a:pt x="223" y="304"/>
                      <a:pt x="278" y="304"/>
                    </a:cubicBezTo>
                    <a:cubicBezTo>
                      <a:pt x="310" y="304"/>
                      <a:pt x="342" y="301"/>
                      <a:pt x="375" y="298"/>
                    </a:cubicBezTo>
                    <a:cubicBezTo>
                      <a:pt x="455" y="289"/>
                      <a:pt x="545" y="254"/>
                      <a:pt x="607" y="209"/>
                    </a:cubicBezTo>
                    <a:cubicBezTo>
                      <a:pt x="669" y="164"/>
                      <a:pt x="705" y="111"/>
                      <a:pt x="705" y="111"/>
                    </a:cubicBezTo>
                    <a:cubicBezTo>
                      <a:pt x="705" y="111"/>
                      <a:pt x="661" y="66"/>
                      <a:pt x="589" y="39"/>
                    </a:cubicBezTo>
                    <a:cubicBezTo>
                      <a:pt x="535" y="12"/>
                      <a:pt x="464" y="1"/>
                      <a:pt x="3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1" name="Google Shape;1611;p42"/>
              <p:cNvSpPr/>
              <p:nvPr/>
            </p:nvSpPr>
            <p:spPr>
              <a:xfrm>
                <a:off x="3404773" y="4667708"/>
                <a:ext cx="52908" cy="26940"/>
              </a:xfrm>
              <a:custGeom>
                <a:avLst/>
                <a:gdLst/>
                <a:ahLst/>
                <a:cxnLst/>
                <a:rect l="l" t="t" r="r" b="b"/>
                <a:pathLst>
                  <a:path w="599" h="305" extrusionOk="0">
                    <a:moveTo>
                      <a:pt x="350" y="1"/>
                    </a:moveTo>
                    <a:cubicBezTo>
                      <a:pt x="324" y="1"/>
                      <a:pt x="296" y="4"/>
                      <a:pt x="268" y="10"/>
                    </a:cubicBezTo>
                    <a:cubicBezTo>
                      <a:pt x="197" y="19"/>
                      <a:pt x="125" y="63"/>
                      <a:pt x="81" y="108"/>
                    </a:cubicBezTo>
                    <a:cubicBezTo>
                      <a:pt x="27" y="153"/>
                      <a:pt x="0" y="215"/>
                      <a:pt x="0" y="215"/>
                    </a:cubicBezTo>
                    <a:cubicBezTo>
                      <a:pt x="0" y="215"/>
                      <a:pt x="45" y="251"/>
                      <a:pt x="107" y="278"/>
                    </a:cubicBezTo>
                    <a:cubicBezTo>
                      <a:pt x="148" y="295"/>
                      <a:pt x="196" y="305"/>
                      <a:pt x="246" y="305"/>
                    </a:cubicBezTo>
                    <a:cubicBezTo>
                      <a:pt x="274" y="305"/>
                      <a:pt x="302" y="302"/>
                      <a:pt x="330" y="295"/>
                    </a:cubicBezTo>
                    <a:cubicBezTo>
                      <a:pt x="402" y="287"/>
                      <a:pt x="473" y="251"/>
                      <a:pt x="518" y="197"/>
                    </a:cubicBezTo>
                    <a:cubicBezTo>
                      <a:pt x="571" y="153"/>
                      <a:pt x="598" y="99"/>
                      <a:pt x="598" y="99"/>
                    </a:cubicBezTo>
                    <a:cubicBezTo>
                      <a:pt x="598" y="99"/>
                      <a:pt x="553" y="55"/>
                      <a:pt x="491" y="28"/>
                    </a:cubicBezTo>
                    <a:cubicBezTo>
                      <a:pt x="445" y="11"/>
                      <a:pt x="399" y="1"/>
                      <a:pt x="3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2" name="Google Shape;1612;p42"/>
              <p:cNvSpPr/>
              <p:nvPr/>
            </p:nvSpPr>
            <p:spPr>
              <a:xfrm>
                <a:off x="3037599" y="4805673"/>
                <a:ext cx="65451" cy="26057"/>
              </a:xfrm>
              <a:custGeom>
                <a:avLst/>
                <a:gdLst/>
                <a:ahLst/>
                <a:cxnLst/>
                <a:rect l="l" t="t" r="r" b="b"/>
                <a:pathLst>
                  <a:path w="741" h="295" extrusionOk="0">
                    <a:moveTo>
                      <a:pt x="375" y="0"/>
                    </a:moveTo>
                    <a:cubicBezTo>
                      <a:pt x="277" y="0"/>
                      <a:pt x="188" y="18"/>
                      <a:pt x="116" y="54"/>
                    </a:cubicBezTo>
                    <a:cubicBezTo>
                      <a:pt x="45" y="89"/>
                      <a:pt x="0" y="134"/>
                      <a:pt x="0" y="134"/>
                    </a:cubicBezTo>
                    <a:cubicBezTo>
                      <a:pt x="0" y="134"/>
                      <a:pt x="45" y="188"/>
                      <a:pt x="107" y="223"/>
                    </a:cubicBezTo>
                    <a:cubicBezTo>
                      <a:pt x="179" y="268"/>
                      <a:pt x="268" y="295"/>
                      <a:pt x="366" y="295"/>
                    </a:cubicBezTo>
                    <a:cubicBezTo>
                      <a:pt x="455" y="295"/>
                      <a:pt x="553" y="277"/>
                      <a:pt x="625" y="241"/>
                    </a:cubicBezTo>
                    <a:cubicBezTo>
                      <a:pt x="687" y="205"/>
                      <a:pt x="741" y="161"/>
                      <a:pt x="741" y="161"/>
                    </a:cubicBezTo>
                    <a:cubicBezTo>
                      <a:pt x="741" y="161"/>
                      <a:pt x="696" y="107"/>
                      <a:pt x="625" y="72"/>
                    </a:cubicBezTo>
                    <a:cubicBezTo>
                      <a:pt x="553" y="27"/>
                      <a:pt x="464" y="0"/>
                      <a:pt x="3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3" name="Google Shape;1613;p42"/>
              <p:cNvSpPr/>
              <p:nvPr/>
            </p:nvSpPr>
            <p:spPr>
              <a:xfrm>
                <a:off x="3299134" y="4867148"/>
                <a:ext cx="43457" cy="62271"/>
              </a:xfrm>
              <a:custGeom>
                <a:avLst/>
                <a:gdLst/>
                <a:ahLst/>
                <a:cxnLst/>
                <a:rect l="l" t="t" r="r" b="b"/>
                <a:pathLst>
                  <a:path w="492" h="705" extrusionOk="0">
                    <a:moveTo>
                      <a:pt x="46" y="0"/>
                    </a:moveTo>
                    <a:cubicBezTo>
                      <a:pt x="46" y="0"/>
                      <a:pt x="10" y="63"/>
                      <a:pt x="10" y="161"/>
                    </a:cubicBezTo>
                    <a:cubicBezTo>
                      <a:pt x="1" y="250"/>
                      <a:pt x="37" y="366"/>
                      <a:pt x="99" y="464"/>
                    </a:cubicBezTo>
                    <a:cubicBezTo>
                      <a:pt x="162" y="562"/>
                      <a:pt x="251" y="633"/>
                      <a:pt x="340" y="669"/>
                    </a:cubicBezTo>
                    <a:cubicBezTo>
                      <a:pt x="420" y="705"/>
                      <a:pt x="492" y="705"/>
                      <a:pt x="492" y="705"/>
                    </a:cubicBezTo>
                    <a:cubicBezTo>
                      <a:pt x="492" y="705"/>
                      <a:pt x="492" y="633"/>
                      <a:pt x="465" y="553"/>
                    </a:cubicBezTo>
                    <a:cubicBezTo>
                      <a:pt x="438" y="473"/>
                      <a:pt x="402" y="384"/>
                      <a:pt x="349" y="303"/>
                    </a:cubicBezTo>
                    <a:cubicBezTo>
                      <a:pt x="295" y="223"/>
                      <a:pt x="233" y="152"/>
                      <a:pt x="170" y="89"/>
                    </a:cubicBezTo>
                    <a:cubicBezTo>
                      <a:pt x="108" y="36"/>
                      <a:pt x="46" y="0"/>
                      <a:pt x="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4" name="Google Shape;1614;p42"/>
              <p:cNvSpPr/>
              <p:nvPr/>
            </p:nvSpPr>
            <p:spPr>
              <a:xfrm>
                <a:off x="3480381" y="4483284"/>
                <a:ext cx="26145" cy="2614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96" extrusionOk="0">
                    <a:moveTo>
                      <a:pt x="153" y="0"/>
                    </a:moveTo>
                    <a:cubicBezTo>
                      <a:pt x="104" y="0"/>
                      <a:pt x="52" y="33"/>
                      <a:pt x="28" y="73"/>
                    </a:cubicBezTo>
                    <a:cubicBezTo>
                      <a:pt x="1" y="118"/>
                      <a:pt x="1" y="180"/>
                      <a:pt x="36" y="225"/>
                    </a:cubicBezTo>
                    <a:cubicBezTo>
                      <a:pt x="63" y="269"/>
                      <a:pt x="108" y="296"/>
                      <a:pt x="108" y="296"/>
                    </a:cubicBezTo>
                    <a:cubicBezTo>
                      <a:pt x="108" y="296"/>
                      <a:pt x="144" y="287"/>
                      <a:pt x="197" y="269"/>
                    </a:cubicBezTo>
                    <a:cubicBezTo>
                      <a:pt x="242" y="251"/>
                      <a:pt x="277" y="242"/>
                      <a:pt x="286" y="225"/>
                    </a:cubicBezTo>
                    <a:cubicBezTo>
                      <a:pt x="295" y="207"/>
                      <a:pt x="286" y="171"/>
                      <a:pt x="277" y="126"/>
                    </a:cubicBezTo>
                    <a:cubicBezTo>
                      <a:pt x="277" y="109"/>
                      <a:pt x="268" y="91"/>
                      <a:pt x="268" y="64"/>
                    </a:cubicBezTo>
                    <a:cubicBezTo>
                      <a:pt x="268" y="46"/>
                      <a:pt x="260" y="37"/>
                      <a:pt x="260" y="37"/>
                    </a:cubicBezTo>
                    <a:cubicBezTo>
                      <a:pt x="260" y="37"/>
                      <a:pt x="251" y="28"/>
                      <a:pt x="233" y="19"/>
                    </a:cubicBezTo>
                    <a:cubicBezTo>
                      <a:pt x="224" y="10"/>
                      <a:pt x="188" y="2"/>
                      <a:pt x="170" y="2"/>
                    </a:cubicBezTo>
                    <a:cubicBezTo>
                      <a:pt x="165" y="1"/>
                      <a:pt x="159" y="0"/>
                      <a:pt x="1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5" name="Google Shape;1615;p42"/>
              <p:cNvSpPr/>
              <p:nvPr/>
            </p:nvSpPr>
            <p:spPr>
              <a:xfrm>
                <a:off x="3442577" y="5021541"/>
                <a:ext cx="30031" cy="56000"/>
              </a:xfrm>
              <a:custGeom>
                <a:avLst/>
                <a:gdLst/>
                <a:ahLst/>
                <a:cxnLst/>
                <a:rect l="l" t="t" r="r" b="b"/>
                <a:pathLst>
                  <a:path w="340" h="634" extrusionOk="0">
                    <a:moveTo>
                      <a:pt x="54" y="1"/>
                    </a:moveTo>
                    <a:cubicBezTo>
                      <a:pt x="54" y="1"/>
                      <a:pt x="27" y="63"/>
                      <a:pt x="18" y="125"/>
                    </a:cubicBezTo>
                    <a:cubicBezTo>
                      <a:pt x="1" y="197"/>
                      <a:pt x="10" y="277"/>
                      <a:pt x="27" y="357"/>
                    </a:cubicBezTo>
                    <a:cubicBezTo>
                      <a:pt x="54" y="429"/>
                      <a:pt x="99" y="500"/>
                      <a:pt x="143" y="545"/>
                    </a:cubicBezTo>
                    <a:cubicBezTo>
                      <a:pt x="197" y="598"/>
                      <a:pt x="250" y="634"/>
                      <a:pt x="250" y="634"/>
                    </a:cubicBezTo>
                    <a:cubicBezTo>
                      <a:pt x="250" y="634"/>
                      <a:pt x="295" y="580"/>
                      <a:pt x="313" y="509"/>
                    </a:cubicBezTo>
                    <a:cubicBezTo>
                      <a:pt x="340" y="438"/>
                      <a:pt x="340" y="348"/>
                      <a:pt x="313" y="268"/>
                    </a:cubicBezTo>
                    <a:cubicBezTo>
                      <a:pt x="286" y="179"/>
                      <a:pt x="233" y="108"/>
                      <a:pt x="170" y="63"/>
                    </a:cubicBezTo>
                    <a:cubicBezTo>
                      <a:pt x="117" y="18"/>
                      <a:pt x="54" y="1"/>
                      <a:pt x="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6" name="Google Shape;1616;p42"/>
              <p:cNvSpPr/>
              <p:nvPr/>
            </p:nvSpPr>
            <p:spPr>
              <a:xfrm>
                <a:off x="3096689" y="5044948"/>
                <a:ext cx="78876" cy="26322"/>
              </a:xfrm>
              <a:custGeom>
                <a:avLst/>
                <a:gdLst/>
                <a:ahLst/>
                <a:cxnLst/>
                <a:rect l="l" t="t" r="r" b="b"/>
                <a:pathLst>
                  <a:path w="893" h="298" extrusionOk="0">
                    <a:moveTo>
                      <a:pt x="493" y="1"/>
                    </a:moveTo>
                    <a:cubicBezTo>
                      <a:pt x="474" y="1"/>
                      <a:pt x="456" y="2"/>
                      <a:pt x="437" y="3"/>
                    </a:cubicBezTo>
                    <a:cubicBezTo>
                      <a:pt x="330" y="3"/>
                      <a:pt x="223" y="30"/>
                      <a:pt x="143" y="66"/>
                    </a:cubicBezTo>
                    <a:cubicBezTo>
                      <a:pt x="54" y="92"/>
                      <a:pt x="0" y="137"/>
                      <a:pt x="0" y="137"/>
                    </a:cubicBezTo>
                    <a:cubicBezTo>
                      <a:pt x="0" y="137"/>
                      <a:pt x="45" y="191"/>
                      <a:pt x="134" y="235"/>
                    </a:cubicBezTo>
                    <a:cubicBezTo>
                      <a:pt x="214" y="280"/>
                      <a:pt x="330" y="298"/>
                      <a:pt x="446" y="298"/>
                    </a:cubicBezTo>
                    <a:cubicBezTo>
                      <a:pt x="562" y="298"/>
                      <a:pt x="678" y="262"/>
                      <a:pt x="759" y="217"/>
                    </a:cubicBezTo>
                    <a:cubicBezTo>
                      <a:pt x="839" y="173"/>
                      <a:pt x="892" y="110"/>
                      <a:pt x="892" y="110"/>
                    </a:cubicBezTo>
                    <a:cubicBezTo>
                      <a:pt x="892" y="110"/>
                      <a:pt x="830" y="75"/>
                      <a:pt x="741" y="48"/>
                    </a:cubicBezTo>
                    <a:cubicBezTo>
                      <a:pt x="674" y="18"/>
                      <a:pt x="583" y="1"/>
                      <a:pt x="49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7" name="Google Shape;1617;p42"/>
              <p:cNvSpPr/>
              <p:nvPr/>
            </p:nvSpPr>
            <p:spPr>
              <a:xfrm>
                <a:off x="2928074" y="4935865"/>
                <a:ext cx="30826" cy="26233"/>
              </a:xfrm>
              <a:custGeom>
                <a:avLst/>
                <a:gdLst/>
                <a:ahLst/>
                <a:cxnLst/>
                <a:rect l="l" t="t" r="r" b="b"/>
                <a:pathLst>
                  <a:path w="349" h="297" extrusionOk="0">
                    <a:moveTo>
                      <a:pt x="168" y="0"/>
                    </a:moveTo>
                    <a:cubicBezTo>
                      <a:pt x="154" y="0"/>
                      <a:pt x="139" y="2"/>
                      <a:pt x="125" y="7"/>
                    </a:cubicBezTo>
                    <a:cubicBezTo>
                      <a:pt x="72" y="25"/>
                      <a:pt x="36" y="70"/>
                      <a:pt x="18" y="123"/>
                    </a:cubicBezTo>
                    <a:cubicBezTo>
                      <a:pt x="0" y="168"/>
                      <a:pt x="9" y="221"/>
                      <a:pt x="9" y="221"/>
                    </a:cubicBezTo>
                    <a:cubicBezTo>
                      <a:pt x="9" y="221"/>
                      <a:pt x="54" y="257"/>
                      <a:pt x="98" y="275"/>
                    </a:cubicBezTo>
                    <a:cubicBezTo>
                      <a:pt x="131" y="288"/>
                      <a:pt x="159" y="296"/>
                      <a:pt x="185" y="296"/>
                    </a:cubicBezTo>
                    <a:cubicBezTo>
                      <a:pt x="195" y="296"/>
                      <a:pt x="205" y="295"/>
                      <a:pt x="214" y="293"/>
                    </a:cubicBezTo>
                    <a:cubicBezTo>
                      <a:pt x="250" y="284"/>
                      <a:pt x="277" y="248"/>
                      <a:pt x="303" y="212"/>
                    </a:cubicBezTo>
                    <a:cubicBezTo>
                      <a:pt x="321" y="168"/>
                      <a:pt x="348" y="114"/>
                      <a:pt x="348" y="114"/>
                    </a:cubicBezTo>
                    <a:cubicBezTo>
                      <a:pt x="348" y="114"/>
                      <a:pt x="321" y="70"/>
                      <a:pt x="277" y="43"/>
                    </a:cubicBezTo>
                    <a:cubicBezTo>
                      <a:pt x="244" y="17"/>
                      <a:pt x="207" y="0"/>
                      <a:pt x="1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8" name="Google Shape;1618;p42"/>
              <p:cNvSpPr/>
              <p:nvPr/>
            </p:nvSpPr>
            <p:spPr>
              <a:xfrm>
                <a:off x="2772795" y="5168869"/>
                <a:ext cx="28441" cy="34006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85" extrusionOk="0">
                    <a:moveTo>
                      <a:pt x="135" y="1"/>
                    </a:moveTo>
                    <a:cubicBezTo>
                      <a:pt x="135" y="1"/>
                      <a:pt x="117" y="10"/>
                      <a:pt x="99" y="19"/>
                    </a:cubicBezTo>
                    <a:cubicBezTo>
                      <a:pt x="81" y="19"/>
                      <a:pt x="54" y="45"/>
                      <a:pt x="45" y="72"/>
                    </a:cubicBezTo>
                    <a:cubicBezTo>
                      <a:pt x="1" y="126"/>
                      <a:pt x="1" y="206"/>
                      <a:pt x="36" y="277"/>
                    </a:cubicBezTo>
                    <a:cubicBezTo>
                      <a:pt x="72" y="349"/>
                      <a:pt x="152" y="384"/>
                      <a:pt x="215" y="384"/>
                    </a:cubicBezTo>
                    <a:cubicBezTo>
                      <a:pt x="277" y="375"/>
                      <a:pt x="322" y="340"/>
                      <a:pt x="322" y="340"/>
                    </a:cubicBezTo>
                    <a:cubicBezTo>
                      <a:pt x="322" y="340"/>
                      <a:pt x="313" y="277"/>
                      <a:pt x="304" y="233"/>
                    </a:cubicBezTo>
                    <a:cubicBezTo>
                      <a:pt x="304" y="188"/>
                      <a:pt x="304" y="152"/>
                      <a:pt x="295" y="135"/>
                    </a:cubicBezTo>
                    <a:cubicBezTo>
                      <a:pt x="277" y="108"/>
                      <a:pt x="251" y="90"/>
                      <a:pt x="215" y="63"/>
                    </a:cubicBezTo>
                    <a:cubicBezTo>
                      <a:pt x="197" y="54"/>
                      <a:pt x="170" y="45"/>
                      <a:pt x="161" y="28"/>
                    </a:cubicBezTo>
                    <a:cubicBezTo>
                      <a:pt x="143" y="10"/>
                      <a:pt x="135" y="1"/>
                      <a:pt x="13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9" name="Google Shape;1619;p42"/>
              <p:cNvSpPr/>
              <p:nvPr/>
            </p:nvSpPr>
            <p:spPr>
              <a:xfrm>
                <a:off x="3013927" y="5176023"/>
                <a:ext cx="27647" cy="3153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357" extrusionOk="0">
                    <a:moveTo>
                      <a:pt x="81" y="0"/>
                    </a:moveTo>
                    <a:cubicBezTo>
                      <a:pt x="81" y="0"/>
                      <a:pt x="36" y="36"/>
                      <a:pt x="18" y="89"/>
                    </a:cubicBezTo>
                    <a:cubicBezTo>
                      <a:pt x="1" y="143"/>
                      <a:pt x="1" y="214"/>
                      <a:pt x="36" y="268"/>
                    </a:cubicBezTo>
                    <a:cubicBezTo>
                      <a:pt x="72" y="321"/>
                      <a:pt x="134" y="357"/>
                      <a:pt x="188" y="357"/>
                    </a:cubicBezTo>
                    <a:cubicBezTo>
                      <a:pt x="250" y="357"/>
                      <a:pt x="295" y="339"/>
                      <a:pt x="295" y="339"/>
                    </a:cubicBezTo>
                    <a:cubicBezTo>
                      <a:pt x="295" y="339"/>
                      <a:pt x="313" y="277"/>
                      <a:pt x="313" y="232"/>
                    </a:cubicBezTo>
                    <a:cubicBezTo>
                      <a:pt x="313" y="179"/>
                      <a:pt x="304" y="134"/>
                      <a:pt x="286" y="107"/>
                    </a:cubicBezTo>
                    <a:cubicBezTo>
                      <a:pt x="268" y="71"/>
                      <a:pt x="224" y="45"/>
                      <a:pt x="179" y="27"/>
                    </a:cubicBezTo>
                    <a:cubicBezTo>
                      <a:pt x="134" y="9"/>
                      <a:pt x="81" y="0"/>
                      <a:pt x="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0" name="Google Shape;1620;p42"/>
              <p:cNvSpPr/>
              <p:nvPr/>
            </p:nvSpPr>
            <p:spPr>
              <a:xfrm>
                <a:off x="3076198" y="4305307"/>
                <a:ext cx="52113" cy="42044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76" extrusionOk="0">
                    <a:moveTo>
                      <a:pt x="9" y="0"/>
                    </a:moveTo>
                    <a:cubicBezTo>
                      <a:pt x="9" y="0"/>
                      <a:pt x="0" y="72"/>
                      <a:pt x="27" y="152"/>
                    </a:cubicBezTo>
                    <a:cubicBezTo>
                      <a:pt x="54" y="232"/>
                      <a:pt x="107" y="313"/>
                      <a:pt x="188" y="375"/>
                    </a:cubicBezTo>
                    <a:cubicBezTo>
                      <a:pt x="268" y="438"/>
                      <a:pt x="366" y="473"/>
                      <a:pt x="446" y="473"/>
                    </a:cubicBezTo>
                    <a:cubicBezTo>
                      <a:pt x="462" y="475"/>
                      <a:pt x="478" y="476"/>
                      <a:pt x="492" y="476"/>
                    </a:cubicBezTo>
                    <a:cubicBezTo>
                      <a:pt x="549" y="476"/>
                      <a:pt x="589" y="464"/>
                      <a:pt x="589" y="464"/>
                    </a:cubicBezTo>
                    <a:cubicBezTo>
                      <a:pt x="589" y="464"/>
                      <a:pt x="580" y="402"/>
                      <a:pt x="536" y="330"/>
                    </a:cubicBezTo>
                    <a:cubicBezTo>
                      <a:pt x="500" y="259"/>
                      <a:pt x="446" y="197"/>
                      <a:pt x="375" y="143"/>
                    </a:cubicBezTo>
                    <a:cubicBezTo>
                      <a:pt x="304" y="90"/>
                      <a:pt x="223" y="45"/>
                      <a:pt x="143" y="27"/>
                    </a:cubicBezTo>
                    <a:cubicBezTo>
                      <a:pt x="72" y="9"/>
                      <a:pt x="9" y="0"/>
                      <a:pt x="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621" name="Google Shape;1621;p42"/>
            <p:cNvSpPr/>
            <p:nvPr/>
          </p:nvSpPr>
          <p:spPr>
            <a:xfrm>
              <a:off x="1894210" y="4383917"/>
              <a:ext cx="1052069" cy="1006757"/>
            </a:xfrm>
            <a:custGeom>
              <a:avLst/>
              <a:gdLst/>
              <a:ahLst/>
              <a:cxnLst/>
              <a:rect l="l" t="t" r="r" b="b"/>
              <a:pathLst>
                <a:path w="11911" h="11398" extrusionOk="0">
                  <a:moveTo>
                    <a:pt x="5949" y="0"/>
                  </a:moveTo>
                  <a:cubicBezTo>
                    <a:pt x="5677" y="0"/>
                    <a:pt x="5390" y="119"/>
                    <a:pt x="5111" y="119"/>
                  </a:cubicBezTo>
                  <a:cubicBezTo>
                    <a:pt x="5097" y="119"/>
                    <a:pt x="5082" y="119"/>
                    <a:pt x="5068" y="118"/>
                  </a:cubicBezTo>
                  <a:cubicBezTo>
                    <a:pt x="4864" y="111"/>
                    <a:pt x="4673" y="34"/>
                    <a:pt x="4478" y="34"/>
                  </a:cubicBezTo>
                  <a:cubicBezTo>
                    <a:pt x="4452" y="34"/>
                    <a:pt x="4425" y="35"/>
                    <a:pt x="4399" y="38"/>
                  </a:cubicBezTo>
                  <a:cubicBezTo>
                    <a:pt x="4087" y="74"/>
                    <a:pt x="3855" y="333"/>
                    <a:pt x="3560" y="431"/>
                  </a:cubicBezTo>
                  <a:cubicBezTo>
                    <a:pt x="3096" y="582"/>
                    <a:pt x="2668" y="431"/>
                    <a:pt x="2356" y="948"/>
                  </a:cubicBezTo>
                  <a:cubicBezTo>
                    <a:pt x="2285" y="1082"/>
                    <a:pt x="2231" y="1234"/>
                    <a:pt x="2133" y="1350"/>
                  </a:cubicBezTo>
                  <a:cubicBezTo>
                    <a:pt x="2017" y="1501"/>
                    <a:pt x="1830" y="1590"/>
                    <a:pt x="1669" y="1697"/>
                  </a:cubicBezTo>
                  <a:cubicBezTo>
                    <a:pt x="1062" y="2081"/>
                    <a:pt x="714" y="2759"/>
                    <a:pt x="509" y="3446"/>
                  </a:cubicBezTo>
                  <a:cubicBezTo>
                    <a:pt x="19" y="5043"/>
                    <a:pt x="1" y="8076"/>
                    <a:pt x="1740" y="8950"/>
                  </a:cubicBezTo>
                  <a:cubicBezTo>
                    <a:pt x="1874" y="9013"/>
                    <a:pt x="2017" y="9075"/>
                    <a:pt x="2115" y="9182"/>
                  </a:cubicBezTo>
                  <a:cubicBezTo>
                    <a:pt x="2293" y="9387"/>
                    <a:pt x="2302" y="9753"/>
                    <a:pt x="2561" y="9833"/>
                  </a:cubicBezTo>
                  <a:cubicBezTo>
                    <a:pt x="2593" y="9844"/>
                    <a:pt x="2625" y="9849"/>
                    <a:pt x="2657" y="9849"/>
                  </a:cubicBezTo>
                  <a:cubicBezTo>
                    <a:pt x="2811" y="9849"/>
                    <a:pt x="2956" y="9734"/>
                    <a:pt x="3052" y="9601"/>
                  </a:cubicBezTo>
                  <a:cubicBezTo>
                    <a:pt x="3159" y="9459"/>
                    <a:pt x="3230" y="9289"/>
                    <a:pt x="3346" y="9173"/>
                  </a:cubicBezTo>
                  <a:cubicBezTo>
                    <a:pt x="3364" y="9155"/>
                    <a:pt x="3373" y="9147"/>
                    <a:pt x="3391" y="9129"/>
                  </a:cubicBezTo>
                  <a:cubicBezTo>
                    <a:pt x="3461" y="9067"/>
                    <a:pt x="3562" y="9032"/>
                    <a:pt x="3657" y="9032"/>
                  </a:cubicBezTo>
                  <a:cubicBezTo>
                    <a:pt x="3756" y="9032"/>
                    <a:pt x="3849" y="9069"/>
                    <a:pt x="3899" y="9155"/>
                  </a:cubicBezTo>
                  <a:cubicBezTo>
                    <a:pt x="3953" y="9245"/>
                    <a:pt x="3935" y="9361"/>
                    <a:pt x="3962" y="9468"/>
                  </a:cubicBezTo>
                  <a:cubicBezTo>
                    <a:pt x="4001" y="9637"/>
                    <a:pt x="4177" y="9749"/>
                    <a:pt x="4350" y="9749"/>
                  </a:cubicBezTo>
                  <a:cubicBezTo>
                    <a:pt x="4414" y="9749"/>
                    <a:pt x="4477" y="9733"/>
                    <a:pt x="4533" y="9700"/>
                  </a:cubicBezTo>
                  <a:cubicBezTo>
                    <a:pt x="4743" y="9573"/>
                    <a:pt x="4858" y="9232"/>
                    <a:pt x="5088" y="9232"/>
                  </a:cubicBezTo>
                  <a:cubicBezTo>
                    <a:pt x="5102" y="9232"/>
                    <a:pt x="5116" y="9233"/>
                    <a:pt x="5130" y="9236"/>
                  </a:cubicBezTo>
                  <a:cubicBezTo>
                    <a:pt x="5264" y="9254"/>
                    <a:pt x="5362" y="9396"/>
                    <a:pt x="5380" y="9530"/>
                  </a:cubicBezTo>
                  <a:cubicBezTo>
                    <a:pt x="5398" y="9664"/>
                    <a:pt x="5362" y="9807"/>
                    <a:pt x="5336" y="9940"/>
                  </a:cubicBezTo>
                  <a:cubicBezTo>
                    <a:pt x="5291" y="10235"/>
                    <a:pt x="5327" y="10538"/>
                    <a:pt x="5425" y="10815"/>
                  </a:cubicBezTo>
                  <a:cubicBezTo>
                    <a:pt x="5496" y="11038"/>
                    <a:pt x="5630" y="11252"/>
                    <a:pt x="5844" y="11350"/>
                  </a:cubicBezTo>
                  <a:cubicBezTo>
                    <a:pt x="5918" y="11382"/>
                    <a:pt x="5997" y="11397"/>
                    <a:pt x="6077" y="11397"/>
                  </a:cubicBezTo>
                  <a:cubicBezTo>
                    <a:pt x="6306" y="11397"/>
                    <a:pt x="6541" y="11274"/>
                    <a:pt x="6674" y="11082"/>
                  </a:cubicBezTo>
                  <a:cubicBezTo>
                    <a:pt x="6843" y="10824"/>
                    <a:pt x="6861" y="10485"/>
                    <a:pt x="6772" y="10181"/>
                  </a:cubicBezTo>
                  <a:cubicBezTo>
                    <a:pt x="6727" y="10021"/>
                    <a:pt x="6656" y="9869"/>
                    <a:pt x="6638" y="9709"/>
                  </a:cubicBezTo>
                  <a:cubicBezTo>
                    <a:pt x="6629" y="9548"/>
                    <a:pt x="6692" y="9361"/>
                    <a:pt x="6834" y="9289"/>
                  </a:cubicBezTo>
                  <a:cubicBezTo>
                    <a:pt x="6838" y="9360"/>
                    <a:pt x="6895" y="9390"/>
                    <a:pt x="6964" y="9390"/>
                  </a:cubicBezTo>
                  <a:cubicBezTo>
                    <a:pt x="7042" y="9390"/>
                    <a:pt x="7135" y="9351"/>
                    <a:pt x="7182" y="9289"/>
                  </a:cubicBezTo>
                  <a:cubicBezTo>
                    <a:pt x="7271" y="9164"/>
                    <a:pt x="7352" y="8995"/>
                    <a:pt x="7494" y="8995"/>
                  </a:cubicBezTo>
                  <a:cubicBezTo>
                    <a:pt x="7553" y="9146"/>
                    <a:pt x="7724" y="9219"/>
                    <a:pt x="7891" y="9219"/>
                  </a:cubicBezTo>
                  <a:cubicBezTo>
                    <a:pt x="7951" y="9219"/>
                    <a:pt x="8011" y="9210"/>
                    <a:pt x="8065" y="9191"/>
                  </a:cubicBezTo>
                  <a:cubicBezTo>
                    <a:pt x="8279" y="9111"/>
                    <a:pt x="8431" y="8932"/>
                    <a:pt x="8583" y="8772"/>
                  </a:cubicBezTo>
                  <a:cubicBezTo>
                    <a:pt x="8734" y="8602"/>
                    <a:pt x="8904" y="8442"/>
                    <a:pt x="9127" y="8406"/>
                  </a:cubicBezTo>
                  <a:cubicBezTo>
                    <a:pt x="9167" y="8398"/>
                    <a:pt x="9207" y="8394"/>
                    <a:pt x="9246" y="8394"/>
                  </a:cubicBezTo>
                  <a:cubicBezTo>
                    <a:pt x="9542" y="8394"/>
                    <a:pt x="9833" y="8594"/>
                    <a:pt x="10137" y="8594"/>
                  </a:cubicBezTo>
                  <a:cubicBezTo>
                    <a:pt x="10148" y="8594"/>
                    <a:pt x="10160" y="8594"/>
                    <a:pt x="10171" y="8593"/>
                  </a:cubicBezTo>
                  <a:cubicBezTo>
                    <a:pt x="10590" y="8576"/>
                    <a:pt x="11018" y="8067"/>
                    <a:pt x="11268" y="7764"/>
                  </a:cubicBezTo>
                  <a:cubicBezTo>
                    <a:pt x="11678" y="7264"/>
                    <a:pt x="11571" y="6613"/>
                    <a:pt x="11545" y="6015"/>
                  </a:cubicBezTo>
                  <a:cubicBezTo>
                    <a:pt x="11518" y="5462"/>
                    <a:pt x="11910" y="4838"/>
                    <a:pt x="11562" y="4401"/>
                  </a:cubicBezTo>
                  <a:cubicBezTo>
                    <a:pt x="11438" y="4249"/>
                    <a:pt x="11241" y="4160"/>
                    <a:pt x="11152" y="3990"/>
                  </a:cubicBezTo>
                  <a:cubicBezTo>
                    <a:pt x="11063" y="3830"/>
                    <a:pt x="11090" y="3633"/>
                    <a:pt x="11072" y="3455"/>
                  </a:cubicBezTo>
                  <a:cubicBezTo>
                    <a:pt x="11036" y="3036"/>
                    <a:pt x="10751" y="2643"/>
                    <a:pt x="10367" y="2474"/>
                  </a:cubicBezTo>
                  <a:cubicBezTo>
                    <a:pt x="10180" y="2402"/>
                    <a:pt x="9966" y="2358"/>
                    <a:pt x="9850" y="2197"/>
                  </a:cubicBezTo>
                  <a:cubicBezTo>
                    <a:pt x="9778" y="2090"/>
                    <a:pt x="9760" y="1947"/>
                    <a:pt x="9725" y="1822"/>
                  </a:cubicBezTo>
                  <a:cubicBezTo>
                    <a:pt x="9627" y="1412"/>
                    <a:pt x="9288" y="1073"/>
                    <a:pt x="8886" y="966"/>
                  </a:cubicBezTo>
                  <a:cubicBezTo>
                    <a:pt x="8726" y="921"/>
                    <a:pt x="8547" y="904"/>
                    <a:pt x="8404" y="814"/>
                  </a:cubicBezTo>
                  <a:cubicBezTo>
                    <a:pt x="8262" y="725"/>
                    <a:pt x="8172" y="556"/>
                    <a:pt x="8048" y="440"/>
                  </a:cubicBezTo>
                  <a:cubicBezTo>
                    <a:pt x="7876" y="268"/>
                    <a:pt x="7636" y="171"/>
                    <a:pt x="7397" y="171"/>
                  </a:cubicBezTo>
                  <a:cubicBezTo>
                    <a:pt x="7337" y="171"/>
                    <a:pt x="7277" y="177"/>
                    <a:pt x="7218" y="190"/>
                  </a:cubicBezTo>
                  <a:cubicBezTo>
                    <a:pt x="7059" y="220"/>
                    <a:pt x="6906" y="296"/>
                    <a:pt x="6748" y="296"/>
                  </a:cubicBezTo>
                  <a:cubicBezTo>
                    <a:pt x="6721" y="296"/>
                    <a:pt x="6693" y="293"/>
                    <a:pt x="6665" y="288"/>
                  </a:cubicBezTo>
                  <a:cubicBezTo>
                    <a:pt x="6495" y="252"/>
                    <a:pt x="6370" y="118"/>
                    <a:pt x="6210" y="47"/>
                  </a:cubicBezTo>
                  <a:cubicBezTo>
                    <a:pt x="6125" y="13"/>
                    <a:pt x="6038" y="0"/>
                    <a:pt x="59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2" name="Google Shape;1622;p42"/>
            <p:cNvSpPr/>
            <p:nvPr/>
          </p:nvSpPr>
          <p:spPr>
            <a:xfrm>
              <a:off x="1904456" y="4383917"/>
              <a:ext cx="1041028" cy="1006757"/>
            </a:xfrm>
            <a:custGeom>
              <a:avLst/>
              <a:gdLst/>
              <a:ahLst/>
              <a:cxnLst/>
              <a:rect l="l" t="t" r="r" b="b"/>
              <a:pathLst>
                <a:path w="11786" h="11398" extrusionOk="0">
                  <a:moveTo>
                    <a:pt x="5824" y="0"/>
                  </a:moveTo>
                  <a:cubicBezTo>
                    <a:pt x="5552" y="0"/>
                    <a:pt x="5265" y="119"/>
                    <a:pt x="4986" y="119"/>
                  </a:cubicBezTo>
                  <a:cubicBezTo>
                    <a:pt x="4972" y="119"/>
                    <a:pt x="4957" y="119"/>
                    <a:pt x="4943" y="118"/>
                  </a:cubicBezTo>
                  <a:cubicBezTo>
                    <a:pt x="4747" y="111"/>
                    <a:pt x="4550" y="34"/>
                    <a:pt x="4354" y="34"/>
                  </a:cubicBezTo>
                  <a:cubicBezTo>
                    <a:pt x="4327" y="34"/>
                    <a:pt x="4301" y="35"/>
                    <a:pt x="4274" y="38"/>
                  </a:cubicBezTo>
                  <a:cubicBezTo>
                    <a:pt x="3971" y="74"/>
                    <a:pt x="3739" y="333"/>
                    <a:pt x="3444" y="431"/>
                  </a:cubicBezTo>
                  <a:cubicBezTo>
                    <a:pt x="3114" y="538"/>
                    <a:pt x="2802" y="582"/>
                    <a:pt x="2490" y="707"/>
                  </a:cubicBezTo>
                  <a:cubicBezTo>
                    <a:pt x="2562" y="679"/>
                    <a:pt x="2642" y="665"/>
                    <a:pt x="2719" y="665"/>
                  </a:cubicBezTo>
                  <a:cubicBezTo>
                    <a:pt x="2766" y="665"/>
                    <a:pt x="2812" y="670"/>
                    <a:pt x="2855" y="680"/>
                  </a:cubicBezTo>
                  <a:cubicBezTo>
                    <a:pt x="2927" y="698"/>
                    <a:pt x="2998" y="734"/>
                    <a:pt x="3070" y="734"/>
                  </a:cubicBezTo>
                  <a:cubicBezTo>
                    <a:pt x="3082" y="735"/>
                    <a:pt x="3094" y="736"/>
                    <a:pt x="3106" y="736"/>
                  </a:cubicBezTo>
                  <a:cubicBezTo>
                    <a:pt x="3244" y="736"/>
                    <a:pt x="3375" y="647"/>
                    <a:pt x="3498" y="565"/>
                  </a:cubicBezTo>
                  <a:cubicBezTo>
                    <a:pt x="3644" y="475"/>
                    <a:pt x="3813" y="393"/>
                    <a:pt x="3991" y="393"/>
                  </a:cubicBezTo>
                  <a:cubicBezTo>
                    <a:pt x="4008" y="393"/>
                    <a:pt x="4025" y="393"/>
                    <a:pt x="4042" y="395"/>
                  </a:cubicBezTo>
                  <a:cubicBezTo>
                    <a:pt x="4238" y="413"/>
                    <a:pt x="4426" y="582"/>
                    <a:pt x="4417" y="770"/>
                  </a:cubicBezTo>
                  <a:cubicBezTo>
                    <a:pt x="4684" y="618"/>
                    <a:pt x="4970" y="466"/>
                    <a:pt x="5282" y="449"/>
                  </a:cubicBezTo>
                  <a:cubicBezTo>
                    <a:pt x="5289" y="448"/>
                    <a:pt x="5297" y="448"/>
                    <a:pt x="5304" y="448"/>
                  </a:cubicBezTo>
                  <a:cubicBezTo>
                    <a:pt x="5610" y="448"/>
                    <a:pt x="5935" y="625"/>
                    <a:pt x="5996" y="921"/>
                  </a:cubicBezTo>
                  <a:cubicBezTo>
                    <a:pt x="6014" y="1002"/>
                    <a:pt x="6031" y="1091"/>
                    <a:pt x="6103" y="1109"/>
                  </a:cubicBezTo>
                  <a:cubicBezTo>
                    <a:pt x="6138" y="1109"/>
                    <a:pt x="6174" y="1091"/>
                    <a:pt x="6201" y="1064"/>
                  </a:cubicBezTo>
                  <a:cubicBezTo>
                    <a:pt x="6353" y="966"/>
                    <a:pt x="6495" y="832"/>
                    <a:pt x="6656" y="752"/>
                  </a:cubicBezTo>
                  <a:cubicBezTo>
                    <a:pt x="6789" y="685"/>
                    <a:pt x="6936" y="655"/>
                    <a:pt x="7085" y="655"/>
                  </a:cubicBezTo>
                  <a:cubicBezTo>
                    <a:pt x="7335" y="655"/>
                    <a:pt x="7591" y="740"/>
                    <a:pt x="7798" y="886"/>
                  </a:cubicBezTo>
                  <a:cubicBezTo>
                    <a:pt x="8119" y="1118"/>
                    <a:pt x="8342" y="1483"/>
                    <a:pt x="8476" y="1867"/>
                  </a:cubicBezTo>
                  <a:cubicBezTo>
                    <a:pt x="8556" y="2099"/>
                    <a:pt x="8627" y="2367"/>
                    <a:pt x="8850" y="2500"/>
                  </a:cubicBezTo>
                  <a:cubicBezTo>
                    <a:pt x="8975" y="2572"/>
                    <a:pt x="9136" y="2590"/>
                    <a:pt x="9225" y="2706"/>
                  </a:cubicBezTo>
                  <a:cubicBezTo>
                    <a:pt x="9332" y="2848"/>
                    <a:pt x="9252" y="3071"/>
                    <a:pt x="9118" y="3196"/>
                  </a:cubicBezTo>
                  <a:cubicBezTo>
                    <a:pt x="8958" y="3356"/>
                    <a:pt x="8740" y="3429"/>
                    <a:pt x="8517" y="3429"/>
                  </a:cubicBezTo>
                  <a:cubicBezTo>
                    <a:pt x="8305" y="3429"/>
                    <a:pt x="8088" y="3363"/>
                    <a:pt x="7914" y="3241"/>
                  </a:cubicBezTo>
                  <a:cubicBezTo>
                    <a:pt x="7869" y="3214"/>
                    <a:pt x="7833" y="3187"/>
                    <a:pt x="7807" y="3143"/>
                  </a:cubicBezTo>
                  <a:cubicBezTo>
                    <a:pt x="7762" y="3053"/>
                    <a:pt x="7816" y="2929"/>
                    <a:pt x="7896" y="2866"/>
                  </a:cubicBezTo>
                  <a:cubicBezTo>
                    <a:pt x="7976" y="2804"/>
                    <a:pt x="8083" y="2786"/>
                    <a:pt x="8181" y="2768"/>
                  </a:cubicBezTo>
                  <a:cubicBezTo>
                    <a:pt x="8063" y="2709"/>
                    <a:pt x="7928" y="2680"/>
                    <a:pt x="7793" y="2680"/>
                  </a:cubicBezTo>
                  <a:cubicBezTo>
                    <a:pt x="7663" y="2680"/>
                    <a:pt x="7532" y="2707"/>
                    <a:pt x="7414" y="2759"/>
                  </a:cubicBezTo>
                  <a:cubicBezTo>
                    <a:pt x="7262" y="2839"/>
                    <a:pt x="7129" y="2955"/>
                    <a:pt x="6968" y="3009"/>
                  </a:cubicBezTo>
                  <a:cubicBezTo>
                    <a:pt x="6919" y="3025"/>
                    <a:pt x="6866" y="3034"/>
                    <a:pt x="6813" y="3034"/>
                  </a:cubicBezTo>
                  <a:cubicBezTo>
                    <a:pt x="6691" y="3034"/>
                    <a:pt x="6572" y="2987"/>
                    <a:pt x="6522" y="2875"/>
                  </a:cubicBezTo>
                  <a:cubicBezTo>
                    <a:pt x="6460" y="2732"/>
                    <a:pt x="6549" y="2581"/>
                    <a:pt x="6638" y="2456"/>
                  </a:cubicBezTo>
                  <a:cubicBezTo>
                    <a:pt x="6617" y="2453"/>
                    <a:pt x="6596" y="2451"/>
                    <a:pt x="6576" y="2451"/>
                  </a:cubicBezTo>
                  <a:cubicBezTo>
                    <a:pt x="6408" y="2451"/>
                    <a:pt x="6243" y="2544"/>
                    <a:pt x="6147" y="2679"/>
                  </a:cubicBezTo>
                  <a:cubicBezTo>
                    <a:pt x="6049" y="2839"/>
                    <a:pt x="6040" y="3053"/>
                    <a:pt x="6138" y="3214"/>
                  </a:cubicBezTo>
                  <a:cubicBezTo>
                    <a:pt x="6245" y="3401"/>
                    <a:pt x="6451" y="3491"/>
                    <a:pt x="6638" y="3598"/>
                  </a:cubicBezTo>
                  <a:cubicBezTo>
                    <a:pt x="6825" y="3696"/>
                    <a:pt x="7762" y="4329"/>
                    <a:pt x="7530" y="4579"/>
                  </a:cubicBezTo>
                  <a:cubicBezTo>
                    <a:pt x="7480" y="4634"/>
                    <a:pt x="7407" y="4659"/>
                    <a:pt x="7330" y="4659"/>
                  </a:cubicBezTo>
                  <a:cubicBezTo>
                    <a:pt x="7283" y="4659"/>
                    <a:pt x="7235" y="4649"/>
                    <a:pt x="7191" y="4632"/>
                  </a:cubicBezTo>
                  <a:cubicBezTo>
                    <a:pt x="7084" y="4588"/>
                    <a:pt x="6986" y="4517"/>
                    <a:pt x="6870" y="4472"/>
                  </a:cubicBezTo>
                  <a:cubicBezTo>
                    <a:pt x="6816" y="4450"/>
                    <a:pt x="6754" y="4434"/>
                    <a:pt x="6694" y="4434"/>
                  </a:cubicBezTo>
                  <a:cubicBezTo>
                    <a:pt x="6634" y="4434"/>
                    <a:pt x="6576" y="4450"/>
                    <a:pt x="6531" y="4490"/>
                  </a:cubicBezTo>
                  <a:cubicBezTo>
                    <a:pt x="6424" y="4579"/>
                    <a:pt x="6433" y="4748"/>
                    <a:pt x="6504" y="4856"/>
                  </a:cubicBezTo>
                  <a:cubicBezTo>
                    <a:pt x="6584" y="4971"/>
                    <a:pt x="6718" y="5025"/>
                    <a:pt x="6852" y="5061"/>
                  </a:cubicBezTo>
                  <a:cubicBezTo>
                    <a:pt x="6968" y="5093"/>
                    <a:pt x="7091" y="5109"/>
                    <a:pt x="7214" y="5109"/>
                  </a:cubicBezTo>
                  <a:cubicBezTo>
                    <a:pt x="7327" y="5109"/>
                    <a:pt x="7441" y="5095"/>
                    <a:pt x="7548" y="5070"/>
                  </a:cubicBezTo>
                  <a:lnTo>
                    <a:pt x="7548" y="5070"/>
                  </a:lnTo>
                  <a:cubicBezTo>
                    <a:pt x="7280" y="5275"/>
                    <a:pt x="7236" y="5703"/>
                    <a:pt x="7396" y="6006"/>
                  </a:cubicBezTo>
                  <a:cubicBezTo>
                    <a:pt x="7557" y="6319"/>
                    <a:pt x="7887" y="6506"/>
                    <a:pt x="8226" y="6577"/>
                  </a:cubicBezTo>
                  <a:cubicBezTo>
                    <a:pt x="8377" y="6609"/>
                    <a:pt x="8529" y="6621"/>
                    <a:pt x="8682" y="6621"/>
                  </a:cubicBezTo>
                  <a:cubicBezTo>
                    <a:pt x="8874" y="6621"/>
                    <a:pt x="9067" y="6602"/>
                    <a:pt x="9261" y="6577"/>
                  </a:cubicBezTo>
                  <a:cubicBezTo>
                    <a:pt x="9382" y="6557"/>
                    <a:pt x="9508" y="6540"/>
                    <a:pt x="9634" y="6540"/>
                  </a:cubicBezTo>
                  <a:cubicBezTo>
                    <a:pt x="9731" y="6540"/>
                    <a:pt x="9828" y="6550"/>
                    <a:pt x="9921" y="6577"/>
                  </a:cubicBezTo>
                  <a:cubicBezTo>
                    <a:pt x="10135" y="6640"/>
                    <a:pt x="10322" y="6845"/>
                    <a:pt x="10296" y="7068"/>
                  </a:cubicBezTo>
                  <a:cubicBezTo>
                    <a:pt x="10287" y="7157"/>
                    <a:pt x="10242" y="7237"/>
                    <a:pt x="10180" y="7318"/>
                  </a:cubicBezTo>
                  <a:cubicBezTo>
                    <a:pt x="10009" y="7524"/>
                    <a:pt x="9736" y="7645"/>
                    <a:pt x="9465" y="7645"/>
                  </a:cubicBezTo>
                  <a:cubicBezTo>
                    <a:pt x="9396" y="7645"/>
                    <a:pt x="9328" y="7637"/>
                    <a:pt x="9261" y="7621"/>
                  </a:cubicBezTo>
                  <a:cubicBezTo>
                    <a:pt x="9047" y="7559"/>
                    <a:pt x="8859" y="7425"/>
                    <a:pt x="8645" y="7344"/>
                  </a:cubicBezTo>
                  <a:cubicBezTo>
                    <a:pt x="8503" y="7289"/>
                    <a:pt x="8349" y="7262"/>
                    <a:pt x="8195" y="7262"/>
                  </a:cubicBezTo>
                  <a:cubicBezTo>
                    <a:pt x="7875" y="7262"/>
                    <a:pt x="7551" y="7378"/>
                    <a:pt x="7316" y="7594"/>
                  </a:cubicBezTo>
                  <a:cubicBezTo>
                    <a:pt x="7280" y="7621"/>
                    <a:pt x="7254" y="7648"/>
                    <a:pt x="7245" y="7683"/>
                  </a:cubicBezTo>
                  <a:cubicBezTo>
                    <a:pt x="7200" y="7826"/>
                    <a:pt x="7405" y="7898"/>
                    <a:pt x="7548" y="7924"/>
                  </a:cubicBezTo>
                  <a:cubicBezTo>
                    <a:pt x="7744" y="7951"/>
                    <a:pt x="7932" y="8014"/>
                    <a:pt x="8101" y="8112"/>
                  </a:cubicBezTo>
                  <a:cubicBezTo>
                    <a:pt x="8172" y="8156"/>
                    <a:pt x="8244" y="8210"/>
                    <a:pt x="8262" y="8290"/>
                  </a:cubicBezTo>
                  <a:cubicBezTo>
                    <a:pt x="8279" y="8370"/>
                    <a:pt x="8244" y="8451"/>
                    <a:pt x="8199" y="8531"/>
                  </a:cubicBezTo>
                  <a:cubicBezTo>
                    <a:pt x="8146" y="8629"/>
                    <a:pt x="8083" y="8736"/>
                    <a:pt x="7976" y="8799"/>
                  </a:cubicBezTo>
                  <a:cubicBezTo>
                    <a:pt x="7938" y="8817"/>
                    <a:pt x="7895" y="8827"/>
                    <a:pt x="7853" y="8827"/>
                  </a:cubicBezTo>
                  <a:cubicBezTo>
                    <a:pt x="7776" y="8827"/>
                    <a:pt x="7702" y="8793"/>
                    <a:pt x="7673" y="8718"/>
                  </a:cubicBezTo>
                  <a:cubicBezTo>
                    <a:pt x="7628" y="8629"/>
                    <a:pt x="7682" y="8495"/>
                    <a:pt x="7601" y="8424"/>
                  </a:cubicBezTo>
                  <a:cubicBezTo>
                    <a:pt x="7581" y="8409"/>
                    <a:pt x="7557" y="8403"/>
                    <a:pt x="7531" y="8403"/>
                  </a:cubicBezTo>
                  <a:cubicBezTo>
                    <a:pt x="7478" y="8403"/>
                    <a:pt x="7418" y="8429"/>
                    <a:pt x="7370" y="8460"/>
                  </a:cubicBezTo>
                  <a:cubicBezTo>
                    <a:pt x="7173" y="8593"/>
                    <a:pt x="7004" y="8781"/>
                    <a:pt x="6897" y="8995"/>
                  </a:cubicBezTo>
                  <a:cubicBezTo>
                    <a:pt x="6834" y="8754"/>
                    <a:pt x="6870" y="8495"/>
                    <a:pt x="6977" y="8281"/>
                  </a:cubicBezTo>
                  <a:cubicBezTo>
                    <a:pt x="6962" y="8280"/>
                    <a:pt x="6946" y="8280"/>
                    <a:pt x="6931" y="8280"/>
                  </a:cubicBezTo>
                  <a:cubicBezTo>
                    <a:pt x="6565" y="8280"/>
                    <a:pt x="6232" y="8582"/>
                    <a:pt x="6112" y="8941"/>
                  </a:cubicBezTo>
                  <a:cubicBezTo>
                    <a:pt x="5996" y="9307"/>
                    <a:pt x="6067" y="9717"/>
                    <a:pt x="6201" y="10083"/>
                  </a:cubicBezTo>
                  <a:cubicBezTo>
                    <a:pt x="6308" y="10360"/>
                    <a:pt x="6442" y="10717"/>
                    <a:pt x="6219" y="10913"/>
                  </a:cubicBezTo>
                  <a:cubicBezTo>
                    <a:pt x="6150" y="10976"/>
                    <a:pt x="6059" y="11005"/>
                    <a:pt x="5967" y="11005"/>
                  </a:cubicBezTo>
                  <a:cubicBezTo>
                    <a:pt x="5904" y="11005"/>
                    <a:pt x="5840" y="10992"/>
                    <a:pt x="5782" y="10966"/>
                  </a:cubicBezTo>
                  <a:cubicBezTo>
                    <a:pt x="5639" y="10904"/>
                    <a:pt x="5541" y="10770"/>
                    <a:pt x="5478" y="10627"/>
                  </a:cubicBezTo>
                  <a:cubicBezTo>
                    <a:pt x="5353" y="10324"/>
                    <a:pt x="5407" y="9985"/>
                    <a:pt x="5496" y="9664"/>
                  </a:cubicBezTo>
                  <a:cubicBezTo>
                    <a:pt x="5559" y="9432"/>
                    <a:pt x="5648" y="9191"/>
                    <a:pt x="5639" y="8950"/>
                  </a:cubicBezTo>
                  <a:cubicBezTo>
                    <a:pt x="5621" y="8638"/>
                    <a:pt x="5451" y="8361"/>
                    <a:pt x="5228" y="8147"/>
                  </a:cubicBezTo>
                  <a:cubicBezTo>
                    <a:pt x="5032" y="7969"/>
                    <a:pt x="4542" y="7791"/>
                    <a:pt x="4577" y="7460"/>
                  </a:cubicBezTo>
                  <a:cubicBezTo>
                    <a:pt x="4602" y="7254"/>
                    <a:pt x="4742" y="7175"/>
                    <a:pt x="4901" y="7175"/>
                  </a:cubicBezTo>
                  <a:cubicBezTo>
                    <a:pt x="5031" y="7175"/>
                    <a:pt x="5173" y="7228"/>
                    <a:pt x="5273" y="7309"/>
                  </a:cubicBezTo>
                  <a:cubicBezTo>
                    <a:pt x="5407" y="7416"/>
                    <a:pt x="5532" y="7541"/>
                    <a:pt x="5639" y="7683"/>
                  </a:cubicBezTo>
                  <a:cubicBezTo>
                    <a:pt x="5811" y="7518"/>
                    <a:pt x="6056" y="7426"/>
                    <a:pt x="6299" y="7426"/>
                  </a:cubicBezTo>
                  <a:cubicBezTo>
                    <a:pt x="6384" y="7426"/>
                    <a:pt x="6468" y="7437"/>
                    <a:pt x="6549" y="7460"/>
                  </a:cubicBezTo>
                  <a:cubicBezTo>
                    <a:pt x="6620" y="7484"/>
                    <a:pt x="6699" y="7515"/>
                    <a:pt x="6773" y="7515"/>
                  </a:cubicBezTo>
                  <a:cubicBezTo>
                    <a:pt x="6781" y="7515"/>
                    <a:pt x="6790" y="7515"/>
                    <a:pt x="6799" y="7514"/>
                  </a:cubicBezTo>
                  <a:cubicBezTo>
                    <a:pt x="6888" y="7514"/>
                    <a:pt x="6986" y="7443"/>
                    <a:pt x="6977" y="7353"/>
                  </a:cubicBezTo>
                  <a:cubicBezTo>
                    <a:pt x="6906" y="7309"/>
                    <a:pt x="6825" y="7309"/>
                    <a:pt x="6745" y="7291"/>
                  </a:cubicBezTo>
                  <a:cubicBezTo>
                    <a:pt x="6468" y="7246"/>
                    <a:pt x="6237" y="7086"/>
                    <a:pt x="5969" y="7023"/>
                  </a:cubicBezTo>
                  <a:cubicBezTo>
                    <a:pt x="5755" y="6979"/>
                    <a:pt x="5567" y="6970"/>
                    <a:pt x="5362" y="6881"/>
                  </a:cubicBezTo>
                  <a:cubicBezTo>
                    <a:pt x="4997" y="6720"/>
                    <a:pt x="4658" y="6479"/>
                    <a:pt x="4256" y="6461"/>
                  </a:cubicBezTo>
                  <a:cubicBezTo>
                    <a:pt x="4220" y="6461"/>
                    <a:pt x="4184" y="6462"/>
                    <a:pt x="4148" y="6462"/>
                  </a:cubicBezTo>
                  <a:cubicBezTo>
                    <a:pt x="4039" y="6462"/>
                    <a:pt x="3928" y="6457"/>
                    <a:pt x="3828" y="6417"/>
                  </a:cubicBezTo>
                  <a:cubicBezTo>
                    <a:pt x="3730" y="6372"/>
                    <a:pt x="3649" y="6292"/>
                    <a:pt x="3587" y="6203"/>
                  </a:cubicBezTo>
                  <a:cubicBezTo>
                    <a:pt x="3346" y="5890"/>
                    <a:pt x="3257" y="5480"/>
                    <a:pt x="3257" y="5079"/>
                  </a:cubicBezTo>
                  <a:cubicBezTo>
                    <a:pt x="3266" y="4178"/>
                    <a:pt x="3694" y="3357"/>
                    <a:pt x="3694" y="2447"/>
                  </a:cubicBezTo>
                  <a:cubicBezTo>
                    <a:pt x="3694" y="2215"/>
                    <a:pt x="3667" y="1965"/>
                    <a:pt x="3551" y="1769"/>
                  </a:cubicBezTo>
                  <a:cubicBezTo>
                    <a:pt x="3444" y="1601"/>
                    <a:pt x="3252" y="1472"/>
                    <a:pt x="3059" y="1472"/>
                  </a:cubicBezTo>
                  <a:cubicBezTo>
                    <a:pt x="3027" y="1472"/>
                    <a:pt x="2995" y="1476"/>
                    <a:pt x="2963" y="1483"/>
                  </a:cubicBezTo>
                  <a:cubicBezTo>
                    <a:pt x="2829" y="1519"/>
                    <a:pt x="2731" y="1608"/>
                    <a:pt x="2641" y="1706"/>
                  </a:cubicBezTo>
                  <a:cubicBezTo>
                    <a:pt x="2516" y="1858"/>
                    <a:pt x="2427" y="2045"/>
                    <a:pt x="2400" y="2251"/>
                  </a:cubicBezTo>
                  <a:cubicBezTo>
                    <a:pt x="2365" y="2429"/>
                    <a:pt x="2356" y="2652"/>
                    <a:pt x="2195" y="2723"/>
                  </a:cubicBezTo>
                  <a:cubicBezTo>
                    <a:pt x="2142" y="2741"/>
                    <a:pt x="2079" y="2741"/>
                    <a:pt x="2044" y="2777"/>
                  </a:cubicBezTo>
                  <a:cubicBezTo>
                    <a:pt x="1972" y="2830"/>
                    <a:pt x="1972" y="2929"/>
                    <a:pt x="1990" y="3009"/>
                  </a:cubicBezTo>
                  <a:cubicBezTo>
                    <a:pt x="2035" y="3241"/>
                    <a:pt x="2195" y="3464"/>
                    <a:pt x="2409" y="3571"/>
                  </a:cubicBezTo>
                  <a:cubicBezTo>
                    <a:pt x="2481" y="3615"/>
                    <a:pt x="2570" y="3642"/>
                    <a:pt x="2624" y="3696"/>
                  </a:cubicBezTo>
                  <a:cubicBezTo>
                    <a:pt x="2722" y="3785"/>
                    <a:pt x="2731" y="3928"/>
                    <a:pt x="2731" y="4053"/>
                  </a:cubicBezTo>
                  <a:cubicBezTo>
                    <a:pt x="2722" y="4624"/>
                    <a:pt x="2392" y="5302"/>
                    <a:pt x="1847" y="5534"/>
                  </a:cubicBezTo>
                  <a:cubicBezTo>
                    <a:pt x="1753" y="5571"/>
                    <a:pt x="1669" y="5588"/>
                    <a:pt x="1595" y="5588"/>
                  </a:cubicBezTo>
                  <a:cubicBezTo>
                    <a:pt x="1164" y="5588"/>
                    <a:pt x="1097" y="5005"/>
                    <a:pt x="1357" y="4624"/>
                  </a:cubicBezTo>
                  <a:cubicBezTo>
                    <a:pt x="1473" y="4454"/>
                    <a:pt x="1642" y="4329"/>
                    <a:pt x="1767" y="4169"/>
                  </a:cubicBezTo>
                  <a:cubicBezTo>
                    <a:pt x="1892" y="4008"/>
                    <a:pt x="1981" y="3785"/>
                    <a:pt x="1883" y="3598"/>
                  </a:cubicBezTo>
                  <a:lnTo>
                    <a:pt x="1883" y="3598"/>
                  </a:lnTo>
                  <a:cubicBezTo>
                    <a:pt x="1946" y="3839"/>
                    <a:pt x="1794" y="4079"/>
                    <a:pt x="1607" y="4222"/>
                  </a:cubicBezTo>
                  <a:cubicBezTo>
                    <a:pt x="1410" y="4365"/>
                    <a:pt x="1178" y="4454"/>
                    <a:pt x="991" y="4597"/>
                  </a:cubicBezTo>
                  <a:cubicBezTo>
                    <a:pt x="679" y="4820"/>
                    <a:pt x="474" y="5195"/>
                    <a:pt x="465" y="5578"/>
                  </a:cubicBezTo>
                  <a:cubicBezTo>
                    <a:pt x="358" y="5462"/>
                    <a:pt x="259" y="5346"/>
                    <a:pt x="152" y="5230"/>
                  </a:cubicBezTo>
                  <a:lnTo>
                    <a:pt x="152" y="5230"/>
                  </a:lnTo>
                  <a:cubicBezTo>
                    <a:pt x="1" y="5980"/>
                    <a:pt x="99" y="6765"/>
                    <a:pt x="420" y="7452"/>
                  </a:cubicBezTo>
                  <a:cubicBezTo>
                    <a:pt x="705" y="8067"/>
                    <a:pt x="982" y="8629"/>
                    <a:pt x="1615" y="8950"/>
                  </a:cubicBezTo>
                  <a:cubicBezTo>
                    <a:pt x="1749" y="9013"/>
                    <a:pt x="1892" y="9075"/>
                    <a:pt x="1990" y="9182"/>
                  </a:cubicBezTo>
                  <a:cubicBezTo>
                    <a:pt x="2169" y="9387"/>
                    <a:pt x="2186" y="9753"/>
                    <a:pt x="2445" y="9833"/>
                  </a:cubicBezTo>
                  <a:cubicBezTo>
                    <a:pt x="2476" y="9844"/>
                    <a:pt x="2507" y="9849"/>
                    <a:pt x="2538" y="9849"/>
                  </a:cubicBezTo>
                  <a:cubicBezTo>
                    <a:pt x="2688" y="9849"/>
                    <a:pt x="2838" y="9734"/>
                    <a:pt x="2927" y="9601"/>
                  </a:cubicBezTo>
                  <a:cubicBezTo>
                    <a:pt x="3034" y="9459"/>
                    <a:pt x="3105" y="9289"/>
                    <a:pt x="3230" y="9173"/>
                  </a:cubicBezTo>
                  <a:cubicBezTo>
                    <a:pt x="3239" y="9155"/>
                    <a:pt x="3248" y="9147"/>
                    <a:pt x="3266" y="9129"/>
                  </a:cubicBezTo>
                  <a:cubicBezTo>
                    <a:pt x="3341" y="9067"/>
                    <a:pt x="3441" y="9032"/>
                    <a:pt x="3536" y="9032"/>
                  </a:cubicBezTo>
                  <a:cubicBezTo>
                    <a:pt x="3633" y="9032"/>
                    <a:pt x="3725" y="9069"/>
                    <a:pt x="3774" y="9155"/>
                  </a:cubicBezTo>
                  <a:cubicBezTo>
                    <a:pt x="3828" y="9245"/>
                    <a:pt x="3810" y="9361"/>
                    <a:pt x="3837" y="9468"/>
                  </a:cubicBezTo>
                  <a:cubicBezTo>
                    <a:pt x="3882" y="9637"/>
                    <a:pt x="4056" y="9749"/>
                    <a:pt x="4226" y="9749"/>
                  </a:cubicBezTo>
                  <a:cubicBezTo>
                    <a:pt x="4289" y="9749"/>
                    <a:pt x="4352" y="9733"/>
                    <a:pt x="4408" y="9700"/>
                  </a:cubicBezTo>
                  <a:cubicBezTo>
                    <a:pt x="4627" y="9573"/>
                    <a:pt x="4734" y="9232"/>
                    <a:pt x="4964" y="9232"/>
                  </a:cubicBezTo>
                  <a:cubicBezTo>
                    <a:pt x="4977" y="9232"/>
                    <a:pt x="4991" y="9233"/>
                    <a:pt x="5005" y="9236"/>
                  </a:cubicBezTo>
                  <a:cubicBezTo>
                    <a:pt x="5148" y="9254"/>
                    <a:pt x="5237" y="9396"/>
                    <a:pt x="5255" y="9530"/>
                  </a:cubicBezTo>
                  <a:cubicBezTo>
                    <a:pt x="5273" y="9664"/>
                    <a:pt x="5237" y="9807"/>
                    <a:pt x="5220" y="9940"/>
                  </a:cubicBezTo>
                  <a:cubicBezTo>
                    <a:pt x="5175" y="10235"/>
                    <a:pt x="5202" y="10538"/>
                    <a:pt x="5300" y="10815"/>
                  </a:cubicBezTo>
                  <a:cubicBezTo>
                    <a:pt x="5380" y="11038"/>
                    <a:pt x="5514" y="11252"/>
                    <a:pt x="5728" y="11350"/>
                  </a:cubicBezTo>
                  <a:cubicBezTo>
                    <a:pt x="5802" y="11382"/>
                    <a:pt x="5881" y="11397"/>
                    <a:pt x="5960" y="11397"/>
                  </a:cubicBezTo>
                  <a:cubicBezTo>
                    <a:pt x="6186" y="11397"/>
                    <a:pt x="6417" y="11274"/>
                    <a:pt x="6549" y="11082"/>
                  </a:cubicBezTo>
                  <a:cubicBezTo>
                    <a:pt x="6727" y="10824"/>
                    <a:pt x="6736" y="10485"/>
                    <a:pt x="6656" y="10181"/>
                  </a:cubicBezTo>
                  <a:cubicBezTo>
                    <a:pt x="6602" y="10021"/>
                    <a:pt x="6531" y="9869"/>
                    <a:pt x="6522" y="9709"/>
                  </a:cubicBezTo>
                  <a:cubicBezTo>
                    <a:pt x="6504" y="9548"/>
                    <a:pt x="6567" y="9361"/>
                    <a:pt x="6718" y="9289"/>
                  </a:cubicBezTo>
                  <a:cubicBezTo>
                    <a:pt x="6722" y="9360"/>
                    <a:pt x="6777" y="9390"/>
                    <a:pt x="6843" y="9390"/>
                  </a:cubicBezTo>
                  <a:cubicBezTo>
                    <a:pt x="6919" y="9390"/>
                    <a:pt x="7010" y="9351"/>
                    <a:pt x="7057" y="9289"/>
                  </a:cubicBezTo>
                  <a:cubicBezTo>
                    <a:pt x="7146" y="9164"/>
                    <a:pt x="7227" y="8995"/>
                    <a:pt x="7378" y="8995"/>
                  </a:cubicBezTo>
                  <a:cubicBezTo>
                    <a:pt x="7431" y="9146"/>
                    <a:pt x="7599" y="9219"/>
                    <a:pt x="7766" y="9219"/>
                  </a:cubicBezTo>
                  <a:cubicBezTo>
                    <a:pt x="7826" y="9219"/>
                    <a:pt x="7886" y="9210"/>
                    <a:pt x="7940" y="9191"/>
                  </a:cubicBezTo>
                  <a:cubicBezTo>
                    <a:pt x="8155" y="9111"/>
                    <a:pt x="8306" y="8932"/>
                    <a:pt x="8458" y="8772"/>
                  </a:cubicBezTo>
                  <a:cubicBezTo>
                    <a:pt x="8610" y="8602"/>
                    <a:pt x="8779" y="8442"/>
                    <a:pt x="9002" y="8406"/>
                  </a:cubicBezTo>
                  <a:cubicBezTo>
                    <a:pt x="9042" y="8398"/>
                    <a:pt x="9082" y="8394"/>
                    <a:pt x="9121" y="8394"/>
                  </a:cubicBezTo>
                  <a:cubicBezTo>
                    <a:pt x="9417" y="8394"/>
                    <a:pt x="9709" y="8594"/>
                    <a:pt x="10012" y="8594"/>
                  </a:cubicBezTo>
                  <a:cubicBezTo>
                    <a:pt x="10023" y="8594"/>
                    <a:pt x="10035" y="8594"/>
                    <a:pt x="10046" y="8593"/>
                  </a:cubicBezTo>
                  <a:cubicBezTo>
                    <a:pt x="10465" y="8576"/>
                    <a:pt x="10893" y="8067"/>
                    <a:pt x="11143" y="7764"/>
                  </a:cubicBezTo>
                  <a:cubicBezTo>
                    <a:pt x="11562" y="7264"/>
                    <a:pt x="11446" y="6613"/>
                    <a:pt x="11420" y="6015"/>
                  </a:cubicBezTo>
                  <a:cubicBezTo>
                    <a:pt x="11393" y="5462"/>
                    <a:pt x="11785" y="4838"/>
                    <a:pt x="11438" y="4401"/>
                  </a:cubicBezTo>
                  <a:cubicBezTo>
                    <a:pt x="11322" y="4249"/>
                    <a:pt x="11116" y="4160"/>
                    <a:pt x="11027" y="3990"/>
                  </a:cubicBezTo>
                  <a:cubicBezTo>
                    <a:pt x="10938" y="3830"/>
                    <a:pt x="10965" y="3633"/>
                    <a:pt x="10947" y="3455"/>
                  </a:cubicBezTo>
                  <a:cubicBezTo>
                    <a:pt x="10911" y="3036"/>
                    <a:pt x="10626" y="2643"/>
                    <a:pt x="10242" y="2474"/>
                  </a:cubicBezTo>
                  <a:cubicBezTo>
                    <a:pt x="10064" y="2402"/>
                    <a:pt x="9841" y="2358"/>
                    <a:pt x="9725" y="2197"/>
                  </a:cubicBezTo>
                  <a:cubicBezTo>
                    <a:pt x="9653" y="2090"/>
                    <a:pt x="9635" y="1947"/>
                    <a:pt x="9609" y="1822"/>
                  </a:cubicBezTo>
                  <a:cubicBezTo>
                    <a:pt x="9502" y="1412"/>
                    <a:pt x="9172" y="1073"/>
                    <a:pt x="8770" y="966"/>
                  </a:cubicBezTo>
                  <a:cubicBezTo>
                    <a:pt x="8601" y="921"/>
                    <a:pt x="8431" y="904"/>
                    <a:pt x="8288" y="814"/>
                  </a:cubicBezTo>
                  <a:cubicBezTo>
                    <a:pt x="8137" y="725"/>
                    <a:pt x="8048" y="556"/>
                    <a:pt x="7923" y="440"/>
                  </a:cubicBezTo>
                  <a:cubicBezTo>
                    <a:pt x="7758" y="268"/>
                    <a:pt x="7514" y="171"/>
                    <a:pt x="7273" y="171"/>
                  </a:cubicBezTo>
                  <a:cubicBezTo>
                    <a:pt x="7212" y="171"/>
                    <a:pt x="7152" y="177"/>
                    <a:pt x="7093" y="190"/>
                  </a:cubicBezTo>
                  <a:cubicBezTo>
                    <a:pt x="6941" y="220"/>
                    <a:pt x="6783" y="296"/>
                    <a:pt x="6624" y="296"/>
                  </a:cubicBezTo>
                  <a:cubicBezTo>
                    <a:pt x="6596" y="296"/>
                    <a:pt x="6568" y="293"/>
                    <a:pt x="6540" y="288"/>
                  </a:cubicBezTo>
                  <a:cubicBezTo>
                    <a:pt x="6370" y="252"/>
                    <a:pt x="6245" y="118"/>
                    <a:pt x="6085" y="47"/>
                  </a:cubicBezTo>
                  <a:cubicBezTo>
                    <a:pt x="6000" y="13"/>
                    <a:pt x="5913" y="0"/>
                    <a:pt x="582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3" name="Google Shape;1623;p42"/>
            <p:cNvSpPr/>
            <p:nvPr/>
          </p:nvSpPr>
          <p:spPr>
            <a:xfrm>
              <a:off x="2445015" y="4406352"/>
              <a:ext cx="273550" cy="225412"/>
            </a:xfrm>
            <a:custGeom>
              <a:avLst/>
              <a:gdLst/>
              <a:ahLst/>
              <a:cxnLst/>
              <a:rect l="l" t="t" r="r" b="b"/>
              <a:pathLst>
                <a:path w="3097" h="2552" extrusionOk="0">
                  <a:moveTo>
                    <a:pt x="1483" y="0"/>
                  </a:moveTo>
                  <a:cubicBezTo>
                    <a:pt x="1103" y="0"/>
                    <a:pt x="717" y="265"/>
                    <a:pt x="509" y="605"/>
                  </a:cubicBezTo>
                  <a:cubicBezTo>
                    <a:pt x="215" y="1078"/>
                    <a:pt x="9" y="1809"/>
                    <a:pt x="1" y="2362"/>
                  </a:cubicBezTo>
                  <a:cubicBezTo>
                    <a:pt x="161" y="2246"/>
                    <a:pt x="357" y="2184"/>
                    <a:pt x="554" y="2166"/>
                  </a:cubicBezTo>
                  <a:cubicBezTo>
                    <a:pt x="616" y="2166"/>
                    <a:pt x="679" y="2166"/>
                    <a:pt x="741" y="2184"/>
                  </a:cubicBezTo>
                  <a:cubicBezTo>
                    <a:pt x="884" y="2246"/>
                    <a:pt x="955" y="2434"/>
                    <a:pt x="1098" y="2487"/>
                  </a:cubicBezTo>
                  <a:cubicBezTo>
                    <a:pt x="1128" y="2498"/>
                    <a:pt x="1158" y="2503"/>
                    <a:pt x="1188" y="2503"/>
                  </a:cubicBezTo>
                  <a:cubicBezTo>
                    <a:pt x="1392" y="2503"/>
                    <a:pt x="1588" y="2273"/>
                    <a:pt x="1810" y="2273"/>
                  </a:cubicBezTo>
                  <a:cubicBezTo>
                    <a:pt x="1813" y="2273"/>
                    <a:pt x="1817" y="2273"/>
                    <a:pt x="1820" y="2273"/>
                  </a:cubicBezTo>
                  <a:cubicBezTo>
                    <a:pt x="1936" y="2273"/>
                    <a:pt x="2043" y="2336"/>
                    <a:pt x="2133" y="2407"/>
                  </a:cubicBezTo>
                  <a:cubicBezTo>
                    <a:pt x="2231" y="2469"/>
                    <a:pt x="2329" y="2532"/>
                    <a:pt x="2445" y="2550"/>
                  </a:cubicBezTo>
                  <a:cubicBezTo>
                    <a:pt x="2458" y="2551"/>
                    <a:pt x="2471" y="2552"/>
                    <a:pt x="2484" y="2552"/>
                  </a:cubicBezTo>
                  <a:cubicBezTo>
                    <a:pt x="3097" y="2552"/>
                    <a:pt x="2460" y="859"/>
                    <a:pt x="2311" y="614"/>
                  </a:cubicBezTo>
                  <a:cubicBezTo>
                    <a:pt x="2186" y="391"/>
                    <a:pt x="2035" y="177"/>
                    <a:pt x="1803" y="70"/>
                  </a:cubicBezTo>
                  <a:cubicBezTo>
                    <a:pt x="1700" y="22"/>
                    <a:pt x="1592" y="0"/>
                    <a:pt x="14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4" name="Google Shape;1624;p42"/>
            <p:cNvSpPr/>
            <p:nvPr/>
          </p:nvSpPr>
          <p:spPr>
            <a:xfrm>
              <a:off x="2240980" y="4792247"/>
              <a:ext cx="281058" cy="252793"/>
            </a:xfrm>
            <a:custGeom>
              <a:avLst/>
              <a:gdLst/>
              <a:ahLst/>
              <a:cxnLst/>
              <a:rect l="l" t="t" r="r" b="b"/>
              <a:pathLst>
                <a:path w="3182" h="2862" extrusionOk="0">
                  <a:moveTo>
                    <a:pt x="1710" y="0"/>
                  </a:moveTo>
                  <a:cubicBezTo>
                    <a:pt x="1501" y="0"/>
                    <a:pt x="1287" y="69"/>
                    <a:pt x="1115" y="179"/>
                  </a:cubicBezTo>
                  <a:cubicBezTo>
                    <a:pt x="856" y="348"/>
                    <a:pt x="660" y="598"/>
                    <a:pt x="500" y="857"/>
                  </a:cubicBezTo>
                  <a:cubicBezTo>
                    <a:pt x="223" y="1321"/>
                    <a:pt x="27" y="1856"/>
                    <a:pt x="0" y="2400"/>
                  </a:cubicBezTo>
                  <a:cubicBezTo>
                    <a:pt x="137" y="2227"/>
                    <a:pt x="359" y="2150"/>
                    <a:pt x="584" y="2150"/>
                  </a:cubicBezTo>
                  <a:cubicBezTo>
                    <a:pt x="695" y="2150"/>
                    <a:pt x="807" y="2169"/>
                    <a:pt x="910" y="2204"/>
                  </a:cubicBezTo>
                  <a:cubicBezTo>
                    <a:pt x="1222" y="2302"/>
                    <a:pt x="1481" y="2525"/>
                    <a:pt x="1757" y="2713"/>
                  </a:cubicBezTo>
                  <a:cubicBezTo>
                    <a:pt x="1816" y="2756"/>
                    <a:pt x="1886" y="2800"/>
                    <a:pt x="1953" y="2800"/>
                  </a:cubicBezTo>
                  <a:cubicBezTo>
                    <a:pt x="1969" y="2800"/>
                    <a:pt x="1984" y="2798"/>
                    <a:pt x="1998" y="2793"/>
                  </a:cubicBezTo>
                  <a:cubicBezTo>
                    <a:pt x="2070" y="2775"/>
                    <a:pt x="2114" y="2721"/>
                    <a:pt x="2168" y="2695"/>
                  </a:cubicBezTo>
                  <a:cubicBezTo>
                    <a:pt x="2202" y="2679"/>
                    <a:pt x="2239" y="2672"/>
                    <a:pt x="2276" y="2672"/>
                  </a:cubicBezTo>
                  <a:cubicBezTo>
                    <a:pt x="2344" y="2672"/>
                    <a:pt x="2413" y="2696"/>
                    <a:pt x="2471" y="2730"/>
                  </a:cubicBezTo>
                  <a:cubicBezTo>
                    <a:pt x="2569" y="2775"/>
                    <a:pt x="2658" y="2837"/>
                    <a:pt x="2757" y="2855"/>
                  </a:cubicBezTo>
                  <a:cubicBezTo>
                    <a:pt x="2779" y="2860"/>
                    <a:pt x="2801" y="2862"/>
                    <a:pt x="2821" y="2862"/>
                  </a:cubicBezTo>
                  <a:cubicBezTo>
                    <a:pt x="3056" y="2862"/>
                    <a:pt x="3182" y="2596"/>
                    <a:pt x="3149" y="2391"/>
                  </a:cubicBezTo>
                  <a:cubicBezTo>
                    <a:pt x="3051" y="1633"/>
                    <a:pt x="2917" y="821"/>
                    <a:pt x="2364" y="295"/>
                  </a:cubicBezTo>
                  <a:cubicBezTo>
                    <a:pt x="2257" y="188"/>
                    <a:pt x="2132" y="99"/>
                    <a:pt x="1989" y="45"/>
                  </a:cubicBezTo>
                  <a:cubicBezTo>
                    <a:pt x="1900" y="14"/>
                    <a:pt x="1806" y="0"/>
                    <a:pt x="17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5" name="Google Shape;1625;p42"/>
            <p:cNvSpPr/>
            <p:nvPr/>
          </p:nvSpPr>
          <p:spPr>
            <a:xfrm>
              <a:off x="1847750" y="4670711"/>
              <a:ext cx="234863" cy="227002"/>
            </a:xfrm>
            <a:custGeom>
              <a:avLst/>
              <a:gdLst/>
              <a:ahLst/>
              <a:cxnLst/>
              <a:rect l="l" t="t" r="r" b="b"/>
              <a:pathLst>
                <a:path w="2659" h="2570" extrusionOk="0">
                  <a:moveTo>
                    <a:pt x="1040" y="0"/>
                  </a:moveTo>
                  <a:cubicBezTo>
                    <a:pt x="878" y="0"/>
                    <a:pt x="718" y="22"/>
                    <a:pt x="562" y="74"/>
                  </a:cubicBezTo>
                  <a:cubicBezTo>
                    <a:pt x="446" y="110"/>
                    <a:pt x="339" y="163"/>
                    <a:pt x="250" y="244"/>
                  </a:cubicBezTo>
                  <a:cubicBezTo>
                    <a:pt x="72" y="404"/>
                    <a:pt x="0" y="654"/>
                    <a:pt x="18" y="895"/>
                  </a:cubicBezTo>
                  <a:cubicBezTo>
                    <a:pt x="45" y="1136"/>
                    <a:pt x="143" y="1359"/>
                    <a:pt x="268" y="1564"/>
                  </a:cubicBezTo>
                  <a:cubicBezTo>
                    <a:pt x="429" y="1832"/>
                    <a:pt x="634" y="2081"/>
                    <a:pt x="875" y="2287"/>
                  </a:cubicBezTo>
                  <a:cubicBezTo>
                    <a:pt x="946" y="2340"/>
                    <a:pt x="1044" y="2438"/>
                    <a:pt x="1133" y="2501"/>
                  </a:cubicBezTo>
                  <a:cubicBezTo>
                    <a:pt x="1192" y="2541"/>
                    <a:pt x="1249" y="2569"/>
                    <a:pt x="1298" y="2569"/>
                  </a:cubicBezTo>
                  <a:cubicBezTo>
                    <a:pt x="1367" y="2569"/>
                    <a:pt x="1417" y="2512"/>
                    <a:pt x="1428" y="2349"/>
                  </a:cubicBezTo>
                  <a:cubicBezTo>
                    <a:pt x="1446" y="2028"/>
                    <a:pt x="1490" y="1689"/>
                    <a:pt x="1695" y="1439"/>
                  </a:cubicBezTo>
                  <a:cubicBezTo>
                    <a:pt x="1838" y="1270"/>
                    <a:pt x="2034" y="1171"/>
                    <a:pt x="2204" y="1029"/>
                  </a:cubicBezTo>
                  <a:cubicBezTo>
                    <a:pt x="2409" y="850"/>
                    <a:pt x="2659" y="431"/>
                    <a:pt x="2302" y="297"/>
                  </a:cubicBezTo>
                  <a:cubicBezTo>
                    <a:pt x="1896" y="149"/>
                    <a:pt x="1461" y="0"/>
                    <a:pt x="10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26" name="Google Shape;1626;p42"/>
          <p:cNvGrpSpPr/>
          <p:nvPr/>
        </p:nvGrpSpPr>
        <p:grpSpPr>
          <a:xfrm rot="-4964884" flipH="1">
            <a:off x="1275613" y="2815231"/>
            <a:ext cx="910769" cy="372379"/>
            <a:chOff x="6810700" y="1337175"/>
            <a:chExt cx="300650" cy="122925"/>
          </a:xfrm>
        </p:grpSpPr>
        <p:sp>
          <p:nvSpPr>
            <p:cNvPr id="1627" name="Google Shape;1627;p42"/>
            <p:cNvSpPr/>
            <p:nvPr/>
          </p:nvSpPr>
          <p:spPr>
            <a:xfrm>
              <a:off x="6810700" y="1340300"/>
              <a:ext cx="113750" cy="119800"/>
            </a:xfrm>
            <a:custGeom>
              <a:avLst/>
              <a:gdLst/>
              <a:ahLst/>
              <a:cxnLst/>
              <a:rect l="l" t="t" r="r" b="b"/>
              <a:pathLst>
                <a:path w="4550" h="4792" extrusionOk="0">
                  <a:moveTo>
                    <a:pt x="2489" y="0"/>
                  </a:moveTo>
                  <a:cubicBezTo>
                    <a:pt x="2294" y="0"/>
                    <a:pt x="2091" y="60"/>
                    <a:pt x="1900" y="190"/>
                  </a:cubicBezTo>
                  <a:cubicBezTo>
                    <a:pt x="1026" y="787"/>
                    <a:pt x="0" y="1804"/>
                    <a:pt x="205" y="2982"/>
                  </a:cubicBezTo>
                  <a:cubicBezTo>
                    <a:pt x="399" y="4093"/>
                    <a:pt x="1292" y="4792"/>
                    <a:pt x="1932" y="4792"/>
                  </a:cubicBezTo>
                  <a:cubicBezTo>
                    <a:pt x="1970" y="4792"/>
                    <a:pt x="2007" y="4789"/>
                    <a:pt x="2043" y="4784"/>
                  </a:cubicBezTo>
                  <a:cubicBezTo>
                    <a:pt x="2677" y="4695"/>
                    <a:pt x="4238" y="4588"/>
                    <a:pt x="4389" y="3607"/>
                  </a:cubicBezTo>
                  <a:cubicBezTo>
                    <a:pt x="4550" y="2616"/>
                    <a:pt x="4113" y="2099"/>
                    <a:pt x="3471" y="1831"/>
                  </a:cubicBezTo>
                  <a:cubicBezTo>
                    <a:pt x="3791" y="753"/>
                    <a:pt x="3183" y="0"/>
                    <a:pt x="2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8" name="Google Shape;1628;p42"/>
            <p:cNvSpPr/>
            <p:nvPr/>
          </p:nvSpPr>
          <p:spPr>
            <a:xfrm>
              <a:off x="6887850" y="1337175"/>
              <a:ext cx="223500" cy="121350"/>
            </a:xfrm>
            <a:custGeom>
              <a:avLst/>
              <a:gdLst/>
              <a:ahLst/>
              <a:cxnLst/>
              <a:rect l="l" t="t" r="r" b="b"/>
              <a:pathLst>
                <a:path w="8940" h="4854" extrusionOk="0">
                  <a:moveTo>
                    <a:pt x="4793" y="1"/>
                  </a:moveTo>
                  <a:cubicBezTo>
                    <a:pt x="4593" y="1"/>
                    <a:pt x="4393" y="16"/>
                    <a:pt x="4194" y="47"/>
                  </a:cubicBezTo>
                  <a:cubicBezTo>
                    <a:pt x="3061" y="234"/>
                    <a:pt x="1999" y="698"/>
                    <a:pt x="1089" y="1367"/>
                  </a:cubicBezTo>
                  <a:cubicBezTo>
                    <a:pt x="875" y="1528"/>
                    <a:pt x="652" y="1671"/>
                    <a:pt x="385" y="1751"/>
                  </a:cubicBezTo>
                  <a:cubicBezTo>
                    <a:pt x="197" y="1813"/>
                    <a:pt x="1" y="1938"/>
                    <a:pt x="99" y="2322"/>
                  </a:cubicBezTo>
                  <a:cubicBezTo>
                    <a:pt x="206" y="2277"/>
                    <a:pt x="277" y="2260"/>
                    <a:pt x="340" y="2215"/>
                  </a:cubicBezTo>
                  <a:cubicBezTo>
                    <a:pt x="474" y="2126"/>
                    <a:pt x="599" y="2019"/>
                    <a:pt x="732" y="1921"/>
                  </a:cubicBezTo>
                  <a:cubicBezTo>
                    <a:pt x="1054" y="1689"/>
                    <a:pt x="1393" y="1466"/>
                    <a:pt x="1732" y="1251"/>
                  </a:cubicBezTo>
                  <a:cubicBezTo>
                    <a:pt x="1964" y="1109"/>
                    <a:pt x="2187" y="948"/>
                    <a:pt x="2427" y="841"/>
                  </a:cubicBezTo>
                  <a:cubicBezTo>
                    <a:pt x="2945" y="600"/>
                    <a:pt x="3489" y="431"/>
                    <a:pt x="4042" y="333"/>
                  </a:cubicBezTo>
                  <a:cubicBezTo>
                    <a:pt x="4351" y="273"/>
                    <a:pt x="4662" y="237"/>
                    <a:pt x="4971" y="237"/>
                  </a:cubicBezTo>
                  <a:cubicBezTo>
                    <a:pt x="5259" y="237"/>
                    <a:pt x="5546" y="268"/>
                    <a:pt x="5826" y="342"/>
                  </a:cubicBezTo>
                  <a:cubicBezTo>
                    <a:pt x="6388" y="484"/>
                    <a:pt x="6897" y="779"/>
                    <a:pt x="7361" y="1136"/>
                  </a:cubicBezTo>
                  <a:cubicBezTo>
                    <a:pt x="7628" y="1350"/>
                    <a:pt x="7887" y="1590"/>
                    <a:pt x="8119" y="1867"/>
                  </a:cubicBezTo>
                  <a:cubicBezTo>
                    <a:pt x="8342" y="2135"/>
                    <a:pt x="8556" y="2429"/>
                    <a:pt x="8681" y="2750"/>
                  </a:cubicBezTo>
                  <a:cubicBezTo>
                    <a:pt x="8699" y="2804"/>
                    <a:pt x="8690" y="2848"/>
                    <a:pt x="8699" y="2893"/>
                  </a:cubicBezTo>
                  <a:cubicBezTo>
                    <a:pt x="8690" y="2938"/>
                    <a:pt x="8681" y="2982"/>
                    <a:pt x="8672" y="3027"/>
                  </a:cubicBezTo>
                  <a:cubicBezTo>
                    <a:pt x="8654" y="3152"/>
                    <a:pt x="8610" y="3285"/>
                    <a:pt x="8556" y="3410"/>
                  </a:cubicBezTo>
                  <a:cubicBezTo>
                    <a:pt x="8512" y="3535"/>
                    <a:pt x="8440" y="3660"/>
                    <a:pt x="8378" y="3776"/>
                  </a:cubicBezTo>
                  <a:cubicBezTo>
                    <a:pt x="8235" y="4017"/>
                    <a:pt x="8066" y="4240"/>
                    <a:pt x="7860" y="4418"/>
                  </a:cubicBezTo>
                  <a:cubicBezTo>
                    <a:pt x="7771" y="4499"/>
                    <a:pt x="7673" y="4543"/>
                    <a:pt x="7566" y="4579"/>
                  </a:cubicBezTo>
                  <a:cubicBezTo>
                    <a:pt x="7517" y="4588"/>
                    <a:pt x="7463" y="4592"/>
                    <a:pt x="7409" y="4592"/>
                  </a:cubicBezTo>
                  <a:cubicBezTo>
                    <a:pt x="7354" y="4592"/>
                    <a:pt x="7298" y="4588"/>
                    <a:pt x="7245" y="4579"/>
                  </a:cubicBezTo>
                  <a:cubicBezTo>
                    <a:pt x="7040" y="4552"/>
                    <a:pt x="6826" y="4454"/>
                    <a:pt x="6674" y="4302"/>
                  </a:cubicBezTo>
                  <a:cubicBezTo>
                    <a:pt x="6513" y="4151"/>
                    <a:pt x="6406" y="3937"/>
                    <a:pt x="6397" y="3714"/>
                  </a:cubicBezTo>
                  <a:cubicBezTo>
                    <a:pt x="6397" y="3375"/>
                    <a:pt x="6576" y="3045"/>
                    <a:pt x="6826" y="2830"/>
                  </a:cubicBezTo>
                  <a:cubicBezTo>
                    <a:pt x="6888" y="2777"/>
                    <a:pt x="6959" y="2732"/>
                    <a:pt x="7031" y="2697"/>
                  </a:cubicBezTo>
                  <a:cubicBezTo>
                    <a:pt x="7090" y="2667"/>
                    <a:pt x="7155" y="2650"/>
                    <a:pt x="7206" y="2650"/>
                  </a:cubicBezTo>
                  <a:cubicBezTo>
                    <a:pt x="7217" y="2650"/>
                    <a:pt x="7227" y="2651"/>
                    <a:pt x="7236" y="2652"/>
                  </a:cubicBezTo>
                  <a:cubicBezTo>
                    <a:pt x="7316" y="2661"/>
                    <a:pt x="7396" y="2679"/>
                    <a:pt x="7450" y="2715"/>
                  </a:cubicBezTo>
                  <a:cubicBezTo>
                    <a:pt x="7503" y="2741"/>
                    <a:pt x="7530" y="2786"/>
                    <a:pt x="7557" y="2857"/>
                  </a:cubicBezTo>
                  <a:cubicBezTo>
                    <a:pt x="7566" y="2884"/>
                    <a:pt x="7557" y="2929"/>
                    <a:pt x="7584" y="2955"/>
                  </a:cubicBezTo>
                  <a:cubicBezTo>
                    <a:pt x="7619" y="2982"/>
                    <a:pt x="7682" y="3036"/>
                    <a:pt x="7735" y="3036"/>
                  </a:cubicBezTo>
                  <a:cubicBezTo>
                    <a:pt x="7798" y="3027"/>
                    <a:pt x="7896" y="2964"/>
                    <a:pt x="7905" y="2920"/>
                  </a:cubicBezTo>
                  <a:cubicBezTo>
                    <a:pt x="7923" y="2848"/>
                    <a:pt x="7878" y="2768"/>
                    <a:pt x="7825" y="2688"/>
                  </a:cubicBezTo>
                  <a:cubicBezTo>
                    <a:pt x="7789" y="2625"/>
                    <a:pt x="7727" y="2563"/>
                    <a:pt x="7655" y="2527"/>
                  </a:cubicBezTo>
                  <a:cubicBezTo>
                    <a:pt x="7584" y="2483"/>
                    <a:pt x="7512" y="2465"/>
                    <a:pt x="7450" y="2447"/>
                  </a:cubicBezTo>
                  <a:cubicBezTo>
                    <a:pt x="7396" y="2429"/>
                    <a:pt x="7343" y="2420"/>
                    <a:pt x="7289" y="2411"/>
                  </a:cubicBezTo>
                  <a:cubicBezTo>
                    <a:pt x="7272" y="2411"/>
                    <a:pt x="7236" y="2402"/>
                    <a:pt x="7200" y="2402"/>
                  </a:cubicBezTo>
                  <a:cubicBezTo>
                    <a:pt x="7156" y="2402"/>
                    <a:pt x="7129" y="2411"/>
                    <a:pt x="7093" y="2420"/>
                  </a:cubicBezTo>
                  <a:cubicBezTo>
                    <a:pt x="6977" y="2447"/>
                    <a:pt x="6870" y="2500"/>
                    <a:pt x="6781" y="2563"/>
                  </a:cubicBezTo>
                  <a:cubicBezTo>
                    <a:pt x="6602" y="2688"/>
                    <a:pt x="6460" y="2848"/>
                    <a:pt x="6344" y="3036"/>
                  </a:cubicBezTo>
                  <a:cubicBezTo>
                    <a:pt x="6237" y="3223"/>
                    <a:pt x="6165" y="3437"/>
                    <a:pt x="6156" y="3669"/>
                  </a:cubicBezTo>
                  <a:cubicBezTo>
                    <a:pt x="6148" y="3910"/>
                    <a:pt x="6237" y="4142"/>
                    <a:pt x="6362" y="4329"/>
                  </a:cubicBezTo>
                  <a:cubicBezTo>
                    <a:pt x="6540" y="4570"/>
                    <a:pt x="6790" y="4749"/>
                    <a:pt x="7075" y="4820"/>
                  </a:cubicBezTo>
                  <a:cubicBezTo>
                    <a:pt x="7167" y="4841"/>
                    <a:pt x="7256" y="4853"/>
                    <a:pt x="7347" y="4853"/>
                  </a:cubicBezTo>
                  <a:cubicBezTo>
                    <a:pt x="7406" y="4853"/>
                    <a:pt x="7467" y="4848"/>
                    <a:pt x="7530" y="4838"/>
                  </a:cubicBezTo>
                  <a:cubicBezTo>
                    <a:pt x="7700" y="4811"/>
                    <a:pt x="7825" y="4731"/>
                    <a:pt x="7941" y="4650"/>
                  </a:cubicBezTo>
                  <a:cubicBezTo>
                    <a:pt x="8164" y="4481"/>
                    <a:pt x="8333" y="4276"/>
                    <a:pt x="8476" y="4062"/>
                  </a:cubicBezTo>
                  <a:cubicBezTo>
                    <a:pt x="8628" y="3847"/>
                    <a:pt x="8744" y="3624"/>
                    <a:pt x="8833" y="3375"/>
                  </a:cubicBezTo>
                  <a:cubicBezTo>
                    <a:pt x="8886" y="3214"/>
                    <a:pt x="8940" y="3054"/>
                    <a:pt x="8913" y="2866"/>
                  </a:cubicBezTo>
                  <a:cubicBezTo>
                    <a:pt x="8886" y="2670"/>
                    <a:pt x="8806" y="2536"/>
                    <a:pt x="8735" y="2393"/>
                  </a:cubicBezTo>
                  <a:cubicBezTo>
                    <a:pt x="8583" y="2117"/>
                    <a:pt x="8396" y="1867"/>
                    <a:pt x="8190" y="1635"/>
                  </a:cubicBezTo>
                  <a:cubicBezTo>
                    <a:pt x="7593" y="921"/>
                    <a:pt x="6790" y="350"/>
                    <a:pt x="5871" y="136"/>
                  </a:cubicBezTo>
                  <a:cubicBezTo>
                    <a:pt x="5520" y="50"/>
                    <a:pt x="5157" y="1"/>
                    <a:pt x="4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9" name="Google Shape;1629;p42"/>
            <p:cNvSpPr/>
            <p:nvPr/>
          </p:nvSpPr>
          <p:spPr>
            <a:xfrm>
              <a:off x="6842750" y="1350575"/>
              <a:ext cx="36925" cy="18075"/>
            </a:xfrm>
            <a:custGeom>
              <a:avLst/>
              <a:gdLst/>
              <a:ahLst/>
              <a:cxnLst/>
              <a:rect l="l" t="t" r="r" b="b"/>
              <a:pathLst>
                <a:path w="1477" h="723" extrusionOk="0">
                  <a:moveTo>
                    <a:pt x="1114" y="0"/>
                  </a:moveTo>
                  <a:cubicBezTo>
                    <a:pt x="695" y="0"/>
                    <a:pt x="341" y="306"/>
                    <a:pt x="47" y="600"/>
                  </a:cubicBezTo>
                  <a:cubicBezTo>
                    <a:pt x="0" y="653"/>
                    <a:pt x="50" y="722"/>
                    <a:pt x="107" y="722"/>
                  </a:cubicBezTo>
                  <a:cubicBezTo>
                    <a:pt x="126" y="722"/>
                    <a:pt x="146" y="715"/>
                    <a:pt x="163" y="698"/>
                  </a:cubicBezTo>
                  <a:cubicBezTo>
                    <a:pt x="429" y="432"/>
                    <a:pt x="743" y="149"/>
                    <a:pt x="1121" y="149"/>
                  </a:cubicBezTo>
                  <a:cubicBezTo>
                    <a:pt x="1200" y="149"/>
                    <a:pt x="1282" y="161"/>
                    <a:pt x="1368" y="189"/>
                  </a:cubicBezTo>
                  <a:cubicBezTo>
                    <a:pt x="1375" y="191"/>
                    <a:pt x="1382" y="192"/>
                    <a:pt x="1389" y="192"/>
                  </a:cubicBezTo>
                  <a:cubicBezTo>
                    <a:pt x="1461" y="192"/>
                    <a:pt x="1476" y="71"/>
                    <a:pt x="1395" y="46"/>
                  </a:cubicBezTo>
                  <a:cubicBezTo>
                    <a:pt x="1298" y="15"/>
                    <a:pt x="1204" y="0"/>
                    <a:pt x="1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0" name="Google Shape;1630;p42"/>
            <p:cNvSpPr/>
            <p:nvPr/>
          </p:nvSpPr>
          <p:spPr>
            <a:xfrm>
              <a:off x="6880500" y="1355525"/>
              <a:ext cx="5150" cy="3800"/>
            </a:xfrm>
            <a:custGeom>
              <a:avLst/>
              <a:gdLst/>
              <a:ahLst/>
              <a:cxnLst/>
              <a:rect l="l" t="t" r="r" b="b"/>
              <a:pathLst>
                <a:path w="206" h="152" extrusionOk="0">
                  <a:moveTo>
                    <a:pt x="99" y="0"/>
                  </a:moveTo>
                  <a:cubicBezTo>
                    <a:pt x="1" y="0"/>
                    <a:pt x="9" y="152"/>
                    <a:pt x="108" y="152"/>
                  </a:cubicBezTo>
                  <a:cubicBezTo>
                    <a:pt x="206" y="152"/>
                    <a:pt x="197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" name="Title 0"/>
          <p:cNvSpPr/>
          <p:nvPr>
            <p:ph type="title"/>
          </p:nvPr>
        </p:nvSpPr>
        <p:spPr>
          <a:xfrm>
            <a:off x="3553460" y="998855"/>
            <a:ext cx="4877435" cy="1696720"/>
          </a:xfrm>
        </p:spPr>
        <p:txBody>
          <a:bodyPr/>
          <a:p>
            <a:r>
              <a:rPr lang="en-US"/>
              <a:t>HOME PAGE OVERVIEW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43"/>
          <p:cNvSpPr txBox="1"/>
          <p:nvPr>
            <p:ph type="title"/>
          </p:nvPr>
        </p:nvSpPr>
        <p:spPr>
          <a:xfrm>
            <a:off x="4572000" y="539400"/>
            <a:ext cx="3858900" cy="928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HOME PAGE CONTENT</a:t>
            </a:r>
            <a:endParaRPr lang="en-US" altLang="en-GB"/>
          </a:p>
        </p:txBody>
      </p:sp>
      <p:sp>
        <p:nvSpPr>
          <p:cNvPr id="1636" name="Google Shape;1636;p43"/>
          <p:cNvSpPr txBox="1"/>
          <p:nvPr>
            <p:ph type="body" idx="1"/>
          </p:nvPr>
        </p:nvSpPr>
        <p:spPr>
          <a:xfrm>
            <a:off x="720000" y="1690850"/>
            <a:ext cx="3771900" cy="2616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 panose="020B0604020202020204"/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 panose="020B0604020202020204"/>
              <a:buNone/>
            </a:pPr>
            <a:endParaRPr>
              <a:solidFill>
                <a:schemeClr val="dk2"/>
              </a:solidFill>
            </a:endParaRPr>
          </a:p>
          <a:p>
            <a:pPr marL="241300" lvl="0" indent="-2222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2000">
                <a:solidFill>
                  <a:schemeClr val="dk2"/>
                </a:solidFill>
              </a:rPr>
              <a:t>Welcome message for users</a:t>
            </a:r>
            <a:endParaRPr sz="2000">
              <a:solidFill>
                <a:schemeClr val="dk2"/>
              </a:solidFill>
            </a:endParaRPr>
          </a:p>
          <a:p>
            <a:pPr marL="241300" lvl="0" indent="-2222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2000">
                <a:solidFill>
                  <a:schemeClr val="dk2"/>
                </a:solidFill>
              </a:rPr>
              <a:t>Adventure based description</a:t>
            </a:r>
            <a:endParaRPr sz="2000">
              <a:solidFill>
                <a:schemeClr val="dk2"/>
              </a:solidFill>
            </a:endParaRPr>
          </a:p>
          <a:p>
            <a:pPr marL="241300" lvl="0" indent="-2222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2000">
                <a:solidFill>
                  <a:schemeClr val="dk2"/>
                </a:solidFill>
              </a:rPr>
              <a:t>Attractive font and layouts</a:t>
            </a:r>
            <a:endParaRPr lang="en-US" sz="2000">
              <a:solidFill>
                <a:schemeClr val="dk2"/>
              </a:solidFill>
            </a:endParaRPr>
          </a:p>
          <a:p>
            <a:pPr marL="241300" lvl="0" indent="-2222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2000">
                <a:solidFill>
                  <a:schemeClr val="dk2"/>
                </a:solidFill>
              </a:rPr>
              <a:t>“Read more” button included</a:t>
            </a:r>
            <a:endParaRPr sz="2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 panose="020B0604020202020204"/>
              <a:buNone/>
            </a:pPr>
            <a:endParaRPr sz="2000">
              <a:solidFill>
                <a:schemeClr val="dk2"/>
              </a:solidFill>
            </a:endParaRPr>
          </a:p>
        </p:txBody>
      </p:sp>
      <p:grpSp>
        <p:nvGrpSpPr>
          <p:cNvPr id="1637" name="Google Shape;1637;p43"/>
          <p:cNvGrpSpPr/>
          <p:nvPr/>
        </p:nvGrpSpPr>
        <p:grpSpPr>
          <a:xfrm>
            <a:off x="5811323" y="1825010"/>
            <a:ext cx="2342685" cy="2778987"/>
            <a:chOff x="6090100" y="3099125"/>
            <a:chExt cx="510300" cy="605325"/>
          </a:xfrm>
        </p:grpSpPr>
        <p:sp>
          <p:nvSpPr>
            <p:cNvPr id="1638" name="Google Shape;1638;p43"/>
            <p:cNvSpPr/>
            <p:nvPr/>
          </p:nvSpPr>
          <p:spPr>
            <a:xfrm>
              <a:off x="6316700" y="3509700"/>
              <a:ext cx="30125" cy="5500"/>
            </a:xfrm>
            <a:custGeom>
              <a:avLst/>
              <a:gdLst/>
              <a:ahLst/>
              <a:cxnLst/>
              <a:rect l="l" t="t" r="r" b="b"/>
              <a:pathLst>
                <a:path w="1205" h="220" extrusionOk="0">
                  <a:moveTo>
                    <a:pt x="1204" y="1"/>
                  </a:moveTo>
                  <a:cubicBezTo>
                    <a:pt x="794" y="28"/>
                    <a:pt x="393" y="37"/>
                    <a:pt x="0" y="37"/>
                  </a:cubicBezTo>
                  <a:cubicBezTo>
                    <a:pt x="155" y="170"/>
                    <a:pt x="329" y="219"/>
                    <a:pt x="501" y="219"/>
                  </a:cubicBezTo>
                  <a:cubicBezTo>
                    <a:pt x="766" y="219"/>
                    <a:pt x="1026" y="104"/>
                    <a:pt x="1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9" name="Google Shape;1639;p43"/>
            <p:cNvSpPr/>
            <p:nvPr/>
          </p:nvSpPr>
          <p:spPr>
            <a:xfrm>
              <a:off x="6108375" y="3452400"/>
              <a:ext cx="492025" cy="252050"/>
            </a:xfrm>
            <a:custGeom>
              <a:avLst/>
              <a:gdLst/>
              <a:ahLst/>
              <a:cxnLst/>
              <a:rect l="l" t="t" r="r" b="b"/>
              <a:pathLst>
                <a:path w="19681" h="10082" extrusionOk="0">
                  <a:moveTo>
                    <a:pt x="18583" y="0"/>
                  </a:moveTo>
                  <a:cubicBezTo>
                    <a:pt x="18539" y="223"/>
                    <a:pt x="18467" y="393"/>
                    <a:pt x="18396" y="437"/>
                  </a:cubicBezTo>
                  <a:cubicBezTo>
                    <a:pt x="18242" y="556"/>
                    <a:pt x="18117" y="588"/>
                    <a:pt x="18015" y="588"/>
                  </a:cubicBezTo>
                  <a:cubicBezTo>
                    <a:pt x="17895" y="588"/>
                    <a:pt x="17808" y="544"/>
                    <a:pt x="17746" y="544"/>
                  </a:cubicBezTo>
                  <a:cubicBezTo>
                    <a:pt x="17700" y="544"/>
                    <a:pt x="17667" y="569"/>
                    <a:pt x="17647" y="660"/>
                  </a:cubicBezTo>
                  <a:cubicBezTo>
                    <a:pt x="17557" y="1053"/>
                    <a:pt x="18012" y="1954"/>
                    <a:pt x="17272" y="2293"/>
                  </a:cubicBezTo>
                  <a:cubicBezTo>
                    <a:pt x="17245" y="2302"/>
                    <a:pt x="17227" y="2311"/>
                    <a:pt x="17210" y="2320"/>
                  </a:cubicBezTo>
                  <a:lnTo>
                    <a:pt x="17236" y="2400"/>
                  </a:lnTo>
                  <a:cubicBezTo>
                    <a:pt x="15871" y="2864"/>
                    <a:pt x="13284" y="3533"/>
                    <a:pt x="9546" y="3631"/>
                  </a:cubicBezTo>
                  <a:cubicBezTo>
                    <a:pt x="9229" y="3639"/>
                    <a:pt x="8919" y="3643"/>
                    <a:pt x="8617" y="3643"/>
                  </a:cubicBezTo>
                  <a:cubicBezTo>
                    <a:pt x="7611" y="3643"/>
                    <a:pt x="6690" y="3600"/>
                    <a:pt x="5853" y="3524"/>
                  </a:cubicBezTo>
                  <a:cubicBezTo>
                    <a:pt x="5768" y="3819"/>
                    <a:pt x="5656" y="4039"/>
                    <a:pt x="5470" y="4039"/>
                  </a:cubicBezTo>
                  <a:cubicBezTo>
                    <a:pt x="5441" y="4039"/>
                    <a:pt x="5412" y="4034"/>
                    <a:pt x="5380" y="4024"/>
                  </a:cubicBezTo>
                  <a:cubicBezTo>
                    <a:pt x="5104" y="3934"/>
                    <a:pt x="4970" y="3694"/>
                    <a:pt x="4898" y="3426"/>
                  </a:cubicBezTo>
                  <a:cubicBezTo>
                    <a:pt x="1910" y="3069"/>
                    <a:pt x="233" y="2400"/>
                    <a:pt x="233" y="2400"/>
                  </a:cubicBezTo>
                  <a:lnTo>
                    <a:pt x="1" y="2409"/>
                  </a:lnTo>
                  <a:cubicBezTo>
                    <a:pt x="54" y="3248"/>
                    <a:pt x="822" y="10027"/>
                    <a:pt x="10358" y="10081"/>
                  </a:cubicBezTo>
                  <a:cubicBezTo>
                    <a:pt x="10378" y="10081"/>
                    <a:pt x="10397" y="10081"/>
                    <a:pt x="10417" y="10081"/>
                  </a:cubicBezTo>
                  <a:cubicBezTo>
                    <a:pt x="17502" y="10081"/>
                    <a:pt x="18682" y="2016"/>
                    <a:pt x="18682" y="2016"/>
                  </a:cubicBezTo>
                  <a:cubicBezTo>
                    <a:pt x="19681" y="1044"/>
                    <a:pt x="19235" y="197"/>
                    <a:pt x="18637" y="9"/>
                  </a:cubicBezTo>
                  <a:lnTo>
                    <a:pt x="185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0" name="Google Shape;1640;p43"/>
            <p:cNvSpPr/>
            <p:nvPr/>
          </p:nvSpPr>
          <p:spPr>
            <a:xfrm>
              <a:off x="6301750" y="3294275"/>
              <a:ext cx="272550" cy="216800"/>
            </a:xfrm>
            <a:custGeom>
              <a:avLst/>
              <a:gdLst/>
              <a:ahLst/>
              <a:cxnLst/>
              <a:rect l="l" t="t" r="r" b="b"/>
              <a:pathLst>
                <a:path w="10902" h="8672" extrusionOk="0">
                  <a:moveTo>
                    <a:pt x="6611" y="0"/>
                  </a:moveTo>
                  <a:cubicBezTo>
                    <a:pt x="6691" y="437"/>
                    <a:pt x="6406" y="1196"/>
                    <a:pt x="5719" y="1365"/>
                  </a:cubicBezTo>
                  <a:cubicBezTo>
                    <a:pt x="5643" y="1383"/>
                    <a:pt x="5564" y="1390"/>
                    <a:pt x="5482" y="1390"/>
                  </a:cubicBezTo>
                  <a:cubicBezTo>
                    <a:pt x="4966" y="1390"/>
                    <a:pt x="4352" y="1089"/>
                    <a:pt x="3985" y="1089"/>
                  </a:cubicBezTo>
                  <a:cubicBezTo>
                    <a:pt x="3880" y="1089"/>
                    <a:pt x="3795" y="1114"/>
                    <a:pt x="3738" y="1178"/>
                  </a:cubicBezTo>
                  <a:cubicBezTo>
                    <a:pt x="3453" y="1490"/>
                    <a:pt x="3435" y="2204"/>
                    <a:pt x="2802" y="2320"/>
                  </a:cubicBezTo>
                  <a:cubicBezTo>
                    <a:pt x="2773" y="2325"/>
                    <a:pt x="2745" y="2327"/>
                    <a:pt x="2716" y="2327"/>
                  </a:cubicBezTo>
                  <a:cubicBezTo>
                    <a:pt x="2243" y="2327"/>
                    <a:pt x="1763" y="1664"/>
                    <a:pt x="1165" y="1664"/>
                  </a:cubicBezTo>
                  <a:cubicBezTo>
                    <a:pt x="1044" y="1664"/>
                    <a:pt x="918" y="1692"/>
                    <a:pt x="785" y="1758"/>
                  </a:cubicBezTo>
                  <a:lnTo>
                    <a:pt x="830" y="1856"/>
                  </a:lnTo>
                  <a:cubicBezTo>
                    <a:pt x="759" y="1963"/>
                    <a:pt x="562" y="2275"/>
                    <a:pt x="393" y="2730"/>
                  </a:cubicBezTo>
                  <a:cubicBezTo>
                    <a:pt x="179" y="3265"/>
                    <a:pt x="0" y="4006"/>
                    <a:pt x="72" y="4862"/>
                  </a:cubicBezTo>
                  <a:cubicBezTo>
                    <a:pt x="206" y="6646"/>
                    <a:pt x="643" y="7289"/>
                    <a:pt x="643" y="7289"/>
                  </a:cubicBezTo>
                  <a:cubicBezTo>
                    <a:pt x="643" y="7289"/>
                    <a:pt x="54" y="8020"/>
                    <a:pt x="500" y="8556"/>
                  </a:cubicBezTo>
                  <a:cubicBezTo>
                    <a:pt x="536" y="8591"/>
                    <a:pt x="562" y="8627"/>
                    <a:pt x="598" y="8654"/>
                  </a:cubicBezTo>
                  <a:cubicBezTo>
                    <a:pt x="991" y="8654"/>
                    <a:pt x="1392" y="8645"/>
                    <a:pt x="1802" y="8618"/>
                  </a:cubicBezTo>
                  <a:lnTo>
                    <a:pt x="1829" y="8618"/>
                  </a:lnTo>
                  <a:cubicBezTo>
                    <a:pt x="3578" y="8538"/>
                    <a:pt x="5050" y="8297"/>
                    <a:pt x="6272" y="8011"/>
                  </a:cubicBezTo>
                  <a:lnTo>
                    <a:pt x="6281" y="7931"/>
                  </a:lnTo>
                  <a:cubicBezTo>
                    <a:pt x="6603" y="7974"/>
                    <a:pt x="6627" y="8614"/>
                    <a:pt x="7252" y="8614"/>
                  </a:cubicBezTo>
                  <a:cubicBezTo>
                    <a:pt x="7283" y="8614"/>
                    <a:pt x="7317" y="8612"/>
                    <a:pt x="7351" y="8609"/>
                  </a:cubicBezTo>
                  <a:cubicBezTo>
                    <a:pt x="7985" y="8556"/>
                    <a:pt x="7824" y="7565"/>
                    <a:pt x="8252" y="7485"/>
                  </a:cubicBezTo>
                  <a:cubicBezTo>
                    <a:pt x="8262" y="7483"/>
                    <a:pt x="8272" y="7482"/>
                    <a:pt x="8282" y="7482"/>
                  </a:cubicBezTo>
                  <a:cubicBezTo>
                    <a:pt x="8646" y="7482"/>
                    <a:pt x="8775" y="8671"/>
                    <a:pt x="9326" y="8671"/>
                  </a:cubicBezTo>
                  <a:cubicBezTo>
                    <a:pt x="9372" y="8671"/>
                    <a:pt x="9422" y="8663"/>
                    <a:pt x="9475" y="8645"/>
                  </a:cubicBezTo>
                  <a:cubicBezTo>
                    <a:pt x="9492" y="8636"/>
                    <a:pt x="9510" y="8627"/>
                    <a:pt x="9537" y="8618"/>
                  </a:cubicBezTo>
                  <a:cubicBezTo>
                    <a:pt x="10277" y="8279"/>
                    <a:pt x="9822" y="7378"/>
                    <a:pt x="9912" y="6985"/>
                  </a:cubicBezTo>
                  <a:cubicBezTo>
                    <a:pt x="9932" y="6894"/>
                    <a:pt x="9965" y="6869"/>
                    <a:pt x="10011" y="6869"/>
                  </a:cubicBezTo>
                  <a:cubicBezTo>
                    <a:pt x="10073" y="6869"/>
                    <a:pt x="10160" y="6913"/>
                    <a:pt x="10280" y="6913"/>
                  </a:cubicBezTo>
                  <a:cubicBezTo>
                    <a:pt x="10382" y="6913"/>
                    <a:pt x="10507" y="6881"/>
                    <a:pt x="10661" y="6762"/>
                  </a:cubicBezTo>
                  <a:cubicBezTo>
                    <a:pt x="10732" y="6718"/>
                    <a:pt x="10804" y="6548"/>
                    <a:pt x="10848" y="6325"/>
                  </a:cubicBezTo>
                  <a:cubicBezTo>
                    <a:pt x="10893" y="6067"/>
                    <a:pt x="10902" y="5719"/>
                    <a:pt x="10777" y="5380"/>
                  </a:cubicBezTo>
                  <a:cubicBezTo>
                    <a:pt x="10474" y="4514"/>
                    <a:pt x="9635" y="4488"/>
                    <a:pt x="9635" y="4488"/>
                  </a:cubicBezTo>
                  <a:cubicBezTo>
                    <a:pt x="8823" y="705"/>
                    <a:pt x="6682" y="27"/>
                    <a:pt x="66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1" name="Google Shape;1641;p43"/>
            <p:cNvSpPr/>
            <p:nvPr/>
          </p:nvSpPr>
          <p:spPr>
            <a:xfrm>
              <a:off x="6254700" y="3481325"/>
              <a:ext cx="284600" cy="62175"/>
            </a:xfrm>
            <a:custGeom>
              <a:avLst/>
              <a:gdLst/>
              <a:ahLst/>
              <a:cxnLst/>
              <a:rect l="l" t="t" r="r" b="b"/>
              <a:pathLst>
                <a:path w="11384" h="2487" extrusionOk="0">
                  <a:moveTo>
                    <a:pt x="10164" y="0"/>
                  </a:moveTo>
                  <a:cubicBezTo>
                    <a:pt x="10154" y="0"/>
                    <a:pt x="10144" y="1"/>
                    <a:pt x="10134" y="3"/>
                  </a:cubicBezTo>
                  <a:cubicBezTo>
                    <a:pt x="9706" y="83"/>
                    <a:pt x="9867" y="1074"/>
                    <a:pt x="9233" y="1127"/>
                  </a:cubicBezTo>
                  <a:cubicBezTo>
                    <a:pt x="9199" y="1130"/>
                    <a:pt x="9165" y="1132"/>
                    <a:pt x="9134" y="1132"/>
                  </a:cubicBezTo>
                  <a:cubicBezTo>
                    <a:pt x="8509" y="1132"/>
                    <a:pt x="8485" y="492"/>
                    <a:pt x="8163" y="449"/>
                  </a:cubicBezTo>
                  <a:lnTo>
                    <a:pt x="8154" y="529"/>
                  </a:lnTo>
                  <a:cubicBezTo>
                    <a:pt x="6932" y="815"/>
                    <a:pt x="5460" y="1056"/>
                    <a:pt x="3711" y="1136"/>
                  </a:cubicBezTo>
                  <a:lnTo>
                    <a:pt x="3684" y="1136"/>
                  </a:lnTo>
                  <a:cubicBezTo>
                    <a:pt x="3506" y="1239"/>
                    <a:pt x="3246" y="1354"/>
                    <a:pt x="2981" y="1354"/>
                  </a:cubicBezTo>
                  <a:cubicBezTo>
                    <a:pt x="2809" y="1354"/>
                    <a:pt x="2635" y="1305"/>
                    <a:pt x="2480" y="1172"/>
                  </a:cubicBezTo>
                  <a:cubicBezTo>
                    <a:pt x="1713" y="1172"/>
                    <a:pt x="981" y="1145"/>
                    <a:pt x="294" y="1100"/>
                  </a:cubicBezTo>
                  <a:cubicBezTo>
                    <a:pt x="178" y="1395"/>
                    <a:pt x="116" y="1948"/>
                    <a:pt x="0" y="2367"/>
                  </a:cubicBezTo>
                  <a:cubicBezTo>
                    <a:pt x="837" y="2443"/>
                    <a:pt x="1758" y="2486"/>
                    <a:pt x="2764" y="2486"/>
                  </a:cubicBezTo>
                  <a:cubicBezTo>
                    <a:pt x="3066" y="2486"/>
                    <a:pt x="3376" y="2482"/>
                    <a:pt x="3693" y="2474"/>
                  </a:cubicBezTo>
                  <a:cubicBezTo>
                    <a:pt x="7431" y="2376"/>
                    <a:pt x="10018" y="1707"/>
                    <a:pt x="11383" y="1243"/>
                  </a:cubicBezTo>
                  <a:lnTo>
                    <a:pt x="11357" y="1163"/>
                  </a:lnTo>
                  <a:cubicBezTo>
                    <a:pt x="11304" y="1181"/>
                    <a:pt x="11254" y="1189"/>
                    <a:pt x="11208" y="1189"/>
                  </a:cubicBezTo>
                  <a:cubicBezTo>
                    <a:pt x="10657" y="1189"/>
                    <a:pt x="10528" y="0"/>
                    <a:pt x="101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2" name="Google Shape;1642;p43"/>
            <p:cNvSpPr/>
            <p:nvPr/>
          </p:nvSpPr>
          <p:spPr>
            <a:xfrm>
              <a:off x="6205175" y="3141675"/>
              <a:ext cx="263875" cy="224900"/>
            </a:xfrm>
            <a:custGeom>
              <a:avLst/>
              <a:gdLst/>
              <a:ahLst/>
              <a:cxnLst/>
              <a:rect l="l" t="t" r="r" b="b"/>
              <a:pathLst>
                <a:path w="10555" h="8996" extrusionOk="0">
                  <a:moveTo>
                    <a:pt x="5015" y="1"/>
                  </a:moveTo>
                  <a:cubicBezTo>
                    <a:pt x="3573" y="1"/>
                    <a:pt x="2083" y="704"/>
                    <a:pt x="1134" y="2268"/>
                  </a:cubicBezTo>
                  <a:cubicBezTo>
                    <a:pt x="411" y="3455"/>
                    <a:pt x="696" y="5292"/>
                    <a:pt x="705" y="5765"/>
                  </a:cubicBezTo>
                  <a:cubicBezTo>
                    <a:pt x="714" y="6113"/>
                    <a:pt x="322" y="6309"/>
                    <a:pt x="125" y="6640"/>
                  </a:cubicBezTo>
                  <a:cubicBezTo>
                    <a:pt x="54" y="6764"/>
                    <a:pt x="1" y="6898"/>
                    <a:pt x="1" y="7068"/>
                  </a:cubicBezTo>
                  <a:cubicBezTo>
                    <a:pt x="9" y="7637"/>
                    <a:pt x="413" y="7871"/>
                    <a:pt x="833" y="7871"/>
                  </a:cubicBezTo>
                  <a:cubicBezTo>
                    <a:pt x="841" y="7871"/>
                    <a:pt x="849" y="7871"/>
                    <a:pt x="857" y="7871"/>
                  </a:cubicBezTo>
                  <a:cubicBezTo>
                    <a:pt x="1147" y="7863"/>
                    <a:pt x="1431" y="7709"/>
                    <a:pt x="1628" y="7709"/>
                  </a:cubicBezTo>
                  <a:cubicBezTo>
                    <a:pt x="1673" y="7709"/>
                    <a:pt x="1714" y="7717"/>
                    <a:pt x="1749" y="7737"/>
                  </a:cubicBezTo>
                  <a:cubicBezTo>
                    <a:pt x="2008" y="7862"/>
                    <a:pt x="1526" y="8736"/>
                    <a:pt x="2240" y="8968"/>
                  </a:cubicBezTo>
                  <a:cubicBezTo>
                    <a:pt x="2297" y="8987"/>
                    <a:pt x="2351" y="8996"/>
                    <a:pt x="2403" y="8996"/>
                  </a:cubicBezTo>
                  <a:cubicBezTo>
                    <a:pt x="2890" y="8996"/>
                    <a:pt x="3108" y="8209"/>
                    <a:pt x="3299" y="8209"/>
                  </a:cubicBezTo>
                  <a:cubicBezTo>
                    <a:pt x="3303" y="8209"/>
                    <a:pt x="3307" y="8209"/>
                    <a:pt x="3310" y="8210"/>
                  </a:cubicBezTo>
                  <a:cubicBezTo>
                    <a:pt x="3494" y="8250"/>
                    <a:pt x="3821" y="8861"/>
                    <a:pt x="4143" y="8861"/>
                  </a:cubicBezTo>
                  <a:cubicBezTo>
                    <a:pt x="4181" y="8861"/>
                    <a:pt x="4218" y="8853"/>
                    <a:pt x="4256" y="8834"/>
                  </a:cubicBezTo>
                  <a:cubicBezTo>
                    <a:pt x="4425" y="8379"/>
                    <a:pt x="4622" y="8067"/>
                    <a:pt x="4693" y="7960"/>
                  </a:cubicBezTo>
                  <a:lnTo>
                    <a:pt x="4648" y="7862"/>
                  </a:lnTo>
                  <a:cubicBezTo>
                    <a:pt x="4781" y="7796"/>
                    <a:pt x="4907" y="7768"/>
                    <a:pt x="5028" y="7768"/>
                  </a:cubicBezTo>
                  <a:cubicBezTo>
                    <a:pt x="5626" y="7768"/>
                    <a:pt x="6106" y="8431"/>
                    <a:pt x="6579" y="8431"/>
                  </a:cubicBezTo>
                  <a:cubicBezTo>
                    <a:pt x="6608" y="8431"/>
                    <a:pt x="6636" y="8429"/>
                    <a:pt x="6665" y="8424"/>
                  </a:cubicBezTo>
                  <a:cubicBezTo>
                    <a:pt x="7298" y="8308"/>
                    <a:pt x="7316" y="7594"/>
                    <a:pt x="7601" y="7282"/>
                  </a:cubicBezTo>
                  <a:cubicBezTo>
                    <a:pt x="7658" y="7218"/>
                    <a:pt x="7743" y="7193"/>
                    <a:pt x="7848" y="7193"/>
                  </a:cubicBezTo>
                  <a:cubicBezTo>
                    <a:pt x="8215" y="7193"/>
                    <a:pt x="8829" y="7494"/>
                    <a:pt x="9345" y="7494"/>
                  </a:cubicBezTo>
                  <a:cubicBezTo>
                    <a:pt x="9427" y="7494"/>
                    <a:pt x="9506" y="7487"/>
                    <a:pt x="9582" y="7469"/>
                  </a:cubicBezTo>
                  <a:cubicBezTo>
                    <a:pt x="10269" y="7300"/>
                    <a:pt x="10554" y="6541"/>
                    <a:pt x="10474" y="6104"/>
                  </a:cubicBezTo>
                  <a:cubicBezTo>
                    <a:pt x="10465" y="6060"/>
                    <a:pt x="10447" y="6024"/>
                    <a:pt x="10438" y="5988"/>
                  </a:cubicBezTo>
                  <a:cubicBezTo>
                    <a:pt x="10242" y="5551"/>
                    <a:pt x="9582" y="5569"/>
                    <a:pt x="9510" y="5391"/>
                  </a:cubicBezTo>
                  <a:cubicBezTo>
                    <a:pt x="9510" y="5391"/>
                    <a:pt x="9403" y="2117"/>
                    <a:pt x="7521" y="787"/>
                  </a:cubicBezTo>
                  <a:cubicBezTo>
                    <a:pt x="6800" y="276"/>
                    <a:pt x="5917" y="1"/>
                    <a:pt x="50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3" name="Google Shape;1643;p43"/>
            <p:cNvSpPr/>
            <p:nvPr/>
          </p:nvSpPr>
          <p:spPr>
            <a:xfrm>
              <a:off x="6090100" y="3306950"/>
              <a:ext cx="227725" cy="246450"/>
            </a:xfrm>
            <a:custGeom>
              <a:avLst/>
              <a:gdLst/>
              <a:ahLst/>
              <a:cxnLst/>
              <a:rect l="l" t="t" r="r" b="b"/>
              <a:pathLst>
                <a:path w="9109" h="9858" extrusionOk="0">
                  <a:moveTo>
                    <a:pt x="4627" y="1"/>
                  </a:moveTo>
                  <a:cubicBezTo>
                    <a:pt x="4340" y="1"/>
                    <a:pt x="3015" y="78"/>
                    <a:pt x="1963" y="1438"/>
                  </a:cubicBezTo>
                  <a:cubicBezTo>
                    <a:pt x="580" y="3249"/>
                    <a:pt x="892" y="5720"/>
                    <a:pt x="892" y="5720"/>
                  </a:cubicBezTo>
                  <a:cubicBezTo>
                    <a:pt x="892" y="5720"/>
                    <a:pt x="0" y="5774"/>
                    <a:pt x="54" y="6639"/>
                  </a:cubicBezTo>
                  <a:cubicBezTo>
                    <a:pt x="72" y="6933"/>
                    <a:pt x="205" y="7076"/>
                    <a:pt x="366" y="7147"/>
                  </a:cubicBezTo>
                  <a:cubicBezTo>
                    <a:pt x="450" y="7180"/>
                    <a:pt x="542" y="7192"/>
                    <a:pt x="633" y="7192"/>
                  </a:cubicBezTo>
                  <a:cubicBezTo>
                    <a:pt x="845" y="7192"/>
                    <a:pt x="1050" y="7128"/>
                    <a:pt x="1124" y="7103"/>
                  </a:cubicBezTo>
                  <a:cubicBezTo>
                    <a:pt x="1285" y="7147"/>
                    <a:pt x="1508" y="7201"/>
                    <a:pt x="1793" y="7272"/>
                  </a:cubicBezTo>
                  <a:lnTo>
                    <a:pt x="1874" y="7272"/>
                  </a:lnTo>
                  <a:cubicBezTo>
                    <a:pt x="1874" y="7621"/>
                    <a:pt x="2235" y="7933"/>
                    <a:pt x="2583" y="7933"/>
                  </a:cubicBezTo>
                  <a:cubicBezTo>
                    <a:pt x="2617" y="7933"/>
                    <a:pt x="2652" y="7930"/>
                    <a:pt x="2686" y="7924"/>
                  </a:cubicBezTo>
                  <a:cubicBezTo>
                    <a:pt x="3132" y="7834"/>
                    <a:pt x="3408" y="7585"/>
                    <a:pt x="3408" y="7585"/>
                  </a:cubicBezTo>
                  <a:cubicBezTo>
                    <a:pt x="3408" y="7585"/>
                    <a:pt x="3756" y="8120"/>
                    <a:pt x="4273" y="8254"/>
                  </a:cubicBezTo>
                  <a:cubicBezTo>
                    <a:pt x="4364" y="8277"/>
                    <a:pt x="4444" y="8286"/>
                    <a:pt x="4515" y="8286"/>
                  </a:cubicBezTo>
                  <a:cubicBezTo>
                    <a:pt x="4862" y="8286"/>
                    <a:pt x="5014" y="8065"/>
                    <a:pt x="5204" y="8065"/>
                  </a:cubicBezTo>
                  <a:cubicBezTo>
                    <a:pt x="5250" y="8065"/>
                    <a:pt x="5299" y="8078"/>
                    <a:pt x="5353" y="8111"/>
                  </a:cubicBezTo>
                  <a:cubicBezTo>
                    <a:pt x="5558" y="8227"/>
                    <a:pt x="5505" y="8789"/>
                    <a:pt x="5629" y="9244"/>
                  </a:cubicBezTo>
                  <a:cubicBezTo>
                    <a:pt x="5701" y="9512"/>
                    <a:pt x="5835" y="9744"/>
                    <a:pt x="6111" y="9842"/>
                  </a:cubicBezTo>
                  <a:cubicBezTo>
                    <a:pt x="6143" y="9852"/>
                    <a:pt x="6172" y="9857"/>
                    <a:pt x="6201" y="9857"/>
                  </a:cubicBezTo>
                  <a:cubicBezTo>
                    <a:pt x="6387" y="9857"/>
                    <a:pt x="6499" y="9637"/>
                    <a:pt x="6584" y="9342"/>
                  </a:cubicBezTo>
                  <a:cubicBezTo>
                    <a:pt x="6700" y="8923"/>
                    <a:pt x="6762" y="8370"/>
                    <a:pt x="6878" y="8075"/>
                  </a:cubicBezTo>
                  <a:cubicBezTo>
                    <a:pt x="7565" y="8120"/>
                    <a:pt x="8297" y="8147"/>
                    <a:pt x="9064" y="8147"/>
                  </a:cubicBezTo>
                  <a:cubicBezTo>
                    <a:pt x="9037" y="8120"/>
                    <a:pt x="9002" y="8084"/>
                    <a:pt x="8966" y="8049"/>
                  </a:cubicBezTo>
                  <a:cubicBezTo>
                    <a:pt x="8520" y="7513"/>
                    <a:pt x="9109" y="6782"/>
                    <a:pt x="9109" y="6782"/>
                  </a:cubicBezTo>
                  <a:cubicBezTo>
                    <a:pt x="9109" y="6782"/>
                    <a:pt x="8672" y="6139"/>
                    <a:pt x="8538" y="4355"/>
                  </a:cubicBezTo>
                  <a:cubicBezTo>
                    <a:pt x="8466" y="3499"/>
                    <a:pt x="8645" y="2758"/>
                    <a:pt x="8859" y="2223"/>
                  </a:cubicBezTo>
                  <a:lnTo>
                    <a:pt x="8859" y="2223"/>
                  </a:lnTo>
                  <a:cubicBezTo>
                    <a:pt x="8821" y="2242"/>
                    <a:pt x="8784" y="2250"/>
                    <a:pt x="8746" y="2250"/>
                  </a:cubicBezTo>
                  <a:cubicBezTo>
                    <a:pt x="8424" y="2250"/>
                    <a:pt x="8097" y="1639"/>
                    <a:pt x="7913" y="1599"/>
                  </a:cubicBezTo>
                  <a:cubicBezTo>
                    <a:pt x="7910" y="1598"/>
                    <a:pt x="7906" y="1598"/>
                    <a:pt x="7902" y="1598"/>
                  </a:cubicBezTo>
                  <a:cubicBezTo>
                    <a:pt x="7711" y="1598"/>
                    <a:pt x="7493" y="2385"/>
                    <a:pt x="7006" y="2385"/>
                  </a:cubicBezTo>
                  <a:cubicBezTo>
                    <a:pt x="6954" y="2385"/>
                    <a:pt x="6900" y="2376"/>
                    <a:pt x="6843" y="2357"/>
                  </a:cubicBezTo>
                  <a:cubicBezTo>
                    <a:pt x="6129" y="2125"/>
                    <a:pt x="6611" y="1251"/>
                    <a:pt x="6352" y="1126"/>
                  </a:cubicBezTo>
                  <a:cubicBezTo>
                    <a:pt x="6317" y="1106"/>
                    <a:pt x="6276" y="1098"/>
                    <a:pt x="6231" y="1098"/>
                  </a:cubicBezTo>
                  <a:cubicBezTo>
                    <a:pt x="6034" y="1098"/>
                    <a:pt x="5750" y="1252"/>
                    <a:pt x="5460" y="1260"/>
                  </a:cubicBezTo>
                  <a:cubicBezTo>
                    <a:pt x="5452" y="1260"/>
                    <a:pt x="5444" y="1260"/>
                    <a:pt x="5436" y="1260"/>
                  </a:cubicBezTo>
                  <a:cubicBezTo>
                    <a:pt x="5016" y="1260"/>
                    <a:pt x="4612" y="1026"/>
                    <a:pt x="4604" y="457"/>
                  </a:cubicBezTo>
                  <a:cubicBezTo>
                    <a:pt x="4604" y="287"/>
                    <a:pt x="4657" y="153"/>
                    <a:pt x="4728" y="29"/>
                  </a:cubicBezTo>
                  <a:lnTo>
                    <a:pt x="4684" y="2"/>
                  </a:lnTo>
                  <a:cubicBezTo>
                    <a:pt x="4684" y="2"/>
                    <a:pt x="4664" y="1"/>
                    <a:pt x="46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4" name="Google Shape;1644;p43"/>
            <p:cNvSpPr/>
            <p:nvPr/>
          </p:nvSpPr>
          <p:spPr>
            <a:xfrm>
              <a:off x="6092325" y="3484500"/>
              <a:ext cx="138525" cy="53550"/>
            </a:xfrm>
            <a:custGeom>
              <a:avLst/>
              <a:gdLst/>
              <a:ahLst/>
              <a:cxnLst/>
              <a:rect l="l" t="t" r="r" b="b"/>
              <a:pathLst>
                <a:path w="5541" h="2142" extrusionOk="0">
                  <a:moveTo>
                    <a:pt x="1035" y="1"/>
                  </a:moveTo>
                  <a:cubicBezTo>
                    <a:pt x="961" y="26"/>
                    <a:pt x="756" y="90"/>
                    <a:pt x="544" y="90"/>
                  </a:cubicBezTo>
                  <a:cubicBezTo>
                    <a:pt x="453" y="90"/>
                    <a:pt x="361" y="78"/>
                    <a:pt x="277" y="45"/>
                  </a:cubicBezTo>
                  <a:cubicBezTo>
                    <a:pt x="206" y="117"/>
                    <a:pt x="188" y="188"/>
                    <a:pt x="188" y="188"/>
                  </a:cubicBezTo>
                  <a:cubicBezTo>
                    <a:pt x="1" y="822"/>
                    <a:pt x="634" y="1036"/>
                    <a:pt x="634" y="1036"/>
                  </a:cubicBezTo>
                  <a:cubicBezTo>
                    <a:pt x="634" y="1036"/>
                    <a:pt x="634" y="1071"/>
                    <a:pt x="643" y="1125"/>
                  </a:cubicBezTo>
                  <a:lnTo>
                    <a:pt x="875" y="1116"/>
                  </a:lnTo>
                  <a:cubicBezTo>
                    <a:pt x="875" y="1116"/>
                    <a:pt x="2552" y="1785"/>
                    <a:pt x="5540" y="2142"/>
                  </a:cubicBezTo>
                  <a:cubicBezTo>
                    <a:pt x="5416" y="1687"/>
                    <a:pt x="5469" y="1125"/>
                    <a:pt x="5264" y="1009"/>
                  </a:cubicBezTo>
                  <a:cubicBezTo>
                    <a:pt x="5210" y="976"/>
                    <a:pt x="5161" y="963"/>
                    <a:pt x="5115" y="963"/>
                  </a:cubicBezTo>
                  <a:cubicBezTo>
                    <a:pt x="4925" y="963"/>
                    <a:pt x="4773" y="1184"/>
                    <a:pt x="4426" y="1184"/>
                  </a:cubicBezTo>
                  <a:cubicBezTo>
                    <a:pt x="4355" y="1184"/>
                    <a:pt x="4275" y="1175"/>
                    <a:pt x="4184" y="1152"/>
                  </a:cubicBezTo>
                  <a:cubicBezTo>
                    <a:pt x="3667" y="1018"/>
                    <a:pt x="3319" y="483"/>
                    <a:pt x="3319" y="483"/>
                  </a:cubicBezTo>
                  <a:cubicBezTo>
                    <a:pt x="3319" y="483"/>
                    <a:pt x="3043" y="732"/>
                    <a:pt x="2597" y="822"/>
                  </a:cubicBezTo>
                  <a:cubicBezTo>
                    <a:pt x="2563" y="828"/>
                    <a:pt x="2528" y="831"/>
                    <a:pt x="2494" y="831"/>
                  </a:cubicBezTo>
                  <a:cubicBezTo>
                    <a:pt x="2146" y="831"/>
                    <a:pt x="1785" y="519"/>
                    <a:pt x="1785" y="170"/>
                  </a:cubicBezTo>
                  <a:lnTo>
                    <a:pt x="1704" y="170"/>
                  </a:lnTo>
                  <a:cubicBezTo>
                    <a:pt x="1419" y="99"/>
                    <a:pt x="1196" y="45"/>
                    <a:pt x="10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5" name="Google Shape;1645;p43"/>
            <p:cNvSpPr/>
            <p:nvPr/>
          </p:nvSpPr>
          <p:spPr>
            <a:xfrm>
              <a:off x="6326425" y="3139050"/>
              <a:ext cx="60325" cy="50100"/>
            </a:xfrm>
            <a:custGeom>
              <a:avLst/>
              <a:gdLst/>
              <a:ahLst/>
              <a:cxnLst/>
              <a:rect l="l" t="t" r="r" b="b"/>
              <a:pathLst>
                <a:path w="2413" h="2004" extrusionOk="0">
                  <a:moveTo>
                    <a:pt x="983" y="0"/>
                  </a:moveTo>
                  <a:cubicBezTo>
                    <a:pt x="561" y="0"/>
                    <a:pt x="136" y="286"/>
                    <a:pt x="66" y="910"/>
                  </a:cubicBezTo>
                  <a:cubicBezTo>
                    <a:pt x="1" y="1565"/>
                    <a:pt x="579" y="2004"/>
                    <a:pt x="1139" y="2004"/>
                  </a:cubicBezTo>
                  <a:cubicBezTo>
                    <a:pt x="1341" y="2004"/>
                    <a:pt x="1541" y="1946"/>
                    <a:pt x="1708" y="1820"/>
                  </a:cubicBezTo>
                  <a:cubicBezTo>
                    <a:pt x="2412" y="1285"/>
                    <a:pt x="2091" y="9"/>
                    <a:pt x="1003" y="0"/>
                  </a:cubicBezTo>
                  <a:cubicBezTo>
                    <a:pt x="996" y="0"/>
                    <a:pt x="990" y="0"/>
                    <a:pt x="9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6" name="Google Shape;1646;p43"/>
            <p:cNvSpPr/>
            <p:nvPr/>
          </p:nvSpPr>
          <p:spPr>
            <a:xfrm>
              <a:off x="6357725" y="3099125"/>
              <a:ext cx="50425" cy="49850"/>
            </a:xfrm>
            <a:custGeom>
              <a:avLst/>
              <a:gdLst/>
              <a:ahLst/>
              <a:cxnLst/>
              <a:rect l="l" t="t" r="r" b="b"/>
              <a:pathLst>
                <a:path w="2017" h="1994" extrusionOk="0">
                  <a:moveTo>
                    <a:pt x="1963" y="0"/>
                  </a:moveTo>
                  <a:cubicBezTo>
                    <a:pt x="1963" y="0"/>
                    <a:pt x="1919" y="18"/>
                    <a:pt x="1847" y="36"/>
                  </a:cubicBezTo>
                  <a:cubicBezTo>
                    <a:pt x="1803" y="45"/>
                    <a:pt x="1758" y="54"/>
                    <a:pt x="1704" y="63"/>
                  </a:cubicBezTo>
                  <a:cubicBezTo>
                    <a:pt x="1651" y="90"/>
                    <a:pt x="1597" y="107"/>
                    <a:pt x="1535" y="134"/>
                  </a:cubicBezTo>
                  <a:cubicBezTo>
                    <a:pt x="1464" y="152"/>
                    <a:pt x="1401" y="197"/>
                    <a:pt x="1339" y="232"/>
                  </a:cubicBezTo>
                  <a:cubicBezTo>
                    <a:pt x="1267" y="268"/>
                    <a:pt x="1196" y="313"/>
                    <a:pt x="1125" y="357"/>
                  </a:cubicBezTo>
                  <a:cubicBezTo>
                    <a:pt x="1053" y="411"/>
                    <a:pt x="991" y="464"/>
                    <a:pt x="919" y="527"/>
                  </a:cubicBezTo>
                  <a:cubicBezTo>
                    <a:pt x="857" y="580"/>
                    <a:pt x="795" y="652"/>
                    <a:pt x="732" y="714"/>
                  </a:cubicBezTo>
                  <a:cubicBezTo>
                    <a:pt x="607" y="848"/>
                    <a:pt x="500" y="991"/>
                    <a:pt x="402" y="1124"/>
                  </a:cubicBezTo>
                  <a:cubicBezTo>
                    <a:pt x="304" y="1267"/>
                    <a:pt x="233" y="1410"/>
                    <a:pt x="179" y="1526"/>
                  </a:cubicBezTo>
                  <a:cubicBezTo>
                    <a:pt x="54" y="1767"/>
                    <a:pt x="9" y="1945"/>
                    <a:pt x="9" y="1945"/>
                  </a:cubicBezTo>
                  <a:cubicBezTo>
                    <a:pt x="1" y="1963"/>
                    <a:pt x="9" y="1981"/>
                    <a:pt x="27" y="1990"/>
                  </a:cubicBezTo>
                  <a:cubicBezTo>
                    <a:pt x="32" y="1992"/>
                    <a:pt x="38" y="1993"/>
                    <a:pt x="43" y="1993"/>
                  </a:cubicBezTo>
                  <a:cubicBezTo>
                    <a:pt x="58" y="1993"/>
                    <a:pt x="74" y="1985"/>
                    <a:pt x="81" y="1972"/>
                  </a:cubicBezTo>
                  <a:cubicBezTo>
                    <a:pt x="81" y="1972"/>
                    <a:pt x="152" y="1811"/>
                    <a:pt x="277" y="1579"/>
                  </a:cubicBezTo>
                  <a:cubicBezTo>
                    <a:pt x="348" y="1472"/>
                    <a:pt x="429" y="1339"/>
                    <a:pt x="518" y="1205"/>
                  </a:cubicBezTo>
                  <a:cubicBezTo>
                    <a:pt x="616" y="1071"/>
                    <a:pt x="723" y="937"/>
                    <a:pt x="839" y="812"/>
                  </a:cubicBezTo>
                  <a:cubicBezTo>
                    <a:pt x="902" y="750"/>
                    <a:pt x="955" y="687"/>
                    <a:pt x="1018" y="634"/>
                  </a:cubicBezTo>
                  <a:cubicBezTo>
                    <a:pt x="1080" y="580"/>
                    <a:pt x="1142" y="518"/>
                    <a:pt x="1214" y="473"/>
                  </a:cubicBezTo>
                  <a:cubicBezTo>
                    <a:pt x="1276" y="429"/>
                    <a:pt x="1339" y="375"/>
                    <a:pt x="1401" y="339"/>
                  </a:cubicBezTo>
                  <a:cubicBezTo>
                    <a:pt x="1464" y="304"/>
                    <a:pt x="1526" y="268"/>
                    <a:pt x="1580" y="241"/>
                  </a:cubicBezTo>
                  <a:cubicBezTo>
                    <a:pt x="1642" y="215"/>
                    <a:pt x="1696" y="188"/>
                    <a:pt x="1740" y="161"/>
                  </a:cubicBezTo>
                  <a:cubicBezTo>
                    <a:pt x="1794" y="152"/>
                    <a:pt x="1838" y="134"/>
                    <a:pt x="1874" y="125"/>
                  </a:cubicBezTo>
                  <a:cubicBezTo>
                    <a:pt x="1945" y="99"/>
                    <a:pt x="1981" y="81"/>
                    <a:pt x="1981" y="81"/>
                  </a:cubicBezTo>
                  <a:lnTo>
                    <a:pt x="1990" y="81"/>
                  </a:lnTo>
                  <a:cubicBezTo>
                    <a:pt x="2008" y="72"/>
                    <a:pt x="2017" y="54"/>
                    <a:pt x="2017" y="36"/>
                  </a:cubicBezTo>
                  <a:cubicBezTo>
                    <a:pt x="2008" y="9"/>
                    <a:pt x="1990" y="0"/>
                    <a:pt x="19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7" name="Google Shape;1647;p43"/>
            <p:cNvSpPr/>
            <p:nvPr/>
          </p:nvSpPr>
          <p:spPr>
            <a:xfrm>
              <a:off x="6315125" y="3174700"/>
              <a:ext cx="66500" cy="29425"/>
            </a:xfrm>
            <a:custGeom>
              <a:avLst/>
              <a:gdLst/>
              <a:ahLst/>
              <a:cxnLst/>
              <a:rect l="l" t="t" r="r" b="b"/>
              <a:pathLst>
                <a:path w="2660" h="1177" extrusionOk="0">
                  <a:moveTo>
                    <a:pt x="47" y="0"/>
                  </a:moveTo>
                  <a:cubicBezTo>
                    <a:pt x="17" y="0"/>
                    <a:pt x="1" y="2"/>
                    <a:pt x="1" y="2"/>
                  </a:cubicBezTo>
                  <a:cubicBezTo>
                    <a:pt x="1" y="2"/>
                    <a:pt x="313" y="1177"/>
                    <a:pt x="1363" y="1177"/>
                  </a:cubicBezTo>
                  <a:cubicBezTo>
                    <a:pt x="1407" y="1177"/>
                    <a:pt x="1453" y="1175"/>
                    <a:pt x="1499" y="1170"/>
                  </a:cubicBezTo>
                  <a:cubicBezTo>
                    <a:pt x="2650" y="1063"/>
                    <a:pt x="2659" y="394"/>
                    <a:pt x="2659" y="394"/>
                  </a:cubicBezTo>
                  <a:cubicBezTo>
                    <a:pt x="2535" y="349"/>
                    <a:pt x="2412" y="331"/>
                    <a:pt x="2295" y="331"/>
                  </a:cubicBezTo>
                  <a:cubicBezTo>
                    <a:pt x="1855" y="331"/>
                    <a:pt x="1499" y="581"/>
                    <a:pt x="1499" y="581"/>
                  </a:cubicBezTo>
                  <a:lnTo>
                    <a:pt x="1647" y="729"/>
                  </a:lnTo>
                  <a:lnTo>
                    <a:pt x="1647" y="729"/>
                  </a:lnTo>
                  <a:cubicBezTo>
                    <a:pt x="931" y="48"/>
                    <a:pt x="230" y="0"/>
                    <a:pt x="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8" name="Google Shape;1648;p43"/>
            <p:cNvSpPr/>
            <p:nvPr/>
          </p:nvSpPr>
          <p:spPr>
            <a:xfrm>
              <a:off x="6227475" y="3291100"/>
              <a:ext cx="47975" cy="18275"/>
            </a:xfrm>
            <a:custGeom>
              <a:avLst/>
              <a:gdLst/>
              <a:ahLst/>
              <a:cxnLst/>
              <a:rect l="l" t="t" r="r" b="b"/>
              <a:pathLst>
                <a:path w="1919" h="731" extrusionOk="0">
                  <a:moveTo>
                    <a:pt x="411" y="1"/>
                  </a:moveTo>
                  <a:cubicBezTo>
                    <a:pt x="396" y="1"/>
                    <a:pt x="381" y="1"/>
                    <a:pt x="366" y="2"/>
                  </a:cubicBezTo>
                  <a:cubicBezTo>
                    <a:pt x="250" y="2"/>
                    <a:pt x="134" y="20"/>
                    <a:pt x="27" y="74"/>
                  </a:cubicBezTo>
                  <a:cubicBezTo>
                    <a:pt x="10" y="83"/>
                    <a:pt x="1" y="101"/>
                    <a:pt x="1" y="118"/>
                  </a:cubicBezTo>
                  <a:cubicBezTo>
                    <a:pt x="1" y="145"/>
                    <a:pt x="19" y="172"/>
                    <a:pt x="45" y="172"/>
                  </a:cubicBezTo>
                  <a:lnTo>
                    <a:pt x="54" y="172"/>
                  </a:lnTo>
                  <a:cubicBezTo>
                    <a:pt x="152" y="172"/>
                    <a:pt x="250" y="190"/>
                    <a:pt x="340" y="216"/>
                  </a:cubicBezTo>
                  <a:cubicBezTo>
                    <a:pt x="384" y="225"/>
                    <a:pt x="429" y="243"/>
                    <a:pt x="473" y="261"/>
                  </a:cubicBezTo>
                  <a:cubicBezTo>
                    <a:pt x="518" y="279"/>
                    <a:pt x="554" y="297"/>
                    <a:pt x="598" y="315"/>
                  </a:cubicBezTo>
                  <a:cubicBezTo>
                    <a:pt x="634" y="341"/>
                    <a:pt x="679" y="359"/>
                    <a:pt x="714" y="386"/>
                  </a:cubicBezTo>
                  <a:cubicBezTo>
                    <a:pt x="750" y="413"/>
                    <a:pt x="786" y="448"/>
                    <a:pt x="830" y="475"/>
                  </a:cubicBezTo>
                  <a:cubicBezTo>
                    <a:pt x="866" y="502"/>
                    <a:pt x="893" y="538"/>
                    <a:pt x="928" y="564"/>
                  </a:cubicBezTo>
                  <a:lnTo>
                    <a:pt x="1027" y="671"/>
                  </a:lnTo>
                  <a:lnTo>
                    <a:pt x="1053" y="689"/>
                  </a:lnTo>
                  <a:lnTo>
                    <a:pt x="1053" y="698"/>
                  </a:lnTo>
                  <a:cubicBezTo>
                    <a:pt x="1079" y="720"/>
                    <a:pt x="1111" y="731"/>
                    <a:pt x="1141" y="731"/>
                  </a:cubicBezTo>
                  <a:cubicBezTo>
                    <a:pt x="1175" y="731"/>
                    <a:pt x="1208" y="717"/>
                    <a:pt x="1232" y="689"/>
                  </a:cubicBezTo>
                  <a:cubicBezTo>
                    <a:pt x="1241" y="689"/>
                    <a:pt x="1250" y="680"/>
                    <a:pt x="1259" y="671"/>
                  </a:cubicBezTo>
                  <a:cubicBezTo>
                    <a:pt x="1276" y="663"/>
                    <a:pt x="1285" y="654"/>
                    <a:pt x="1294" y="645"/>
                  </a:cubicBezTo>
                  <a:cubicBezTo>
                    <a:pt x="1321" y="627"/>
                    <a:pt x="1348" y="618"/>
                    <a:pt x="1375" y="600"/>
                  </a:cubicBezTo>
                  <a:cubicBezTo>
                    <a:pt x="1419" y="573"/>
                    <a:pt x="1473" y="555"/>
                    <a:pt x="1526" y="547"/>
                  </a:cubicBezTo>
                  <a:cubicBezTo>
                    <a:pt x="1553" y="547"/>
                    <a:pt x="1580" y="538"/>
                    <a:pt x="1606" y="538"/>
                  </a:cubicBezTo>
                  <a:cubicBezTo>
                    <a:pt x="1615" y="538"/>
                    <a:pt x="1633" y="547"/>
                    <a:pt x="1642" y="547"/>
                  </a:cubicBezTo>
                  <a:cubicBezTo>
                    <a:pt x="1660" y="547"/>
                    <a:pt x="1669" y="547"/>
                    <a:pt x="1687" y="555"/>
                  </a:cubicBezTo>
                  <a:cubicBezTo>
                    <a:pt x="1714" y="555"/>
                    <a:pt x="1740" y="573"/>
                    <a:pt x="1767" y="582"/>
                  </a:cubicBezTo>
                  <a:cubicBezTo>
                    <a:pt x="1794" y="600"/>
                    <a:pt x="1821" y="618"/>
                    <a:pt x="1847" y="636"/>
                  </a:cubicBezTo>
                  <a:lnTo>
                    <a:pt x="1856" y="636"/>
                  </a:lnTo>
                  <a:cubicBezTo>
                    <a:pt x="1865" y="640"/>
                    <a:pt x="1872" y="642"/>
                    <a:pt x="1879" y="642"/>
                  </a:cubicBezTo>
                  <a:cubicBezTo>
                    <a:pt x="1885" y="642"/>
                    <a:pt x="1892" y="640"/>
                    <a:pt x="1901" y="636"/>
                  </a:cubicBezTo>
                  <a:cubicBezTo>
                    <a:pt x="1919" y="627"/>
                    <a:pt x="1919" y="600"/>
                    <a:pt x="1910" y="582"/>
                  </a:cubicBezTo>
                  <a:cubicBezTo>
                    <a:pt x="1892" y="555"/>
                    <a:pt x="1874" y="520"/>
                    <a:pt x="1847" y="493"/>
                  </a:cubicBezTo>
                  <a:cubicBezTo>
                    <a:pt x="1821" y="457"/>
                    <a:pt x="1794" y="431"/>
                    <a:pt x="1758" y="413"/>
                  </a:cubicBezTo>
                  <a:cubicBezTo>
                    <a:pt x="1740" y="395"/>
                    <a:pt x="1722" y="386"/>
                    <a:pt x="1705" y="377"/>
                  </a:cubicBezTo>
                  <a:cubicBezTo>
                    <a:pt x="1687" y="368"/>
                    <a:pt x="1669" y="359"/>
                    <a:pt x="1642" y="350"/>
                  </a:cubicBezTo>
                  <a:cubicBezTo>
                    <a:pt x="1606" y="341"/>
                    <a:pt x="1562" y="332"/>
                    <a:pt x="1517" y="324"/>
                  </a:cubicBezTo>
                  <a:cubicBezTo>
                    <a:pt x="1437" y="324"/>
                    <a:pt x="1348" y="332"/>
                    <a:pt x="1276" y="359"/>
                  </a:cubicBezTo>
                  <a:cubicBezTo>
                    <a:pt x="1238" y="367"/>
                    <a:pt x="1207" y="381"/>
                    <a:pt x="1176" y="396"/>
                  </a:cubicBezTo>
                  <a:lnTo>
                    <a:pt x="1176" y="396"/>
                  </a:lnTo>
                  <a:cubicBezTo>
                    <a:pt x="1127" y="341"/>
                    <a:pt x="1074" y="288"/>
                    <a:pt x="1018" y="243"/>
                  </a:cubicBezTo>
                  <a:cubicBezTo>
                    <a:pt x="973" y="208"/>
                    <a:pt x="920" y="172"/>
                    <a:pt x="875" y="136"/>
                  </a:cubicBezTo>
                  <a:cubicBezTo>
                    <a:pt x="821" y="109"/>
                    <a:pt x="768" y="92"/>
                    <a:pt x="714" y="65"/>
                  </a:cubicBezTo>
                  <a:cubicBezTo>
                    <a:pt x="613" y="26"/>
                    <a:pt x="512" y="1"/>
                    <a:pt x="4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9" name="Google Shape;1649;p43"/>
            <p:cNvSpPr/>
            <p:nvPr/>
          </p:nvSpPr>
          <p:spPr>
            <a:xfrm>
              <a:off x="6350150" y="3455650"/>
              <a:ext cx="116650" cy="30400"/>
            </a:xfrm>
            <a:custGeom>
              <a:avLst/>
              <a:gdLst/>
              <a:ahLst/>
              <a:cxnLst/>
              <a:rect l="l" t="t" r="r" b="b"/>
              <a:pathLst>
                <a:path w="4666" h="1216" extrusionOk="0">
                  <a:moveTo>
                    <a:pt x="4485" y="0"/>
                  </a:moveTo>
                  <a:cubicBezTo>
                    <a:pt x="4469" y="0"/>
                    <a:pt x="4452" y="1"/>
                    <a:pt x="4434" y="4"/>
                  </a:cubicBezTo>
                  <a:cubicBezTo>
                    <a:pt x="4389" y="13"/>
                    <a:pt x="4336" y="31"/>
                    <a:pt x="4291" y="49"/>
                  </a:cubicBezTo>
                  <a:cubicBezTo>
                    <a:pt x="4273" y="58"/>
                    <a:pt x="4247" y="67"/>
                    <a:pt x="4229" y="84"/>
                  </a:cubicBezTo>
                  <a:cubicBezTo>
                    <a:pt x="4202" y="93"/>
                    <a:pt x="4184" y="102"/>
                    <a:pt x="4166" y="120"/>
                  </a:cubicBezTo>
                  <a:cubicBezTo>
                    <a:pt x="4122" y="147"/>
                    <a:pt x="4086" y="182"/>
                    <a:pt x="4050" y="209"/>
                  </a:cubicBezTo>
                  <a:cubicBezTo>
                    <a:pt x="3988" y="281"/>
                    <a:pt x="3934" y="361"/>
                    <a:pt x="3881" y="441"/>
                  </a:cubicBezTo>
                  <a:cubicBezTo>
                    <a:pt x="3873" y="457"/>
                    <a:pt x="3864" y="474"/>
                    <a:pt x="3854" y="491"/>
                  </a:cubicBezTo>
                  <a:lnTo>
                    <a:pt x="3854" y="491"/>
                  </a:lnTo>
                  <a:cubicBezTo>
                    <a:pt x="3828" y="466"/>
                    <a:pt x="3801" y="444"/>
                    <a:pt x="3774" y="423"/>
                  </a:cubicBezTo>
                  <a:cubicBezTo>
                    <a:pt x="3720" y="388"/>
                    <a:pt x="3676" y="361"/>
                    <a:pt x="3631" y="334"/>
                  </a:cubicBezTo>
                  <a:lnTo>
                    <a:pt x="3479" y="281"/>
                  </a:lnTo>
                  <a:cubicBezTo>
                    <a:pt x="3387" y="265"/>
                    <a:pt x="3281" y="243"/>
                    <a:pt x="3202" y="243"/>
                  </a:cubicBezTo>
                  <a:cubicBezTo>
                    <a:pt x="3190" y="243"/>
                    <a:pt x="3178" y="244"/>
                    <a:pt x="3167" y="245"/>
                  </a:cubicBezTo>
                  <a:lnTo>
                    <a:pt x="2980" y="245"/>
                  </a:lnTo>
                  <a:lnTo>
                    <a:pt x="2935" y="254"/>
                  </a:lnTo>
                  <a:cubicBezTo>
                    <a:pt x="2917" y="254"/>
                    <a:pt x="2891" y="254"/>
                    <a:pt x="2864" y="263"/>
                  </a:cubicBezTo>
                  <a:cubicBezTo>
                    <a:pt x="2659" y="298"/>
                    <a:pt x="2454" y="397"/>
                    <a:pt x="2302" y="530"/>
                  </a:cubicBezTo>
                  <a:cubicBezTo>
                    <a:pt x="2222" y="602"/>
                    <a:pt x="2150" y="682"/>
                    <a:pt x="2088" y="753"/>
                  </a:cubicBezTo>
                  <a:cubicBezTo>
                    <a:pt x="2087" y="754"/>
                    <a:pt x="2087" y="754"/>
                    <a:pt x="2086" y="755"/>
                  </a:cubicBezTo>
                  <a:lnTo>
                    <a:pt x="2086" y="755"/>
                  </a:lnTo>
                  <a:cubicBezTo>
                    <a:pt x="2081" y="751"/>
                    <a:pt x="2075" y="747"/>
                    <a:pt x="2070" y="745"/>
                  </a:cubicBezTo>
                  <a:cubicBezTo>
                    <a:pt x="1927" y="629"/>
                    <a:pt x="1749" y="513"/>
                    <a:pt x="1553" y="450"/>
                  </a:cubicBezTo>
                  <a:cubicBezTo>
                    <a:pt x="1454" y="414"/>
                    <a:pt x="1356" y="388"/>
                    <a:pt x="1249" y="379"/>
                  </a:cubicBezTo>
                  <a:cubicBezTo>
                    <a:pt x="1196" y="370"/>
                    <a:pt x="1160" y="370"/>
                    <a:pt x="1106" y="361"/>
                  </a:cubicBezTo>
                  <a:cubicBezTo>
                    <a:pt x="1053" y="370"/>
                    <a:pt x="990" y="361"/>
                    <a:pt x="946" y="379"/>
                  </a:cubicBezTo>
                  <a:cubicBezTo>
                    <a:pt x="839" y="388"/>
                    <a:pt x="732" y="423"/>
                    <a:pt x="643" y="468"/>
                  </a:cubicBezTo>
                  <a:cubicBezTo>
                    <a:pt x="553" y="521"/>
                    <a:pt x="464" y="575"/>
                    <a:pt x="393" y="637"/>
                  </a:cubicBezTo>
                  <a:cubicBezTo>
                    <a:pt x="241" y="771"/>
                    <a:pt x="116" y="923"/>
                    <a:pt x="18" y="1092"/>
                  </a:cubicBezTo>
                  <a:cubicBezTo>
                    <a:pt x="0" y="1128"/>
                    <a:pt x="9" y="1173"/>
                    <a:pt x="36" y="1199"/>
                  </a:cubicBezTo>
                  <a:cubicBezTo>
                    <a:pt x="50" y="1210"/>
                    <a:pt x="67" y="1215"/>
                    <a:pt x="84" y="1215"/>
                  </a:cubicBezTo>
                  <a:cubicBezTo>
                    <a:pt x="110" y="1215"/>
                    <a:pt x="136" y="1203"/>
                    <a:pt x="152" y="1182"/>
                  </a:cubicBezTo>
                  <a:cubicBezTo>
                    <a:pt x="259" y="1039"/>
                    <a:pt x="384" y="914"/>
                    <a:pt x="527" y="816"/>
                  </a:cubicBezTo>
                  <a:cubicBezTo>
                    <a:pt x="660" y="718"/>
                    <a:pt x="821" y="637"/>
                    <a:pt x="973" y="629"/>
                  </a:cubicBezTo>
                  <a:cubicBezTo>
                    <a:pt x="988" y="626"/>
                    <a:pt x="1001" y="625"/>
                    <a:pt x="1015" y="625"/>
                  </a:cubicBezTo>
                  <a:cubicBezTo>
                    <a:pt x="1041" y="625"/>
                    <a:pt x="1065" y="629"/>
                    <a:pt x="1089" y="629"/>
                  </a:cubicBezTo>
                  <a:cubicBezTo>
                    <a:pt x="1124" y="629"/>
                    <a:pt x="1187" y="637"/>
                    <a:pt x="1222" y="646"/>
                  </a:cubicBezTo>
                  <a:cubicBezTo>
                    <a:pt x="1294" y="655"/>
                    <a:pt x="1374" y="682"/>
                    <a:pt x="1454" y="709"/>
                  </a:cubicBezTo>
                  <a:cubicBezTo>
                    <a:pt x="1615" y="771"/>
                    <a:pt x="1749" y="860"/>
                    <a:pt x="1892" y="976"/>
                  </a:cubicBezTo>
                  <a:cubicBezTo>
                    <a:pt x="1909" y="994"/>
                    <a:pt x="1927" y="1003"/>
                    <a:pt x="1954" y="1021"/>
                  </a:cubicBezTo>
                  <a:cubicBezTo>
                    <a:pt x="1972" y="1030"/>
                    <a:pt x="1981" y="1039"/>
                    <a:pt x="1999" y="1048"/>
                  </a:cubicBezTo>
                  <a:lnTo>
                    <a:pt x="2025" y="1066"/>
                  </a:lnTo>
                  <a:cubicBezTo>
                    <a:pt x="2043" y="1075"/>
                    <a:pt x="2070" y="1075"/>
                    <a:pt x="2088" y="1084"/>
                  </a:cubicBezTo>
                  <a:lnTo>
                    <a:pt x="2097" y="1084"/>
                  </a:lnTo>
                  <a:cubicBezTo>
                    <a:pt x="2177" y="1075"/>
                    <a:pt x="2123" y="1075"/>
                    <a:pt x="2141" y="1075"/>
                  </a:cubicBezTo>
                  <a:lnTo>
                    <a:pt x="2150" y="1075"/>
                  </a:lnTo>
                  <a:cubicBezTo>
                    <a:pt x="2150" y="1075"/>
                    <a:pt x="2177" y="1066"/>
                    <a:pt x="2195" y="1057"/>
                  </a:cubicBezTo>
                  <a:cubicBezTo>
                    <a:pt x="2213" y="1048"/>
                    <a:pt x="2239" y="1021"/>
                    <a:pt x="2248" y="1021"/>
                  </a:cubicBezTo>
                  <a:lnTo>
                    <a:pt x="2266" y="1003"/>
                  </a:lnTo>
                  <a:cubicBezTo>
                    <a:pt x="2284" y="976"/>
                    <a:pt x="2302" y="959"/>
                    <a:pt x="2320" y="941"/>
                  </a:cubicBezTo>
                  <a:cubicBezTo>
                    <a:pt x="2382" y="869"/>
                    <a:pt x="2436" y="816"/>
                    <a:pt x="2489" y="753"/>
                  </a:cubicBezTo>
                  <a:cubicBezTo>
                    <a:pt x="2614" y="646"/>
                    <a:pt x="2757" y="584"/>
                    <a:pt x="2917" y="548"/>
                  </a:cubicBezTo>
                  <a:cubicBezTo>
                    <a:pt x="2935" y="539"/>
                    <a:pt x="2962" y="539"/>
                    <a:pt x="2980" y="539"/>
                  </a:cubicBezTo>
                  <a:lnTo>
                    <a:pt x="3016" y="530"/>
                  </a:lnTo>
                  <a:lnTo>
                    <a:pt x="3033" y="530"/>
                  </a:lnTo>
                  <a:lnTo>
                    <a:pt x="3167" y="521"/>
                  </a:lnTo>
                  <a:cubicBezTo>
                    <a:pt x="3182" y="520"/>
                    <a:pt x="3196" y="520"/>
                    <a:pt x="3209" y="520"/>
                  </a:cubicBezTo>
                  <a:cubicBezTo>
                    <a:pt x="3290" y="520"/>
                    <a:pt x="3339" y="541"/>
                    <a:pt x="3408" y="548"/>
                  </a:cubicBezTo>
                  <a:lnTo>
                    <a:pt x="3524" y="584"/>
                  </a:lnTo>
                  <a:cubicBezTo>
                    <a:pt x="3560" y="602"/>
                    <a:pt x="3587" y="620"/>
                    <a:pt x="3622" y="637"/>
                  </a:cubicBezTo>
                  <a:cubicBezTo>
                    <a:pt x="3658" y="655"/>
                    <a:pt x="3685" y="682"/>
                    <a:pt x="3711" y="709"/>
                  </a:cubicBezTo>
                  <a:cubicBezTo>
                    <a:pt x="3738" y="727"/>
                    <a:pt x="3765" y="762"/>
                    <a:pt x="3783" y="780"/>
                  </a:cubicBezTo>
                  <a:lnTo>
                    <a:pt x="3792" y="798"/>
                  </a:lnTo>
                  <a:cubicBezTo>
                    <a:pt x="3810" y="825"/>
                    <a:pt x="3827" y="843"/>
                    <a:pt x="3863" y="852"/>
                  </a:cubicBezTo>
                  <a:cubicBezTo>
                    <a:pt x="3869" y="852"/>
                    <a:pt x="3876" y="853"/>
                    <a:pt x="3882" y="853"/>
                  </a:cubicBezTo>
                  <a:cubicBezTo>
                    <a:pt x="3939" y="853"/>
                    <a:pt x="3998" y="818"/>
                    <a:pt x="4006" y="753"/>
                  </a:cubicBezTo>
                  <a:cubicBezTo>
                    <a:pt x="4015" y="727"/>
                    <a:pt x="4033" y="691"/>
                    <a:pt x="4041" y="655"/>
                  </a:cubicBezTo>
                  <a:cubicBezTo>
                    <a:pt x="4059" y="620"/>
                    <a:pt x="4068" y="584"/>
                    <a:pt x="4086" y="548"/>
                  </a:cubicBezTo>
                  <a:cubicBezTo>
                    <a:pt x="4122" y="477"/>
                    <a:pt x="4157" y="414"/>
                    <a:pt x="4211" y="352"/>
                  </a:cubicBezTo>
                  <a:cubicBezTo>
                    <a:pt x="4238" y="325"/>
                    <a:pt x="4256" y="298"/>
                    <a:pt x="4282" y="281"/>
                  </a:cubicBezTo>
                  <a:cubicBezTo>
                    <a:pt x="4300" y="263"/>
                    <a:pt x="4309" y="254"/>
                    <a:pt x="4327" y="245"/>
                  </a:cubicBezTo>
                  <a:cubicBezTo>
                    <a:pt x="4345" y="236"/>
                    <a:pt x="4354" y="227"/>
                    <a:pt x="4372" y="218"/>
                  </a:cubicBezTo>
                  <a:cubicBezTo>
                    <a:pt x="4407" y="200"/>
                    <a:pt x="4434" y="191"/>
                    <a:pt x="4470" y="182"/>
                  </a:cubicBezTo>
                  <a:cubicBezTo>
                    <a:pt x="4505" y="165"/>
                    <a:pt x="4541" y="165"/>
                    <a:pt x="4577" y="156"/>
                  </a:cubicBezTo>
                  <a:lnTo>
                    <a:pt x="4604" y="156"/>
                  </a:lnTo>
                  <a:cubicBezTo>
                    <a:pt x="4639" y="147"/>
                    <a:pt x="4666" y="111"/>
                    <a:pt x="4666" y="75"/>
                  </a:cubicBezTo>
                  <a:cubicBezTo>
                    <a:pt x="4658" y="35"/>
                    <a:pt x="4629" y="3"/>
                    <a:pt x="4590" y="3"/>
                  </a:cubicBezTo>
                  <a:cubicBezTo>
                    <a:pt x="4586" y="3"/>
                    <a:pt x="4581" y="3"/>
                    <a:pt x="4577" y="4"/>
                  </a:cubicBezTo>
                  <a:cubicBezTo>
                    <a:pt x="4547" y="4"/>
                    <a:pt x="4517" y="0"/>
                    <a:pt x="44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0" name="Google Shape;1650;p43"/>
            <p:cNvSpPr/>
            <p:nvPr/>
          </p:nvSpPr>
          <p:spPr>
            <a:xfrm>
              <a:off x="6254250" y="3499825"/>
              <a:ext cx="315150" cy="44975"/>
            </a:xfrm>
            <a:custGeom>
              <a:avLst/>
              <a:gdLst/>
              <a:ahLst/>
              <a:cxnLst/>
              <a:rect l="l" t="t" r="r" b="b"/>
              <a:pathLst>
                <a:path w="12606" h="1799" extrusionOk="0">
                  <a:moveTo>
                    <a:pt x="12567" y="0"/>
                  </a:moveTo>
                  <a:cubicBezTo>
                    <a:pt x="12562" y="0"/>
                    <a:pt x="12557" y="1"/>
                    <a:pt x="12552" y="3"/>
                  </a:cubicBezTo>
                  <a:lnTo>
                    <a:pt x="12543" y="3"/>
                  </a:lnTo>
                  <a:cubicBezTo>
                    <a:pt x="12543" y="3"/>
                    <a:pt x="12499" y="30"/>
                    <a:pt x="12418" y="66"/>
                  </a:cubicBezTo>
                  <a:cubicBezTo>
                    <a:pt x="12374" y="84"/>
                    <a:pt x="12320" y="102"/>
                    <a:pt x="12258" y="128"/>
                  </a:cubicBezTo>
                  <a:cubicBezTo>
                    <a:pt x="12195" y="155"/>
                    <a:pt x="12124" y="182"/>
                    <a:pt x="12044" y="209"/>
                  </a:cubicBezTo>
                  <a:cubicBezTo>
                    <a:pt x="11883" y="271"/>
                    <a:pt x="11678" y="342"/>
                    <a:pt x="11455" y="432"/>
                  </a:cubicBezTo>
                  <a:cubicBezTo>
                    <a:pt x="11339" y="467"/>
                    <a:pt x="11214" y="503"/>
                    <a:pt x="11089" y="548"/>
                  </a:cubicBezTo>
                  <a:cubicBezTo>
                    <a:pt x="10955" y="583"/>
                    <a:pt x="10821" y="628"/>
                    <a:pt x="10679" y="664"/>
                  </a:cubicBezTo>
                  <a:cubicBezTo>
                    <a:pt x="10393" y="744"/>
                    <a:pt x="10081" y="833"/>
                    <a:pt x="9751" y="913"/>
                  </a:cubicBezTo>
                  <a:cubicBezTo>
                    <a:pt x="9421" y="994"/>
                    <a:pt x="9064" y="1065"/>
                    <a:pt x="8698" y="1136"/>
                  </a:cubicBezTo>
                  <a:cubicBezTo>
                    <a:pt x="8609" y="1154"/>
                    <a:pt x="8520" y="1172"/>
                    <a:pt x="8422" y="1190"/>
                  </a:cubicBezTo>
                  <a:cubicBezTo>
                    <a:pt x="8332" y="1208"/>
                    <a:pt x="8234" y="1226"/>
                    <a:pt x="8145" y="1235"/>
                  </a:cubicBezTo>
                  <a:cubicBezTo>
                    <a:pt x="7949" y="1270"/>
                    <a:pt x="7762" y="1297"/>
                    <a:pt x="7565" y="1333"/>
                  </a:cubicBezTo>
                  <a:cubicBezTo>
                    <a:pt x="7182" y="1386"/>
                    <a:pt x="6789" y="1431"/>
                    <a:pt x="6388" y="1475"/>
                  </a:cubicBezTo>
                  <a:cubicBezTo>
                    <a:pt x="5995" y="1520"/>
                    <a:pt x="5603" y="1547"/>
                    <a:pt x="5210" y="1582"/>
                  </a:cubicBezTo>
                  <a:cubicBezTo>
                    <a:pt x="4826" y="1618"/>
                    <a:pt x="4434" y="1627"/>
                    <a:pt x="4068" y="1654"/>
                  </a:cubicBezTo>
                  <a:cubicBezTo>
                    <a:pt x="3881" y="1667"/>
                    <a:pt x="3698" y="1669"/>
                    <a:pt x="3518" y="1669"/>
                  </a:cubicBezTo>
                  <a:cubicBezTo>
                    <a:pt x="3429" y="1669"/>
                    <a:pt x="3340" y="1669"/>
                    <a:pt x="3252" y="1669"/>
                  </a:cubicBezTo>
                  <a:cubicBezTo>
                    <a:pt x="3163" y="1669"/>
                    <a:pt x="3076" y="1669"/>
                    <a:pt x="2989" y="1672"/>
                  </a:cubicBezTo>
                  <a:lnTo>
                    <a:pt x="2025" y="1672"/>
                  </a:lnTo>
                  <a:cubicBezTo>
                    <a:pt x="1984" y="1673"/>
                    <a:pt x="1943" y="1673"/>
                    <a:pt x="1903" y="1673"/>
                  </a:cubicBezTo>
                  <a:cubicBezTo>
                    <a:pt x="1654" y="1673"/>
                    <a:pt x="1421" y="1653"/>
                    <a:pt x="1213" y="1645"/>
                  </a:cubicBezTo>
                  <a:cubicBezTo>
                    <a:pt x="973" y="1636"/>
                    <a:pt x="758" y="1627"/>
                    <a:pt x="589" y="1618"/>
                  </a:cubicBezTo>
                  <a:cubicBezTo>
                    <a:pt x="241" y="1600"/>
                    <a:pt x="45" y="1591"/>
                    <a:pt x="45" y="1591"/>
                  </a:cubicBezTo>
                  <a:cubicBezTo>
                    <a:pt x="18" y="1591"/>
                    <a:pt x="0" y="1609"/>
                    <a:pt x="0" y="1627"/>
                  </a:cubicBezTo>
                  <a:cubicBezTo>
                    <a:pt x="0" y="1645"/>
                    <a:pt x="18" y="1672"/>
                    <a:pt x="36" y="1672"/>
                  </a:cubicBezTo>
                  <a:cubicBezTo>
                    <a:pt x="36" y="1672"/>
                    <a:pt x="232" y="1681"/>
                    <a:pt x="580" y="1707"/>
                  </a:cubicBezTo>
                  <a:cubicBezTo>
                    <a:pt x="758" y="1716"/>
                    <a:pt x="964" y="1734"/>
                    <a:pt x="1213" y="1752"/>
                  </a:cubicBezTo>
                  <a:cubicBezTo>
                    <a:pt x="1428" y="1760"/>
                    <a:pt x="1664" y="1789"/>
                    <a:pt x="1927" y="1789"/>
                  </a:cubicBezTo>
                  <a:cubicBezTo>
                    <a:pt x="1959" y="1789"/>
                    <a:pt x="1992" y="1789"/>
                    <a:pt x="2025" y="1788"/>
                  </a:cubicBezTo>
                  <a:cubicBezTo>
                    <a:pt x="2320" y="1788"/>
                    <a:pt x="2650" y="1797"/>
                    <a:pt x="2989" y="1797"/>
                  </a:cubicBezTo>
                  <a:cubicBezTo>
                    <a:pt x="3163" y="1797"/>
                    <a:pt x="3341" y="1799"/>
                    <a:pt x="3522" y="1799"/>
                  </a:cubicBezTo>
                  <a:cubicBezTo>
                    <a:pt x="3702" y="1799"/>
                    <a:pt x="3885" y="1797"/>
                    <a:pt x="4068" y="1788"/>
                  </a:cubicBezTo>
                  <a:cubicBezTo>
                    <a:pt x="4443" y="1770"/>
                    <a:pt x="4826" y="1761"/>
                    <a:pt x="5219" y="1725"/>
                  </a:cubicBezTo>
                  <a:cubicBezTo>
                    <a:pt x="5612" y="1698"/>
                    <a:pt x="6013" y="1672"/>
                    <a:pt x="6406" y="1627"/>
                  </a:cubicBezTo>
                  <a:cubicBezTo>
                    <a:pt x="6807" y="1574"/>
                    <a:pt x="7199" y="1529"/>
                    <a:pt x="7592" y="1466"/>
                  </a:cubicBezTo>
                  <a:cubicBezTo>
                    <a:pt x="7779" y="1440"/>
                    <a:pt x="7976" y="1404"/>
                    <a:pt x="8163" y="1368"/>
                  </a:cubicBezTo>
                  <a:cubicBezTo>
                    <a:pt x="8261" y="1359"/>
                    <a:pt x="8350" y="1342"/>
                    <a:pt x="8448" y="1324"/>
                  </a:cubicBezTo>
                  <a:cubicBezTo>
                    <a:pt x="8538" y="1306"/>
                    <a:pt x="8636" y="1288"/>
                    <a:pt x="8725" y="1270"/>
                  </a:cubicBezTo>
                  <a:cubicBezTo>
                    <a:pt x="9091" y="1190"/>
                    <a:pt x="9448" y="1119"/>
                    <a:pt x="9778" y="1029"/>
                  </a:cubicBezTo>
                  <a:cubicBezTo>
                    <a:pt x="10108" y="958"/>
                    <a:pt x="10420" y="860"/>
                    <a:pt x="10714" y="780"/>
                  </a:cubicBezTo>
                  <a:cubicBezTo>
                    <a:pt x="11000" y="699"/>
                    <a:pt x="11259" y="610"/>
                    <a:pt x="11491" y="530"/>
                  </a:cubicBezTo>
                  <a:cubicBezTo>
                    <a:pt x="11714" y="441"/>
                    <a:pt x="11910" y="360"/>
                    <a:pt x="12079" y="298"/>
                  </a:cubicBezTo>
                  <a:cubicBezTo>
                    <a:pt x="12160" y="262"/>
                    <a:pt x="12231" y="235"/>
                    <a:pt x="12293" y="209"/>
                  </a:cubicBezTo>
                  <a:cubicBezTo>
                    <a:pt x="12356" y="182"/>
                    <a:pt x="12409" y="155"/>
                    <a:pt x="12454" y="137"/>
                  </a:cubicBezTo>
                  <a:cubicBezTo>
                    <a:pt x="12534" y="102"/>
                    <a:pt x="12579" y="75"/>
                    <a:pt x="12579" y="75"/>
                  </a:cubicBezTo>
                  <a:cubicBezTo>
                    <a:pt x="12597" y="66"/>
                    <a:pt x="12606" y="48"/>
                    <a:pt x="12597" y="30"/>
                  </a:cubicBezTo>
                  <a:cubicBezTo>
                    <a:pt x="12597" y="10"/>
                    <a:pt x="12582" y="0"/>
                    <a:pt x="125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1" name="Google Shape;1651;p43"/>
            <p:cNvSpPr/>
            <p:nvPr/>
          </p:nvSpPr>
          <p:spPr>
            <a:xfrm>
              <a:off x="6320250" y="3277225"/>
              <a:ext cx="148575" cy="76875"/>
            </a:xfrm>
            <a:custGeom>
              <a:avLst/>
              <a:gdLst/>
              <a:ahLst/>
              <a:cxnLst/>
              <a:rect l="l" t="t" r="r" b="b"/>
              <a:pathLst>
                <a:path w="5943" h="3075" extrusionOk="0">
                  <a:moveTo>
                    <a:pt x="4990" y="1"/>
                  </a:moveTo>
                  <a:cubicBezTo>
                    <a:pt x="4975" y="1"/>
                    <a:pt x="4959" y="9"/>
                    <a:pt x="4952" y="22"/>
                  </a:cubicBezTo>
                  <a:cubicBezTo>
                    <a:pt x="4943" y="40"/>
                    <a:pt x="4952" y="67"/>
                    <a:pt x="4970" y="76"/>
                  </a:cubicBezTo>
                  <a:cubicBezTo>
                    <a:pt x="4970" y="76"/>
                    <a:pt x="4997" y="93"/>
                    <a:pt x="5059" y="120"/>
                  </a:cubicBezTo>
                  <a:cubicBezTo>
                    <a:pt x="5122" y="147"/>
                    <a:pt x="5211" y="174"/>
                    <a:pt x="5318" y="218"/>
                  </a:cubicBezTo>
                  <a:cubicBezTo>
                    <a:pt x="5434" y="263"/>
                    <a:pt x="5559" y="317"/>
                    <a:pt x="5675" y="424"/>
                  </a:cubicBezTo>
                  <a:cubicBezTo>
                    <a:pt x="5719" y="477"/>
                    <a:pt x="5773" y="548"/>
                    <a:pt x="5791" y="620"/>
                  </a:cubicBezTo>
                  <a:cubicBezTo>
                    <a:pt x="5800" y="647"/>
                    <a:pt x="5800" y="664"/>
                    <a:pt x="5808" y="691"/>
                  </a:cubicBezTo>
                  <a:cubicBezTo>
                    <a:pt x="5808" y="700"/>
                    <a:pt x="5817" y="736"/>
                    <a:pt x="5817" y="754"/>
                  </a:cubicBezTo>
                  <a:cubicBezTo>
                    <a:pt x="5817" y="807"/>
                    <a:pt x="5817" y="843"/>
                    <a:pt x="5817" y="896"/>
                  </a:cubicBezTo>
                  <a:cubicBezTo>
                    <a:pt x="5808" y="1084"/>
                    <a:pt x="5746" y="1298"/>
                    <a:pt x="5621" y="1485"/>
                  </a:cubicBezTo>
                  <a:cubicBezTo>
                    <a:pt x="5505" y="1673"/>
                    <a:pt x="5336" y="1842"/>
                    <a:pt x="5113" y="1931"/>
                  </a:cubicBezTo>
                  <a:cubicBezTo>
                    <a:pt x="4994" y="1979"/>
                    <a:pt x="4868" y="1998"/>
                    <a:pt x="4737" y="1998"/>
                  </a:cubicBezTo>
                  <a:cubicBezTo>
                    <a:pt x="4621" y="1998"/>
                    <a:pt x="4502" y="1983"/>
                    <a:pt x="4381" y="1958"/>
                  </a:cubicBezTo>
                  <a:cubicBezTo>
                    <a:pt x="4122" y="1904"/>
                    <a:pt x="3873" y="1824"/>
                    <a:pt x="3605" y="1753"/>
                  </a:cubicBezTo>
                  <a:cubicBezTo>
                    <a:pt x="3481" y="1722"/>
                    <a:pt x="3364" y="1698"/>
                    <a:pt x="3236" y="1698"/>
                  </a:cubicBezTo>
                  <a:cubicBezTo>
                    <a:pt x="3216" y="1698"/>
                    <a:pt x="3197" y="1698"/>
                    <a:pt x="3177" y="1699"/>
                  </a:cubicBezTo>
                  <a:cubicBezTo>
                    <a:pt x="3096" y="1708"/>
                    <a:pt x="3007" y="1735"/>
                    <a:pt x="2945" y="1806"/>
                  </a:cubicBezTo>
                  <a:cubicBezTo>
                    <a:pt x="2918" y="1842"/>
                    <a:pt x="2900" y="1860"/>
                    <a:pt x="2882" y="1887"/>
                  </a:cubicBezTo>
                  <a:cubicBezTo>
                    <a:pt x="2856" y="1922"/>
                    <a:pt x="2838" y="1949"/>
                    <a:pt x="2820" y="1985"/>
                  </a:cubicBezTo>
                  <a:cubicBezTo>
                    <a:pt x="2695" y="2235"/>
                    <a:pt x="2624" y="2484"/>
                    <a:pt x="2472" y="2672"/>
                  </a:cubicBezTo>
                  <a:cubicBezTo>
                    <a:pt x="2401" y="2770"/>
                    <a:pt x="2311" y="2841"/>
                    <a:pt x="2213" y="2886"/>
                  </a:cubicBezTo>
                  <a:cubicBezTo>
                    <a:pt x="2160" y="2913"/>
                    <a:pt x="2106" y="2921"/>
                    <a:pt x="2053" y="2939"/>
                  </a:cubicBezTo>
                  <a:lnTo>
                    <a:pt x="1972" y="2939"/>
                  </a:lnTo>
                  <a:cubicBezTo>
                    <a:pt x="1962" y="2942"/>
                    <a:pt x="1953" y="2943"/>
                    <a:pt x="1945" y="2943"/>
                  </a:cubicBezTo>
                  <a:cubicBezTo>
                    <a:pt x="1925" y="2943"/>
                    <a:pt x="1911" y="2937"/>
                    <a:pt x="1892" y="2930"/>
                  </a:cubicBezTo>
                  <a:cubicBezTo>
                    <a:pt x="1803" y="2921"/>
                    <a:pt x="1696" y="2877"/>
                    <a:pt x="1607" y="2823"/>
                  </a:cubicBezTo>
                  <a:cubicBezTo>
                    <a:pt x="1508" y="2779"/>
                    <a:pt x="1419" y="2716"/>
                    <a:pt x="1339" y="2663"/>
                  </a:cubicBezTo>
                  <a:cubicBezTo>
                    <a:pt x="1161" y="2547"/>
                    <a:pt x="1000" y="2449"/>
                    <a:pt x="839" y="2386"/>
                  </a:cubicBezTo>
                  <a:cubicBezTo>
                    <a:pt x="714" y="2335"/>
                    <a:pt x="583" y="2301"/>
                    <a:pt x="471" y="2301"/>
                  </a:cubicBezTo>
                  <a:cubicBezTo>
                    <a:pt x="447" y="2301"/>
                    <a:pt x="424" y="2303"/>
                    <a:pt x="402" y="2306"/>
                  </a:cubicBezTo>
                  <a:cubicBezTo>
                    <a:pt x="390" y="2304"/>
                    <a:pt x="379" y="2303"/>
                    <a:pt x="367" y="2303"/>
                  </a:cubicBezTo>
                  <a:cubicBezTo>
                    <a:pt x="320" y="2303"/>
                    <a:pt x="278" y="2317"/>
                    <a:pt x="242" y="2324"/>
                  </a:cubicBezTo>
                  <a:cubicBezTo>
                    <a:pt x="188" y="2333"/>
                    <a:pt x="152" y="2351"/>
                    <a:pt x="126" y="2359"/>
                  </a:cubicBezTo>
                  <a:cubicBezTo>
                    <a:pt x="63" y="2386"/>
                    <a:pt x="28" y="2404"/>
                    <a:pt x="28" y="2404"/>
                  </a:cubicBezTo>
                  <a:cubicBezTo>
                    <a:pt x="10" y="2404"/>
                    <a:pt x="1" y="2431"/>
                    <a:pt x="10" y="2449"/>
                  </a:cubicBezTo>
                  <a:cubicBezTo>
                    <a:pt x="10" y="2463"/>
                    <a:pt x="28" y="2478"/>
                    <a:pt x="44" y="2478"/>
                  </a:cubicBezTo>
                  <a:cubicBezTo>
                    <a:pt x="48" y="2478"/>
                    <a:pt x="51" y="2477"/>
                    <a:pt x="54" y="2475"/>
                  </a:cubicBezTo>
                  <a:lnTo>
                    <a:pt x="63" y="2475"/>
                  </a:lnTo>
                  <a:cubicBezTo>
                    <a:pt x="63" y="2475"/>
                    <a:pt x="90" y="2458"/>
                    <a:pt x="152" y="2440"/>
                  </a:cubicBezTo>
                  <a:cubicBezTo>
                    <a:pt x="179" y="2431"/>
                    <a:pt x="215" y="2413"/>
                    <a:pt x="260" y="2404"/>
                  </a:cubicBezTo>
                  <a:cubicBezTo>
                    <a:pt x="295" y="2404"/>
                    <a:pt x="331" y="2393"/>
                    <a:pt x="376" y="2393"/>
                  </a:cubicBezTo>
                  <a:cubicBezTo>
                    <a:pt x="387" y="2393"/>
                    <a:pt x="399" y="2393"/>
                    <a:pt x="411" y="2395"/>
                  </a:cubicBezTo>
                  <a:cubicBezTo>
                    <a:pt x="422" y="2394"/>
                    <a:pt x="433" y="2394"/>
                    <a:pt x="445" y="2394"/>
                  </a:cubicBezTo>
                  <a:cubicBezTo>
                    <a:pt x="546" y="2394"/>
                    <a:pt x="668" y="2428"/>
                    <a:pt x="804" y="2484"/>
                  </a:cubicBezTo>
                  <a:cubicBezTo>
                    <a:pt x="946" y="2547"/>
                    <a:pt x="1098" y="2645"/>
                    <a:pt x="1268" y="2761"/>
                  </a:cubicBezTo>
                  <a:cubicBezTo>
                    <a:pt x="1357" y="2814"/>
                    <a:pt x="1446" y="2877"/>
                    <a:pt x="1544" y="2930"/>
                  </a:cubicBezTo>
                  <a:cubicBezTo>
                    <a:pt x="1642" y="2993"/>
                    <a:pt x="1749" y="3046"/>
                    <a:pt x="1883" y="3064"/>
                  </a:cubicBezTo>
                  <a:cubicBezTo>
                    <a:pt x="1919" y="3071"/>
                    <a:pt x="1954" y="3075"/>
                    <a:pt x="1989" y="3075"/>
                  </a:cubicBezTo>
                  <a:cubicBezTo>
                    <a:pt x="2084" y="3075"/>
                    <a:pt x="2175" y="3050"/>
                    <a:pt x="2267" y="3011"/>
                  </a:cubicBezTo>
                  <a:cubicBezTo>
                    <a:pt x="2392" y="2957"/>
                    <a:pt x="2499" y="2868"/>
                    <a:pt x="2588" y="2761"/>
                  </a:cubicBezTo>
                  <a:cubicBezTo>
                    <a:pt x="2757" y="2547"/>
                    <a:pt x="2829" y="2279"/>
                    <a:pt x="2945" y="2056"/>
                  </a:cubicBezTo>
                  <a:cubicBezTo>
                    <a:pt x="2963" y="2020"/>
                    <a:pt x="2980" y="2003"/>
                    <a:pt x="2998" y="1976"/>
                  </a:cubicBezTo>
                  <a:cubicBezTo>
                    <a:pt x="3007" y="1958"/>
                    <a:pt x="3043" y="1922"/>
                    <a:pt x="3052" y="1904"/>
                  </a:cubicBezTo>
                  <a:cubicBezTo>
                    <a:pt x="3088" y="1869"/>
                    <a:pt x="3132" y="1851"/>
                    <a:pt x="3186" y="1851"/>
                  </a:cubicBezTo>
                  <a:cubicBezTo>
                    <a:pt x="3207" y="1848"/>
                    <a:pt x="3230" y="1846"/>
                    <a:pt x="3252" y="1846"/>
                  </a:cubicBezTo>
                  <a:cubicBezTo>
                    <a:pt x="3351" y="1846"/>
                    <a:pt x="3459" y="1874"/>
                    <a:pt x="3560" y="1896"/>
                  </a:cubicBezTo>
                  <a:cubicBezTo>
                    <a:pt x="3819" y="1967"/>
                    <a:pt x="4087" y="2047"/>
                    <a:pt x="4354" y="2101"/>
                  </a:cubicBezTo>
                  <a:cubicBezTo>
                    <a:pt x="4477" y="2125"/>
                    <a:pt x="4606" y="2142"/>
                    <a:pt x="4733" y="2142"/>
                  </a:cubicBezTo>
                  <a:cubicBezTo>
                    <a:pt x="4883" y="2142"/>
                    <a:pt x="5031" y="2119"/>
                    <a:pt x="5166" y="2056"/>
                  </a:cubicBezTo>
                  <a:cubicBezTo>
                    <a:pt x="5416" y="1958"/>
                    <a:pt x="5612" y="1762"/>
                    <a:pt x="5737" y="1548"/>
                  </a:cubicBezTo>
                  <a:cubicBezTo>
                    <a:pt x="5862" y="1342"/>
                    <a:pt x="5924" y="1110"/>
                    <a:pt x="5942" y="896"/>
                  </a:cubicBezTo>
                  <a:cubicBezTo>
                    <a:pt x="5942" y="852"/>
                    <a:pt x="5942" y="789"/>
                    <a:pt x="5933" y="736"/>
                  </a:cubicBezTo>
                  <a:cubicBezTo>
                    <a:pt x="5924" y="709"/>
                    <a:pt x="5933" y="700"/>
                    <a:pt x="5915" y="656"/>
                  </a:cubicBezTo>
                  <a:cubicBezTo>
                    <a:pt x="5915" y="638"/>
                    <a:pt x="5907" y="611"/>
                    <a:pt x="5898" y="593"/>
                  </a:cubicBezTo>
                  <a:cubicBezTo>
                    <a:pt x="5871" y="486"/>
                    <a:pt x="5808" y="415"/>
                    <a:pt x="5746" y="352"/>
                  </a:cubicBezTo>
                  <a:cubicBezTo>
                    <a:pt x="5612" y="227"/>
                    <a:pt x="5469" y="174"/>
                    <a:pt x="5353" y="129"/>
                  </a:cubicBezTo>
                  <a:cubicBezTo>
                    <a:pt x="5237" y="93"/>
                    <a:pt x="5157" y="67"/>
                    <a:pt x="5095" y="49"/>
                  </a:cubicBezTo>
                  <a:cubicBezTo>
                    <a:pt x="5041" y="22"/>
                    <a:pt x="5006" y="4"/>
                    <a:pt x="5006" y="4"/>
                  </a:cubicBezTo>
                  <a:cubicBezTo>
                    <a:pt x="5001" y="2"/>
                    <a:pt x="4995" y="1"/>
                    <a:pt x="49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2" name="Google Shape;1652;p43"/>
            <p:cNvSpPr/>
            <p:nvPr/>
          </p:nvSpPr>
          <p:spPr>
            <a:xfrm>
              <a:off x="6454075" y="3439900"/>
              <a:ext cx="120000" cy="72975"/>
            </a:xfrm>
            <a:custGeom>
              <a:avLst/>
              <a:gdLst/>
              <a:ahLst/>
              <a:cxnLst/>
              <a:rect l="l" t="t" r="r" b="b"/>
              <a:pathLst>
                <a:path w="4800" h="2919" extrusionOk="0">
                  <a:moveTo>
                    <a:pt x="3364" y="2748"/>
                  </a:moveTo>
                  <a:cubicBezTo>
                    <a:pt x="3355" y="2753"/>
                    <a:pt x="3355" y="2755"/>
                    <a:pt x="3356" y="2756"/>
                  </a:cubicBezTo>
                  <a:lnTo>
                    <a:pt x="3356" y="2756"/>
                  </a:lnTo>
                  <a:lnTo>
                    <a:pt x="3364" y="2748"/>
                  </a:lnTo>
                  <a:close/>
                  <a:moveTo>
                    <a:pt x="3356" y="2756"/>
                  </a:moveTo>
                  <a:lnTo>
                    <a:pt x="3355" y="2757"/>
                  </a:lnTo>
                  <a:cubicBezTo>
                    <a:pt x="3359" y="2757"/>
                    <a:pt x="3357" y="2757"/>
                    <a:pt x="3356" y="2756"/>
                  </a:cubicBezTo>
                  <a:close/>
                  <a:moveTo>
                    <a:pt x="4782" y="1"/>
                  </a:moveTo>
                  <a:cubicBezTo>
                    <a:pt x="4782" y="1"/>
                    <a:pt x="4782" y="36"/>
                    <a:pt x="4773" y="99"/>
                  </a:cubicBezTo>
                  <a:cubicBezTo>
                    <a:pt x="4773" y="161"/>
                    <a:pt x="4782" y="250"/>
                    <a:pt x="4755" y="366"/>
                  </a:cubicBezTo>
                  <a:cubicBezTo>
                    <a:pt x="4746" y="482"/>
                    <a:pt x="4711" y="625"/>
                    <a:pt x="4648" y="768"/>
                  </a:cubicBezTo>
                  <a:cubicBezTo>
                    <a:pt x="4630" y="804"/>
                    <a:pt x="4613" y="839"/>
                    <a:pt x="4586" y="875"/>
                  </a:cubicBezTo>
                  <a:lnTo>
                    <a:pt x="4550" y="911"/>
                  </a:lnTo>
                  <a:cubicBezTo>
                    <a:pt x="4532" y="928"/>
                    <a:pt x="4515" y="937"/>
                    <a:pt x="4497" y="955"/>
                  </a:cubicBezTo>
                  <a:cubicBezTo>
                    <a:pt x="4416" y="1000"/>
                    <a:pt x="4336" y="1036"/>
                    <a:pt x="4247" y="1044"/>
                  </a:cubicBezTo>
                  <a:cubicBezTo>
                    <a:pt x="4231" y="1047"/>
                    <a:pt x="4216" y="1048"/>
                    <a:pt x="4202" y="1048"/>
                  </a:cubicBezTo>
                  <a:cubicBezTo>
                    <a:pt x="4167" y="1048"/>
                    <a:pt x="4136" y="1042"/>
                    <a:pt x="4104" y="1036"/>
                  </a:cubicBezTo>
                  <a:cubicBezTo>
                    <a:pt x="4051" y="1027"/>
                    <a:pt x="4006" y="1009"/>
                    <a:pt x="3944" y="1000"/>
                  </a:cubicBezTo>
                  <a:lnTo>
                    <a:pt x="3890" y="1000"/>
                  </a:lnTo>
                  <a:cubicBezTo>
                    <a:pt x="3863" y="1009"/>
                    <a:pt x="3845" y="1018"/>
                    <a:pt x="3828" y="1027"/>
                  </a:cubicBezTo>
                  <a:cubicBezTo>
                    <a:pt x="3801" y="1062"/>
                    <a:pt x="3783" y="1098"/>
                    <a:pt x="3774" y="1125"/>
                  </a:cubicBezTo>
                  <a:lnTo>
                    <a:pt x="3774" y="1143"/>
                  </a:lnTo>
                  <a:cubicBezTo>
                    <a:pt x="3765" y="1160"/>
                    <a:pt x="3765" y="1160"/>
                    <a:pt x="3765" y="1169"/>
                  </a:cubicBezTo>
                  <a:lnTo>
                    <a:pt x="3756" y="1214"/>
                  </a:lnTo>
                  <a:cubicBezTo>
                    <a:pt x="3756" y="1241"/>
                    <a:pt x="3756" y="1276"/>
                    <a:pt x="3756" y="1303"/>
                  </a:cubicBezTo>
                  <a:cubicBezTo>
                    <a:pt x="3756" y="1544"/>
                    <a:pt x="3810" y="1785"/>
                    <a:pt x="3810" y="2026"/>
                  </a:cubicBezTo>
                  <a:cubicBezTo>
                    <a:pt x="3819" y="2267"/>
                    <a:pt x="3747" y="2516"/>
                    <a:pt x="3542" y="2659"/>
                  </a:cubicBezTo>
                  <a:cubicBezTo>
                    <a:pt x="3498" y="2686"/>
                    <a:pt x="3444" y="2722"/>
                    <a:pt x="3382" y="2739"/>
                  </a:cubicBezTo>
                  <a:lnTo>
                    <a:pt x="3364" y="2757"/>
                  </a:lnTo>
                  <a:lnTo>
                    <a:pt x="3346" y="2757"/>
                  </a:lnTo>
                  <a:lnTo>
                    <a:pt x="3301" y="2766"/>
                  </a:lnTo>
                  <a:cubicBezTo>
                    <a:pt x="3274" y="2775"/>
                    <a:pt x="3248" y="2775"/>
                    <a:pt x="3221" y="2775"/>
                  </a:cubicBezTo>
                  <a:cubicBezTo>
                    <a:pt x="3114" y="2766"/>
                    <a:pt x="3016" y="2695"/>
                    <a:pt x="2935" y="2597"/>
                  </a:cubicBezTo>
                  <a:cubicBezTo>
                    <a:pt x="2784" y="2400"/>
                    <a:pt x="2686" y="2151"/>
                    <a:pt x="2561" y="1910"/>
                  </a:cubicBezTo>
                  <a:cubicBezTo>
                    <a:pt x="2525" y="1856"/>
                    <a:pt x="2489" y="1794"/>
                    <a:pt x="2445" y="1740"/>
                  </a:cubicBezTo>
                  <a:cubicBezTo>
                    <a:pt x="2400" y="1678"/>
                    <a:pt x="2338" y="1624"/>
                    <a:pt x="2249" y="1598"/>
                  </a:cubicBezTo>
                  <a:cubicBezTo>
                    <a:pt x="2223" y="1592"/>
                    <a:pt x="2197" y="1587"/>
                    <a:pt x="2171" y="1587"/>
                  </a:cubicBezTo>
                  <a:cubicBezTo>
                    <a:pt x="2152" y="1587"/>
                    <a:pt x="2134" y="1590"/>
                    <a:pt x="2115" y="1598"/>
                  </a:cubicBezTo>
                  <a:lnTo>
                    <a:pt x="2070" y="1615"/>
                  </a:lnTo>
                  <a:cubicBezTo>
                    <a:pt x="2052" y="1615"/>
                    <a:pt x="2034" y="1633"/>
                    <a:pt x="2017" y="1642"/>
                  </a:cubicBezTo>
                  <a:cubicBezTo>
                    <a:pt x="1936" y="1696"/>
                    <a:pt x="1901" y="1758"/>
                    <a:pt x="1865" y="1821"/>
                  </a:cubicBezTo>
                  <a:cubicBezTo>
                    <a:pt x="1803" y="1937"/>
                    <a:pt x="1767" y="2061"/>
                    <a:pt x="1722" y="2177"/>
                  </a:cubicBezTo>
                  <a:cubicBezTo>
                    <a:pt x="1687" y="2284"/>
                    <a:pt x="1651" y="2392"/>
                    <a:pt x="1597" y="2490"/>
                  </a:cubicBezTo>
                  <a:cubicBezTo>
                    <a:pt x="1544" y="2579"/>
                    <a:pt x="1472" y="2650"/>
                    <a:pt x="1383" y="2686"/>
                  </a:cubicBezTo>
                  <a:cubicBezTo>
                    <a:pt x="1348" y="2713"/>
                    <a:pt x="1294" y="2713"/>
                    <a:pt x="1258" y="2722"/>
                  </a:cubicBezTo>
                  <a:cubicBezTo>
                    <a:pt x="1223" y="2722"/>
                    <a:pt x="1187" y="2726"/>
                    <a:pt x="1154" y="2726"/>
                  </a:cubicBezTo>
                  <a:cubicBezTo>
                    <a:pt x="1137" y="2726"/>
                    <a:pt x="1122" y="2725"/>
                    <a:pt x="1107" y="2722"/>
                  </a:cubicBezTo>
                  <a:cubicBezTo>
                    <a:pt x="1017" y="2722"/>
                    <a:pt x="928" y="2695"/>
                    <a:pt x="857" y="2659"/>
                  </a:cubicBezTo>
                  <a:cubicBezTo>
                    <a:pt x="786" y="2623"/>
                    <a:pt x="723" y="2570"/>
                    <a:pt x="670" y="2507"/>
                  </a:cubicBezTo>
                  <a:cubicBezTo>
                    <a:pt x="562" y="2392"/>
                    <a:pt x="491" y="2267"/>
                    <a:pt x="402" y="2177"/>
                  </a:cubicBezTo>
                  <a:cubicBezTo>
                    <a:pt x="357" y="2133"/>
                    <a:pt x="313" y="2097"/>
                    <a:pt x="259" y="2079"/>
                  </a:cubicBezTo>
                  <a:cubicBezTo>
                    <a:pt x="232" y="2070"/>
                    <a:pt x="215" y="2070"/>
                    <a:pt x="188" y="2061"/>
                  </a:cubicBezTo>
                  <a:lnTo>
                    <a:pt x="134" y="2061"/>
                  </a:lnTo>
                  <a:cubicBezTo>
                    <a:pt x="99" y="2061"/>
                    <a:pt x="72" y="2070"/>
                    <a:pt x="54" y="2079"/>
                  </a:cubicBezTo>
                  <a:cubicBezTo>
                    <a:pt x="36" y="2079"/>
                    <a:pt x="27" y="2088"/>
                    <a:pt x="27" y="2088"/>
                  </a:cubicBezTo>
                  <a:lnTo>
                    <a:pt x="9" y="2088"/>
                  </a:lnTo>
                  <a:cubicBezTo>
                    <a:pt x="0" y="2097"/>
                    <a:pt x="0" y="2115"/>
                    <a:pt x="9" y="2124"/>
                  </a:cubicBezTo>
                  <a:lnTo>
                    <a:pt x="45" y="2160"/>
                  </a:lnTo>
                  <a:cubicBezTo>
                    <a:pt x="54" y="2160"/>
                    <a:pt x="72" y="2151"/>
                    <a:pt x="134" y="2142"/>
                  </a:cubicBezTo>
                  <a:cubicBezTo>
                    <a:pt x="143" y="2142"/>
                    <a:pt x="161" y="2151"/>
                    <a:pt x="188" y="2151"/>
                  </a:cubicBezTo>
                  <a:cubicBezTo>
                    <a:pt x="188" y="2151"/>
                    <a:pt x="215" y="2160"/>
                    <a:pt x="232" y="2160"/>
                  </a:cubicBezTo>
                  <a:cubicBezTo>
                    <a:pt x="259" y="2177"/>
                    <a:pt x="304" y="2204"/>
                    <a:pt x="339" y="2249"/>
                  </a:cubicBezTo>
                  <a:cubicBezTo>
                    <a:pt x="411" y="2329"/>
                    <a:pt x="473" y="2454"/>
                    <a:pt x="589" y="2588"/>
                  </a:cubicBezTo>
                  <a:cubicBezTo>
                    <a:pt x="643" y="2650"/>
                    <a:pt x="714" y="2713"/>
                    <a:pt x="803" y="2766"/>
                  </a:cubicBezTo>
                  <a:cubicBezTo>
                    <a:pt x="893" y="2811"/>
                    <a:pt x="991" y="2846"/>
                    <a:pt x="1107" y="2855"/>
                  </a:cubicBezTo>
                  <a:lnTo>
                    <a:pt x="1258" y="2855"/>
                  </a:lnTo>
                  <a:cubicBezTo>
                    <a:pt x="1330" y="2838"/>
                    <a:pt x="1383" y="2838"/>
                    <a:pt x="1437" y="2811"/>
                  </a:cubicBezTo>
                  <a:cubicBezTo>
                    <a:pt x="1553" y="2757"/>
                    <a:pt x="1651" y="2668"/>
                    <a:pt x="1713" y="2561"/>
                  </a:cubicBezTo>
                  <a:cubicBezTo>
                    <a:pt x="1847" y="2347"/>
                    <a:pt x="1892" y="2097"/>
                    <a:pt x="1999" y="1892"/>
                  </a:cubicBezTo>
                  <a:cubicBezTo>
                    <a:pt x="2026" y="1847"/>
                    <a:pt x="2061" y="1794"/>
                    <a:pt x="2088" y="1776"/>
                  </a:cubicBezTo>
                  <a:cubicBezTo>
                    <a:pt x="2097" y="1767"/>
                    <a:pt x="2097" y="1758"/>
                    <a:pt x="2115" y="1758"/>
                  </a:cubicBezTo>
                  <a:lnTo>
                    <a:pt x="2159" y="1740"/>
                  </a:lnTo>
                  <a:cubicBezTo>
                    <a:pt x="2162" y="1737"/>
                    <a:pt x="2167" y="1736"/>
                    <a:pt x="2173" y="1736"/>
                  </a:cubicBezTo>
                  <a:cubicBezTo>
                    <a:pt x="2185" y="1736"/>
                    <a:pt x="2201" y="1740"/>
                    <a:pt x="2213" y="1740"/>
                  </a:cubicBezTo>
                  <a:cubicBezTo>
                    <a:pt x="2293" y="1758"/>
                    <a:pt x="2365" y="1874"/>
                    <a:pt x="2427" y="1990"/>
                  </a:cubicBezTo>
                  <a:cubicBezTo>
                    <a:pt x="2552" y="2213"/>
                    <a:pt x="2641" y="2472"/>
                    <a:pt x="2820" y="2695"/>
                  </a:cubicBezTo>
                  <a:cubicBezTo>
                    <a:pt x="2909" y="2802"/>
                    <a:pt x="3051" y="2909"/>
                    <a:pt x="3212" y="2918"/>
                  </a:cubicBezTo>
                  <a:cubicBezTo>
                    <a:pt x="3221" y="2918"/>
                    <a:pt x="3230" y="2919"/>
                    <a:pt x="3239" y="2919"/>
                  </a:cubicBezTo>
                  <a:cubicBezTo>
                    <a:pt x="3402" y="2919"/>
                    <a:pt x="3512" y="2842"/>
                    <a:pt x="3622" y="2766"/>
                  </a:cubicBezTo>
                  <a:cubicBezTo>
                    <a:pt x="3747" y="2686"/>
                    <a:pt x="3828" y="2561"/>
                    <a:pt x="3881" y="2427"/>
                  </a:cubicBezTo>
                  <a:cubicBezTo>
                    <a:pt x="3926" y="2293"/>
                    <a:pt x="3944" y="2160"/>
                    <a:pt x="3935" y="2026"/>
                  </a:cubicBezTo>
                  <a:cubicBezTo>
                    <a:pt x="3935" y="1767"/>
                    <a:pt x="3872" y="1526"/>
                    <a:pt x="3854" y="1303"/>
                  </a:cubicBezTo>
                  <a:cubicBezTo>
                    <a:pt x="3854" y="1213"/>
                    <a:pt x="3862" y="1086"/>
                    <a:pt x="3918" y="1086"/>
                  </a:cubicBezTo>
                  <a:cubicBezTo>
                    <a:pt x="3923" y="1086"/>
                    <a:pt x="3929" y="1087"/>
                    <a:pt x="3935" y="1089"/>
                  </a:cubicBezTo>
                  <a:cubicBezTo>
                    <a:pt x="3979" y="1098"/>
                    <a:pt x="4033" y="1116"/>
                    <a:pt x="4086" y="1116"/>
                  </a:cubicBezTo>
                  <a:cubicBezTo>
                    <a:pt x="4124" y="1122"/>
                    <a:pt x="4162" y="1128"/>
                    <a:pt x="4203" y="1128"/>
                  </a:cubicBezTo>
                  <a:cubicBezTo>
                    <a:pt x="4220" y="1128"/>
                    <a:pt x="4238" y="1127"/>
                    <a:pt x="4256" y="1125"/>
                  </a:cubicBezTo>
                  <a:cubicBezTo>
                    <a:pt x="4363" y="1107"/>
                    <a:pt x="4452" y="1062"/>
                    <a:pt x="4532" y="1009"/>
                  </a:cubicBezTo>
                  <a:lnTo>
                    <a:pt x="4586" y="964"/>
                  </a:lnTo>
                  <a:cubicBezTo>
                    <a:pt x="4604" y="946"/>
                    <a:pt x="4622" y="928"/>
                    <a:pt x="4639" y="911"/>
                  </a:cubicBezTo>
                  <a:cubicBezTo>
                    <a:pt x="4657" y="866"/>
                    <a:pt x="4675" y="830"/>
                    <a:pt x="4693" y="786"/>
                  </a:cubicBezTo>
                  <a:cubicBezTo>
                    <a:pt x="4755" y="634"/>
                    <a:pt x="4773" y="491"/>
                    <a:pt x="4782" y="366"/>
                  </a:cubicBezTo>
                  <a:cubicBezTo>
                    <a:pt x="4800" y="250"/>
                    <a:pt x="4782" y="161"/>
                    <a:pt x="4782" y="99"/>
                  </a:cubicBezTo>
                  <a:cubicBezTo>
                    <a:pt x="4782" y="36"/>
                    <a:pt x="4782" y="1"/>
                    <a:pt x="47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3" name="Google Shape;1653;p43"/>
            <p:cNvSpPr/>
            <p:nvPr/>
          </p:nvSpPr>
          <p:spPr>
            <a:xfrm>
              <a:off x="6313350" y="3504775"/>
              <a:ext cx="40825" cy="12325"/>
            </a:xfrm>
            <a:custGeom>
              <a:avLst/>
              <a:gdLst/>
              <a:ahLst/>
              <a:cxnLst/>
              <a:rect l="l" t="t" r="r" b="b"/>
              <a:pathLst>
                <a:path w="1633" h="493" extrusionOk="0">
                  <a:moveTo>
                    <a:pt x="1593" y="1"/>
                  </a:moveTo>
                  <a:cubicBezTo>
                    <a:pt x="1585" y="1"/>
                    <a:pt x="1577" y="4"/>
                    <a:pt x="1570" y="11"/>
                  </a:cubicBezTo>
                  <a:lnTo>
                    <a:pt x="1561" y="11"/>
                  </a:lnTo>
                  <a:cubicBezTo>
                    <a:pt x="1561" y="11"/>
                    <a:pt x="1544" y="20"/>
                    <a:pt x="1508" y="46"/>
                  </a:cubicBezTo>
                  <a:cubicBezTo>
                    <a:pt x="1463" y="64"/>
                    <a:pt x="1401" y="100"/>
                    <a:pt x="1330" y="136"/>
                  </a:cubicBezTo>
                  <a:cubicBezTo>
                    <a:pt x="1303" y="153"/>
                    <a:pt x="1258" y="171"/>
                    <a:pt x="1222" y="189"/>
                  </a:cubicBezTo>
                  <a:cubicBezTo>
                    <a:pt x="1178" y="207"/>
                    <a:pt x="1133" y="225"/>
                    <a:pt x="1089" y="243"/>
                  </a:cubicBezTo>
                  <a:cubicBezTo>
                    <a:pt x="999" y="278"/>
                    <a:pt x="901" y="314"/>
                    <a:pt x="803" y="323"/>
                  </a:cubicBezTo>
                  <a:cubicBezTo>
                    <a:pt x="750" y="332"/>
                    <a:pt x="705" y="341"/>
                    <a:pt x="652" y="341"/>
                  </a:cubicBezTo>
                  <a:cubicBezTo>
                    <a:pt x="607" y="341"/>
                    <a:pt x="553" y="341"/>
                    <a:pt x="509" y="332"/>
                  </a:cubicBezTo>
                  <a:cubicBezTo>
                    <a:pt x="464" y="332"/>
                    <a:pt x="420" y="314"/>
                    <a:pt x="384" y="305"/>
                  </a:cubicBezTo>
                  <a:cubicBezTo>
                    <a:pt x="339" y="287"/>
                    <a:pt x="304" y="278"/>
                    <a:pt x="277" y="260"/>
                  </a:cubicBezTo>
                  <a:cubicBezTo>
                    <a:pt x="241" y="243"/>
                    <a:pt x="214" y="216"/>
                    <a:pt x="188" y="207"/>
                  </a:cubicBezTo>
                  <a:cubicBezTo>
                    <a:pt x="170" y="198"/>
                    <a:pt x="143" y="162"/>
                    <a:pt x="125" y="153"/>
                  </a:cubicBezTo>
                  <a:cubicBezTo>
                    <a:pt x="89" y="127"/>
                    <a:pt x="72" y="109"/>
                    <a:pt x="72" y="109"/>
                  </a:cubicBezTo>
                  <a:cubicBezTo>
                    <a:pt x="63" y="100"/>
                    <a:pt x="52" y="95"/>
                    <a:pt x="42" y="95"/>
                  </a:cubicBezTo>
                  <a:cubicBezTo>
                    <a:pt x="32" y="95"/>
                    <a:pt x="23" y="100"/>
                    <a:pt x="18" y="109"/>
                  </a:cubicBezTo>
                  <a:cubicBezTo>
                    <a:pt x="0" y="118"/>
                    <a:pt x="0" y="144"/>
                    <a:pt x="9" y="162"/>
                  </a:cubicBezTo>
                  <a:cubicBezTo>
                    <a:pt x="9" y="162"/>
                    <a:pt x="27" y="180"/>
                    <a:pt x="54" y="216"/>
                  </a:cubicBezTo>
                  <a:cubicBezTo>
                    <a:pt x="81" y="243"/>
                    <a:pt x="81" y="260"/>
                    <a:pt x="116" y="287"/>
                  </a:cubicBezTo>
                  <a:cubicBezTo>
                    <a:pt x="143" y="305"/>
                    <a:pt x="170" y="332"/>
                    <a:pt x="205" y="359"/>
                  </a:cubicBezTo>
                  <a:cubicBezTo>
                    <a:pt x="250" y="385"/>
                    <a:pt x="286" y="403"/>
                    <a:pt x="339" y="430"/>
                  </a:cubicBezTo>
                  <a:cubicBezTo>
                    <a:pt x="384" y="448"/>
                    <a:pt x="437" y="466"/>
                    <a:pt x="491" y="475"/>
                  </a:cubicBezTo>
                  <a:cubicBezTo>
                    <a:pt x="544" y="483"/>
                    <a:pt x="598" y="492"/>
                    <a:pt x="652" y="492"/>
                  </a:cubicBezTo>
                  <a:cubicBezTo>
                    <a:pt x="714" y="492"/>
                    <a:pt x="767" y="483"/>
                    <a:pt x="830" y="475"/>
                  </a:cubicBezTo>
                  <a:cubicBezTo>
                    <a:pt x="937" y="457"/>
                    <a:pt x="1044" y="421"/>
                    <a:pt x="1142" y="376"/>
                  </a:cubicBezTo>
                  <a:cubicBezTo>
                    <a:pt x="1196" y="359"/>
                    <a:pt x="1240" y="332"/>
                    <a:pt x="1276" y="305"/>
                  </a:cubicBezTo>
                  <a:cubicBezTo>
                    <a:pt x="1321" y="287"/>
                    <a:pt x="1356" y="260"/>
                    <a:pt x="1392" y="243"/>
                  </a:cubicBezTo>
                  <a:cubicBezTo>
                    <a:pt x="1463" y="189"/>
                    <a:pt x="1517" y="153"/>
                    <a:pt x="1553" y="127"/>
                  </a:cubicBezTo>
                  <a:cubicBezTo>
                    <a:pt x="1588" y="91"/>
                    <a:pt x="1615" y="73"/>
                    <a:pt x="1615" y="73"/>
                  </a:cubicBezTo>
                  <a:cubicBezTo>
                    <a:pt x="1624" y="55"/>
                    <a:pt x="1633" y="37"/>
                    <a:pt x="1624" y="20"/>
                  </a:cubicBezTo>
                  <a:cubicBezTo>
                    <a:pt x="1618" y="9"/>
                    <a:pt x="1606" y="1"/>
                    <a:pt x="15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4" name="Google Shape;1654;p43"/>
            <p:cNvSpPr/>
            <p:nvPr/>
          </p:nvSpPr>
          <p:spPr>
            <a:xfrm>
              <a:off x="6113075" y="3511275"/>
              <a:ext cx="118675" cy="27725"/>
            </a:xfrm>
            <a:custGeom>
              <a:avLst/>
              <a:gdLst/>
              <a:ahLst/>
              <a:cxnLst/>
              <a:rect l="l" t="t" r="r" b="b"/>
              <a:pathLst>
                <a:path w="4747" h="1109" extrusionOk="0">
                  <a:moveTo>
                    <a:pt x="63" y="0"/>
                  </a:moveTo>
                  <a:cubicBezTo>
                    <a:pt x="45" y="0"/>
                    <a:pt x="18" y="9"/>
                    <a:pt x="9" y="27"/>
                  </a:cubicBezTo>
                  <a:cubicBezTo>
                    <a:pt x="0" y="45"/>
                    <a:pt x="9" y="72"/>
                    <a:pt x="36" y="81"/>
                  </a:cubicBezTo>
                  <a:cubicBezTo>
                    <a:pt x="36" y="81"/>
                    <a:pt x="98" y="107"/>
                    <a:pt x="223" y="152"/>
                  </a:cubicBezTo>
                  <a:cubicBezTo>
                    <a:pt x="348" y="206"/>
                    <a:pt x="527" y="268"/>
                    <a:pt x="741" y="339"/>
                  </a:cubicBezTo>
                  <a:cubicBezTo>
                    <a:pt x="955" y="402"/>
                    <a:pt x="1205" y="482"/>
                    <a:pt x="1481" y="554"/>
                  </a:cubicBezTo>
                  <a:cubicBezTo>
                    <a:pt x="1615" y="589"/>
                    <a:pt x="1758" y="625"/>
                    <a:pt x="1900" y="661"/>
                  </a:cubicBezTo>
                  <a:cubicBezTo>
                    <a:pt x="2043" y="687"/>
                    <a:pt x="2186" y="723"/>
                    <a:pt x="2337" y="750"/>
                  </a:cubicBezTo>
                  <a:cubicBezTo>
                    <a:pt x="2480" y="785"/>
                    <a:pt x="2623" y="821"/>
                    <a:pt x="2775" y="839"/>
                  </a:cubicBezTo>
                  <a:cubicBezTo>
                    <a:pt x="2917" y="866"/>
                    <a:pt x="3060" y="893"/>
                    <a:pt x="3203" y="919"/>
                  </a:cubicBezTo>
                  <a:cubicBezTo>
                    <a:pt x="3479" y="964"/>
                    <a:pt x="3738" y="1000"/>
                    <a:pt x="3961" y="1026"/>
                  </a:cubicBezTo>
                  <a:cubicBezTo>
                    <a:pt x="4407" y="1080"/>
                    <a:pt x="4702" y="1107"/>
                    <a:pt x="4702" y="1107"/>
                  </a:cubicBezTo>
                  <a:cubicBezTo>
                    <a:pt x="4705" y="1108"/>
                    <a:pt x="4708" y="1109"/>
                    <a:pt x="4712" y="1109"/>
                  </a:cubicBezTo>
                  <a:cubicBezTo>
                    <a:pt x="4728" y="1109"/>
                    <a:pt x="4746" y="1094"/>
                    <a:pt x="4746" y="1080"/>
                  </a:cubicBezTo>
                  <a:cubicBezTo>
                    <a:pt x="4746" y="1053"/>
                    <a:pt x="4737" y="1035"/>
                    <a:pt x="4710" y="1035"/>
                  </a:cubicBezTo>
                  <a:cubicBezTo>
                    <a:pt x="4710" y="1035"/>
                    <a:pt x="4416" y="982"/>
                    <a:pt x="3979" y="910"/>
                  </a:cubicBezTo>
                  <a:cubicBezTo>
                    <a:pt x="3863" y="893"/>
                    <a:pt x="3747" y="875"/>
                    <a:pt x="3622" y="857"/>
                  </a:cubicBezTo>
                  <a:cubicBezTo>
                    <a:pt x="3497" y="830"/>
                    <a:pt x="3363" y="803"/>
                    <a:pt x="3221" y="777"/>
                  </a:cubicBezTo>
                  <a:cubicBezTo>
                    <a:pt x="3087" y="750"/>
                    <a:pt x="2944" y="723"/>
                    <a:pt x="2801" y="696"/>
                  </a:cubicBezTo>
                  <a:cubicBezTo>
                    <a:pt x="2659" y="669"/>
                    <a:pt x="2507" y="634"/>
                    <a:pt x="2364" y="607"/>
                  </a:cubicBezTo>
                  <a:cubicBezTo>
                    <a:pt x="2222" y="580"/>
                    <a:pt x="2070" y="545"/>
                    <a:pt x="1927" y="518"/>
                  </a:cubicBezTo>
                  <a:cubicBezTo>
                    <a:pt x="1784" y="482"/>
                    <a:pt x="1651" y="446"/>
                    <a:pt x="1517" y="411"/>
                  </a:cubicBezTo>
                  <a:cubicBezTo>
                    <a:pt x="1240" y="348"/>
                    <a:pt x="990" y="277"/>
                    <a:pt x="776" y="223"/>
                  </a:cubicBezTo>
                  <a:cubicBezTo>
                    <a:pt x="562" y="161"/>
                    <a:pt x="384" y="107"/>
                    <a:pt x="259" y="72"/>
                  </a:cubicBezTo>
                  <a:cubicBezTo>
                    <a:pt x="134" y="27"/>
                    <a:pt x="63" y="0"/>
                    <a:pt x="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5" name="Google Shape;1655;p43"/>
            <p:cNvSpPr/>
            <p:nvPr/>
          </p:nvSpPr>
          <p:spPr>
            <a:xfrm>
              <a:off x="6136050" y="3482425"/>
              <a:ext cx="130250" cy="72450"/>
            </a:xfrm>
            <a:custGeom>
              <a:avLst/>
              <a:gdLst/>
              <a:ahLst/>
              <a:cxnLst/>
              <a:rect l="l" t="t" r="r" b="b"/>
              <a:pathLst>
                <a:path w="5210" h="2898" extrusionOk="0">
                  <a:moveTo>
                    <a:pt x="84" y="0"/>
                  </a:moveTo>
                  <a:cubicBezTo>
                    <a:pt x="72" y="0"/>
                    <a:pt x="62" y="8"/>
                    <a:pt x="62" y="21"/>
                  </a:cubicBezTo>
                  <a:cubicBezTo>
                    <a:pt x="45" y="66"/>
                    <a:pt x="27" y="102"/>
                    <a:pt x="18" y="146"/>
                  </a:cubicBezTo>
                  <a:cubicBezTo>
                    <a:pt x="9" y="200"/>
                    <a:pt x="0" y="253"/>
                    <a:pt x="9" y="298"/>
                  </a:cubicBezTo>
                  <a:cubicBezTo>
                    <a:pt x="9" y="343"/>
                    <a:pt x="18" y="396"/>
                    <a:pt x="36" y="441"/>
                  </a:cubicBezTo>
                  <a:cubicBezTo>
                    <a:pt x="45" y="485"/>
                    <a:pt x="71" y="530"/>
                    <a:pt x="98" y="575"/>
                  </a:cubicBezTo>
                  <a:cubicBezTo>
                    <a:pt x="143" y="655"/>
                    <a:pt x="205" y="735"/>
                    <a:pt x="286" y="798"/>
                  </a:cubicBezTo>
                  <a:cubicBezTo>
                    <a:pt x="321" y="824"/>
                    <a:pt x="357" y="851"/>
                    <a:pt x="401" y="878"/>
                  </a:cubicBezTo>
                  <a:cubicBezTo>
                    <a:pt x="446" y="896"/>
                    <a:pt x="491" y="922"/>
                    <a:pt x="535" y="931"/>
                  </a:cubicBezTo>
                  <a:cubicBezTo>
                    <a:pt x="610" y="959"/>
                    <a:pt x="685" y="970"/>
                    <a:pt x="760" y="970"/>
                  </a:cubicBezTo>
                  <a:cubicBezTo>
                    <a:pt x="783" y="970"/>
                    <a:pt x="807" y="969"/>
                    <a:pt x="830" y="967"/>
                  </a:cubicBezTo>
                  <a:cubicBezTo>
                    <a:pt x="892" y="958"/>
                    <a:pt x="928" y="940"/>
                    <a:pt x="972" y="931"/>
                  </a:cubicBezTo>
                  <a:cubicBezTo>
                    <a:pt x="1017" y="922"/>
                    <a:pt x="1062" y="905"/>
                    <a:pt x="1106" y="896"/>
                  </a:cubicBezTo>
                  <a:cubicBezTo>
                    <a:pt x="1204" y="860"/>
                    <a:pt x="1285" y="824"/>
                    <a:pt x="1374" y="780"/>
                  </a:cubicBezTo>
                  <a:cubicBezTo>
                    <a:pt x="1434" y="739"/>
                    <a:pt x="1495" y="704"/>
                    <a:pt x="1555" y="659"/>
                  </a:cubicBezTo>
                  <a:lnTo>
                    <a:pt x="1555" y="659"/>
                  </a:lnTo>
                  <a:cubicBezTo>
                    <a:pt x="1625" y="757"/>
                    <a:pt x="1702" y="840"/>
                    <a:pt x="1784" y="922"/>
                  </a:cubicBezTo>
                  <a:cubicBezTo>
                    <a:pt x="1838" y="976"/>
                    <a:pt x="1891" y="1021"/>
                    <a:pt x="1954" y="1065"/>
                  </a:cubicBezTo>
                  <a:lnTo>
                    <a:pt x="2034" y="1128"/>
                  </a:lnTo>
                  <a:cubicBezTo>
                    <a:pt x="2070" y="1145"/>
                    <a:pt x="2096" y="1163"/>
                    <a:pt x="2132" y="1181"/>
                  </a:cubicBezTo>
                  <a:lnTo>
                    <a:pt x="2221" y="1235"/>
                  </a:lnTo>
                  <a:lnTo>
                    <a:pt x="2328" y="1270"/>
                  </a:lnTo>
                  <a:cubicBezTo>
                    <a:pt x="2364" y="1288"/>
                    <a:pt x="2391" y="1297"/>
                    <a:pt x="2435" y="1306"/>
                  </a:cubicBezTo>
                  <a:lnTo>
                    <a:pt x="2534" y="1333"/>
                  </a:lnTo>
                  <a:cubicBezTo>
                    <a:pt x="2580" y="1338"/>
                    <a:pt x="2625" y="1341"/>
                    <a:pt x="2671" y="1341"/>
                  </a:cubicBezTo>
                  <a:cubicBezTo>
                    <a:pt x="2776" y="1341"/>
                    <a:pt x="2880" y="1326"/>
                    <a:pt x="2980" y="1288"/>
                  </a:cubicBezTo>
                  <a:cubicBezTo>
                    <a:pt x="3113" y="1235"/>
                    <a:pt x="3238" y="1137"/>
                    <a:pt x="3337" y="1119"/>
                  </a:cubicBezTo>
                  <a:lnTo>
                    <a:pt x="3372" y="1119"/>
                  </a:lnTo>
                  <a:cubicBezTo>
                    <a:pt x="3390" y="1119"/>
                    <a:pt x="3399" y="1119"/>
                    <a:pt x="3408" y="1128"/>
                  </a:cubicBezTo>
                  <a:cubicBezTo>
                    <a:pt x="3435" y="1128"/>
                    <a:pt x="3461" y="1145"/>
                    <a:pt x="3479" y="1154"/>
                  </a:cubicBezTo>
                  <a:cubicBezTo>
                    <a:pt x="3488" y="1163"/>
                    <a:pt x="3506" y="1172"/>
                    <a:pt x="3515" y="1181"/>
                  </a:cubicBezTo>
                  <a:cubicBezTo>
                    <a:pt x="3515" y="1190"/>
                    <a:pt x="3524" y="1190"/>
                    <a:pt x="3524" y="1208"/>
                  </a:cubicBezTo>
                  <a:cubicBezTo>
                    <a:pt x="3542" y="1226"/>
                    <a:pt x="3551" y="1253"/>
                    <a:pt x="3560" y="1279"/>
                  </a:cubicBezTo>
                  <a:cubicBezTo>
                    <a:pt x="3595" y="1404"/>
                    <a:pt x="3613" y="1538"/>
                    <a:pt x="3631" y="1672"/>
                  </a:cubicBezTo>
                  <a:cubicBezTo>
                    <a:pt x="3640" y="1806"/>
                    <a:pt x="3658" y="1948"/>
                    <a:pt x="3684" y="2082"/>
                  </a:cubicBezTo>
                  <a:cubicBezTo>
                    <a:pt x="3711" y="2225"/>
                    <a:pt x="3747" y="2359"/>
                    <a:pt x="3818" y="2493"/>
                  </a:cubicBezTo>
                  <a:cubicBezTo>
                    <a:pt x="3881" y="2626"/>
                    <a:pt x="3979" y="2742"/>
                    <a:pt x="4113" y="2814"/>
                  </a:cubicBezTo>
                  <a:cubicBezTo>
                    <a:pt x="4148" y="2840"/>
                    <a:pt x="4184" y="2849"/>
                    <a:pt x="4211" y="2867"/>
                  </a:cubicBezTo>
                  <a:cubicBezTo>
                    <a:pt x="4238" y="2876"/>
                    <a:pt x="4246" y="2876"/>
                    <a:pt x="4273" y="2885"/>
                  </a:cubicBezTo>
                  <a:cubicBezTo>
                    <a:pt x="4291" y="2894"/>
                    <a:pt x="4300" y="2894"/>
                    <a:pt x="4327" y="2894"/>
                  </a:cubicBezTo>
                  <a:cubicBezTo>
                    <a:pt x="4340" y="2897"/>
                    <a:pt x="4354" y="2898"/>
                    <a:pt x="4368" y="2898"/>
                  </a:cubicBezTo>
                  <a:cubicBezTo>
                    <a:pt x="4443" y="2898"/>
                    <a:pt x="4515" y="2859"/>
                    <a:pt x="4568" y="2814"/>
                  </a:cubicBezTo>
                  <a:cubicBezTo>
                    <a:pt x="4675" y="2698"/>
                    <a:pt x="4719" y="2564"/>
                    <a:pt x="4764" y="2430"/>
                  </a:cubicBezTo>
                  <a:cubicBezTo>
                    <a:pt x="4808" y="2287"/>
                    <a:pt x="4835" y="2162"/>
                    <a:pt x="4862" y="2029"/>
                  </a:cubicBezTo>
                  <a:cubicBezTo>
                    <a:pt x="4898" y="1895"/>
                    <a:pt x="4916" y="1752"/>
                    <a:pt x="4942" y="1618"/>
                  </a:cubicBezTo>
                  <a:cubicBezTo>
                    <a:pt x="4969" y="1484"/>
                    <a:pt x="4978" y="1351"/>
                    <a:pt x="5023" y="1217"/>
                  </a:cubicBezTo>
                  <a:cubicBezTo>
                    <a:pt x="5040" y="1154"/>
                    <a:pt x="5049" y="1083"/>
                    <a:pt x="5076" y="1021"/>
                  </a:cubicBezTo>
                  <a:cubicBezTo>
                    <a:pt x="5103" y="967"/>
                    <a:pt x="5139" y="896"/>
                    <a:pt x="5192" y="887"/>
                  </a:cubicBezTo>
                  <a:cubicBezTo>
                    <a:pt x="5201" y="887"/>
                    <a:pt x="5210" y="869"/>
                    <a:pt x="5210" y="860"/>
                  </a:cubicBezTo>
                  <a:cubicBezTo>
                    <a:pt x="5204" y="854"/>
                    <a:pt x="5197" y="847"/>
                    <a:pt x="5191" y="847"/>
                  </a:cubicBezTo>
                  <a:cubicBezTo>
                    <a:pt x="5188" y="847"/>
                    <a:pt x="5186" y="848"/>
                    <a:pt x="5183" y="851"/>
                  </a:cubicBezTo>
                  <a:cubicBezTo>
                    <a:pt x="5103" y="869"/>
                    <a:pt x="5067" y="949"/>
                    <a:pt x="5032" y="1003"/>
                  </a:cubicBezTo>
                  <a:cubicBezTo>
                    <a:pt x="5005" y="1065"/>
                    <a:pt x="4987" y="1137"/>
                    <a:pt x="4969" y="1199"/>
                  </a:cubicBezTo>
                  <a:cubicBezTo>
                    <a:pt x="4916" y="1333"/>
                    <a:pt x="4898" y="1467"/>
                    <a:pt x="4862" y="1600"/>
                  </a:cubicBezTo>
                  <a:lnTo>
                    <a:pt x="4773" y="2002"/>
                  </a:lnTo>
                  <a:cubicBezTo>
                    <a:pt x="4737" y="2136"/>
                    <a:pt x="4710" y="2270"/>
                    <a:pt x="4666" y="2394"/>
                  </a:cubicBezTo>
                  <a:cubicBezTo>
                    <a:pt x="4621" y="2519"/>
                    <a:pt x="4568" y="2644"/>
                    <a:pt x="4487" y="2725"/>
                  </a:cubicBezTo>
                  <a:cubicBezTo>
                    <a:pt x="4443" y="2760"/>
                    <a:pt x="4389" y="2778"/>
                    <a:pt x="4345" y="2778"/>
                  </a:cubicBezTo>
                  <a:cubicBezTo>
                    <a:pt x="4336" y="2778"/>
                    <a:pt x="4318" y="2769"/>
                    <a:pt x="4300" y="2769"/>
                  </a:cubicBezTo>
                  <a:cubicBezTo>
                    <a:pt x="4291" y="2760"/>
                    <a:pt x="4273" y="2751"/>
                    <a:pt x="4264" y="2751"/>
                  </a:cubicBezTo>
                  <a:cubicBezTo>
                    <a:pt x="4238" y="2733"/>
                    <a:pt x="4202" y="2725"/>
                    <a:pt x="4175" y="2707"/>
                  </a:cubicBezTo>
                  <a:cubicBezTo>
                    <a:pt x="4077" y="2644"/>
                    <a:pt x="3988" y="2546"/>
                    <a:pt x="3934" y="2430"/>
                  </a:cubicBezTo>
                  <a:cubicBezTo>
                    <a:pt x="3881" y="2323"/>
                    <a:pt x="3845" y="2189"/>
                    <a:pt x="3818" y="2055"/>
                  </a:cubicBezTo>
                  <a:cubicBezTo>
                    <a:pt x="3800" y="1931"/>
                    <a:pt x="3783" y="1797"/>
                    <a:pt x="3774" y="1654"/>
                  </a:cubicBezTo>
                  <a:cubicBezTo>
                    <a:pt x="3756" y="1520"/>
                    <a:pt x="3747" y="1377"/>
                    <a:pt x="3702" y="1235"/>
                  </a:cubicBezTo>
                  <a:cubicBezTo>
                    <a:pt x="3693" y="1199"/>
                    <a:pt x="3676" y="1163"/>
                    <a:pt x="3658" y="1128"/>
                  </a:cubicBezTo>
                  <a:cubicBezTo>
                    <a:pt x="3649" y="1110"/>
                    <a:pt x="3622" y="1092"/>
                    <a:pt x="3613" y="1065"/>
                  </a:cubicBezTo>
                  <a:cubicBezTo>
                    <a:pt x="3595" y="1047"/>
                    <a:pt x="3577" y="1047"/>
                    <a:pt x="3568" y="1030"/>
                  </a:cubicBezTo>
                  <a:cubicBezTo>
                    <a:pt x="3515" y="1003"/>
                    <a:pt x="3488" y="994"/>
                    <a:pt x="3444" y="976"/>
                  </a:cubicBezTo>
                  <a:cubicBezTo>
                    <a:pt x="3426" y="976"/>
                    <a:pt x="3399" y="967"/>
                    <a:pt x="3381" y="967"/>
                  </a:cubicBezTo>
                  <a:cubicBezTo>
                    <a:pt x="3354" y="967"/>
                    <a:pt x="3337" y="967"/>
                    <a:pt x="3310" y="976"/>
                  </a:cubicBezTo>
                  <a:cubicBezTo>
                    <a:pt x="3140" y="1012"/>
                    <a:pt x="3042" y="1110"/>
                    <a:pt x="2926" y="1145"/>
                  </a:cubicBezTo>
                  <a:cubicBezTo>
                    <a:pt x="2840" y="1179"/>
                    <a:pt x="2749" y="1197"/>
                    <a:pt x="2657" y="1197"/>
                  </a:cubicBezTo>
                  <a:cubicBezTo>
                    <a:pt x="2625" y="1197"/>
                    <a:pt x="2593" y="1195"/>
                    <a:pt x="2560" y="1190"/>
                  </a:cubicBezTo>
                  <a:lnTo>
                    <a:pt x="2462" y="1172"/>
                  </a:lnTo>
                  <a:cubicBezTo>
                    <a:pt x="2435" y="1163"/>
                    <a:pt x="2400" y="1145"/>
                    <a:pt x="2373" y="1137"/>
                  </a:cubicBezTo>
                  <a:lnTo>
                    <a:pt x="2284" y="1110"/>
                  </a:lnTo>
                  <a:lnTo>
                    <a:pt x="2195" y="1056"/>
                  </a:lnTo>
                  <a:cubicBezTo>
                    <a:pt x="2168" y="1047"/>
                    <a:pt x="2141" y="1030"/>
                    <a:pt x="2114" y="1012"/>
                  </a:cubicBezTo>
                  <a:lnTo>
                    <a:pt x="2034" y="949"/>
                  </a:lnTo>
                  <a:cubicBezTo>
                    <a:pt x="1981" y="914"/>
                    <a:pt x="1936" y="869"/>
                    <a:pt x="1882" y="824"/>
                  </a:cubicBezTo>
                  <a:cubicBezTo>
                    <a:pt x="1793" y="735"/>
                    <a:pt x="1695" y="637"/>
                    <a:pt x="1624" y="530"/>
                  </a:cubicBezTo>
                  <a:lnTo>
                    <a:pt x="1615" y="521"/>
                  </a:lnTo>
                  <a:cubicBezTo>
                    <a:pt x="1601" y="508"/>
                    <a:pt x="1586" y="501"/>
                    <a:pt x="1570" y="501"/>
                  </a:cubicBezTo>
                  <a:cubicBezTo>
                    <a:pt x="1555" y="501"/>
                    <a:pt x="1539" y="508"/>
                    <a:pt x="1526" y="521"/>
                  </a:cubicBezTo>
                  <a:cubicBezTo>
                    <a:pt x="1463" y="575"/>
                    <a:pt x="1383" y="628"/>
                    <a:pt x="1311" y="673"/>
                  </a:cubicBezTo>
                  <a:cubicBezTo>
                    <a:pt x="1231" y="708"/>
                    <a:pt x="1151" y="753"/>
                    <a:pt x="1071" y="780"/>
                  </a:cubicBezTo>
                  <a:cubicBezTo>
                    <a:pt x="1035" y="798"/>
                    <a:pt x="990" y="815"/>
                    <a:pt x="946" y="824"/>
                  </a:cubicBezTo>
                  <a:cubicBezTo>
                    <a:pt x="901" y="833"/>
                    <a:pt x="856" y="851"/>
                    <a:pt x="821" y="851"/>
                  </a:cubicBezTo>
                  <a:cubicBezTo>
                    <a:pt x="789" y="857"/>
                    <a:pt x="759" y="860"/>
                    <a:pt x="729" y="860"/>
                  </a:cubicBezTo>
                  <a:cubicBezTo>
                    <a:pt x="675" y="860"/>
                    <a:pt x="623" y="851"/>
                    <a:pt x="571" y="833"/>
                  </a:cubicBezTo>
                  <a:cubicBezTo>
                    <a:pt x="526" y="824"/>
                    <a:pt x="491" y="806"/>
                    <a:pt x="446" y="789"/>
                  </a:cubicBezTo>
                  <a:cubicBezTo>
                    <a:pt x="410" y="771"/>
                    <a:pt x="375" y="753"/>
                    <a:pt x="339" y="726"/>
                  </a:cubicBezTo>
                  <a:cubicBezTo>
                    <a:pt x="268" y="673"/>
                    <a:pt x="205" y="610"/>
                    <a:pt x="161" y="530"/>
                  </a:cubicBezTo>
                  <a:cubicBezTo>
                    <a:pt x="134" y="494"/>
                    <a:pt x="116" y="459"/>
                    <a:pt x="98" y="414"/>
                  </a:cubicBezTo>
                  <a:cubicBezTo>
                    <a:pt x="89" y="378"/>
                    <a:pt x="71" y="343"/>
                    <a:pt x="71" y="289"/>
                  </a:cubicBezTo>
                  <a:cubicBezTo>
                    <a:pt x="62" y="244"/>
                    <a:pt x="71" y="209"/>
                    <a:pt x="71" y="164"/>
                  </a:cubicBezTo>
                  <a:cubicBezTo>
                    <a:pt x="80" y="120"/>
                    <a:pt x="98" y="75"/>
                    <a:pt x="107" y="30"/>
                  </a:cubicBezTo>
                  <a:cubicBezTo>
                    <a:pt x="116" y="21"/>
                    <a:pt x="107" y="4"/>
                    <a:pt x="98" y="4"/>
                  </a:cubicBezTo>
                  <a:cubicBezTo>
                    <a:pt x="93" y="1"/>
                    <a:pt x="89" y="0"/>
                    <a:pt x="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6" name="Google Shape;1656;p43"/>
            <p:cNvSpPr/>
            <p:nvPr/>
          </p:nvSpPr>
          <p:spPr>
            <a:xfrm>
              <a:off x="6314225" y="3173625"/>
              <a:ext cx="46200" cy="23350"/>
            </a:xfrm>
            <a:custGeom>
              <a:avLst/>
              <a:gdLst/>
              <a:ahLst/>
              <a:cxnLst/>
              <a:rect l="l" t="t" r="r" b="b"/>
              <a:pathLst>
                <a:path w="1848" h="934" extrusionOk="0">
                  <a:moveTo>
                    <a:pt x="126" y="0"/>
                  </a:moveTo>
                  <a:cubicBezTo>
                    <a:pt x="63" y="0"/>
                    <a:pt x="37" y="9"/>
                    <a:pt x="37" y="9"/>
                  </a:cubicBezTo>
                  <a:lnTo>
                    <a:pt x="28" y="9"/>
                  </a:lnTo>
                  <a:cubicBezTo>
                    <a:pt x="10" y="9"/>
                    <a:pt x="1" y="27"/>
                    <a:pt x="1" y="45"/>
                  </a:cubicBezTo>
                  <a:cubicBezTo>
                    <a:pt x="1" y="62"/>
                    <a:pt x="19" y="80"/>
                    <a:pt x="37" y="80"/>
                  </a:cubicBezTo>
                  <a:cubicBezTo>
                    <a:pt x="37" y="80"/>
                    <a:pt x="72" y="89"/>
                    <a:pt x="117" y="89"/>
                  </a:cubicBezTo>
                  <a:cubicBezTo>
                    <a:pt x="170" y="98"/>
                    <a:pt x="251" y="116"/>
                    <a:pt x="340" y="125"/>
                  </a:cubicBezTo>
                  <a:cubicBezTo>
                    <a:pt x="385" y="134"/>
                    <a:pt x="429" y="152"/>
                    <a:pt x="483" y="170"/>
                  </a:cubicBezTo>
                  <a:cubicBezTo>
                    <a:pt x="536" y="178"/>
                    <a:pt x="581" y="196"/>
                    <a:pt x="634" y="214"/>
                  </a:cubicBezTo>
                  <a:cubicBezTo>
                    <a:pt x="688" y="241"/>
                    <a:pt x="750" y="259"/>
                    <a:pt x="804" y="277"/>
                  </a:cubicBezTo>
                  <a:cubicBezTo>
                    <a:pt x="857" y="303"/>
                    <a:pt x="911" y="339"/>
                    <a:pt x="964" y="357"/>
                  </a:cubicBezTo>
                  <a:cubicBezTo>
                    <a:pt x="1018" y="393"/>
                    <a:pt x="1080" y="410"/>
                    <a:pt x="1134" y="446"/>
                  </a:cubicBezTo>
                  <a:cubicBezTo>
                    <a:pt x="1179" y="473"/>
                    <a:pt x="1232" y="509"/>
                    <a:pt x="1277" y="544"/>
                  </a:cubicBezTo>
                  <a:cubicBezTo>
                    <a:pt x="1321" y="571"/>
                    <a:pt x="1375" y="607"/>
                    <a:pt x="1419" y="633"/>
                  </a:cubicBezTo>
                  <a:cubicBezTo>
                    <a:pt x="1464" y="660"/>
                    <a:pt x="1500" y="696"/>
                    <a:pt x="1535" y="723"/>
                  </a:cubicBezTo>
                  <a:cubicBezTo>
                    <a:pt x="1678" y="848"/>
                    <a:pt x="1776" y="919"/>
                    <a:pt x="1776" y="919"/>
                  </a:cubicBezTo>
                  <a:lnTo>
                    <a:pt x="1776" y="928"/>
                  </a:lnTo>
                  <a:cubicBezTo>
                    <a:pt x="1784" y="931"/>
                    <a:pt x="1791" y="934"/>
                    <a:pt x="1798" y="934"/>
                  </a:cubicBezTo>
                  <a:cubicBezTo>
                    <a:pt x="1809" y="934"/>
                    <a:pt x="1819" y="929"/>
                    <a:pt x="1830" y="919"/>
                  </a:cubicBezTo>
                  <a:cubicBezTo>
                    <a:pt x="1848" y="910"/>
                    <a:pt x="1848" y="883"/>
                    <a:pt x="1830" y="865"/>
                  </a:cubicBezTo>
                  <a:cubicBezTo>
                    <a:pt x="1830" y="865"/>
                    <a:pt x="1749" y="776"/>
                    <a:pt x="1607" y="633"/>
                  </a:cubicBezTo>
                  <a:cubicBezTo>
                    <a:pt x="1571" y="607"/>
                    <a:pt x="1544" y="562"/>
                    <a:pt x="1500" y="526"/>
                  </a:cubicBezTo>
                  <a:cubicBezTo>
                    <a:pt x="1455" y="500"/>
                    <a:pt x="1410" y="464"/>
                    <a:pt x="1357" y="428"/>
                  </a:cubicBezTo>
                  <a:cubicBezTo>
                    <a:pt x="1303" y="393"/>
                    <a:pt x="1259" y="357"/>
                    <a:pt x="1205" y="321"/>
                  </a:cubicBezTo>
                  <a:cubicBezTo>
                    <a:pt x="1152" y="285"/>
                    <a:pt x="1089" y="259"/>
                    <a:pt x="1036" y="223"/>
                  </a:cubicBezTo>
                  <a:cubicBezTo>
                    <a:pt x="973" y="196"/>
                    <a:pt x="920" y="170"/>
                    <a:pt x="857" y="143"/>
                  </a:cubicBezTo>
                  <a:cubicBezTo>
                    <a:pt x="795" y="125"/>
                    <a:pt x="741" y="107"/>
                    <a:pt x="679" y="80"/>
                  </a:cubicBezTo>
                  <a:cubicBezTo>
                    <a:pt x="625" y="62"/>
                    <a:pt x="572" y="45"/>
                    <a:pt x="509" y="36"/>
                  </a:cubicBezTo>
                  <a:cubicBezTo>
                    <a:pt x="456" y="27"/>
                    <a:pt x="402" y="18"/>
                    <a:pt x="358" y="9"/>
                  </a:cubicBezTo>
                  <a:cubicBezTo>
                    <a:pt x="260" y="0"/>
                    <a:pt x="179" y="0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7" name="Google Shape;1657;p43"/>
            <p:cNvSpPr/>
            <p:nvPr/>
          </p:nvSpPr>
          <p:spPr>
            <a:xfrm>
              <a:off x="6351700" y="3181200"/>
              <a:ext cx="31025" cy="9025"/>
            </a:xfrm>
            <a:custGeom>
              <a:avLst/>
              <a:gdLst/>
              <a:ahLst/>
              <a:cxnLst/>
              <a:rect l="l" t="t" r="r" b="b"/>
              <a:pathLst>
                <a:path w="1241" h="361" extrusionOk="0">
                  <a:moveTo>
                    <a:pt x="821" y="0"/>
                  </a:moveTo>
                  <a:cubicBezTo>
                    <a:pt x="741" y="0"/>
                    <a:pt x="661" y="9"/>
                    <a:pt x="589" y="18"/>
                  </a:cubicBezTo>
                  <a:cubicBezTo>
                    <a:pt x="545" y="27"/>
                    <a:pt x="509" y="36"/>
                    <a:pt x="465" y="45"/>
                  </a:cubicBezTo>
                  <a:cubicBezTo>
                    <a:pt x="429" y="63"/>
                    <a:pt x="393" y="72"/>
                    <a:pt x="358" y="90"/>
                  </a:cubicBezTo>
                  <a:cubicBezTo>
                    <a:pt x="286" y="107"/>
                    <a:pt x="224" y="143"/>
                    <a:pt x="179" y="170"/>
                  </a:cubicBezTo>
                  <a:cubicBezTo>
                    <a:pt x="72" y="232"/>
                    <a:pt x="10" y="286"/>
                    <a:pt x="10" y="286"/>
                  </a:cubicBezTo>
                  <a:cubicBezTo>
                    <a:pt x="1" y="304"/>
                    <a:pt x="1" y="321"/>
                    <a:pt x="10" y="339"/>
                  </a:cubicBezTo>
                  <a:cubicBezTo>
                    <a:pt x="16" y="352"/>
                    <a:pt x="27" y="361"/>
                    <a:pt x="44" y="361"/>
                  </a:cubicBezTo>
                  <a:cubicBezTo>
                    <a:pt x="49" y="361"/>
                    <a:pt x="56" y="360"/>
                    <a:pt x="63" y="357"/>
                  </a:cubicBezTo>
                  <a:cubicBezTo>
                    <a:pt x="63" y="357"/>
                    <a:pt x="126" y="321"/>
                    <a:pt x="233" y="286"/>
                  </a:cubicBezTo>
                  <a:cubicBezTo>
                    <a:pt x="277" y="259"/>
                    <a:pt x="340" y="241"/>
                    <a:pt x="402" y="214"/>
                  </a:cubicBezTo>
                  <a:cubicBezTo>
                    <a:pt x="474" y="197"/>
                    <a:pt x="545" y="179"/>
                    <a:pt x="616" y="170"/>
                  </a:cubicBezTo>
                  <a:cubicBezTo>
                    <a:pt x="679" y="152"/>
                    <a:pt x="759" y="143"/>
                    <a:pt x="821" y="143"/>
                  </a:cubicBezTo>
                  <a:cubicBezTo>
                    <a:pt x="893" y="143"/>
                    <a:pt x="955" y="143"/>
                    <a:pt x="1009" y="152"/>
                  </a:cubicBezTo>
                  <a:cubicBezTo>
                    <a:pt x="1062" y="152"/>
                    <a:pt x="1107" y="161"/>
                    <a:pt x="1134" y="170"/>
                  </a:cubicBezTo>
                  <a:cubicBezTo>
                    <a:pt x="1169" y="170"/>
                    <a:pt x="1187" y="179"/>
                    <a:pt x="1187" y="179"/>
                  </a:cubicBezTo>
                  <a:cubicBezTo>
                    <a:pt x="1205" y="179"/>
                    <a:pt x="1223" y="170"/>
                    <a:pt x="1232" y="152"/>
                  </a:cubicBezTo>
                  <a:cubicBezTo>
                    <a:pt x="1241" y="134"/>
                    <a:pt x="1232" y="107"/>
                    <a:pt x="1214" y="98"/>
                  </a:cubicBezTo>
                  <a:cubicBezTo>
                    <a:pt x="1214" y="98"/>
                    <a:pt x="1196" y="90"/>
                    <a:pt x="1160" y="81"/>
                  </a:cubicBezTo>
                  <a:cubicBezTo>
                    <a:pt x="1134" y="63"/>
                    <a:pt x="1089" y="45"/>
                    <a:pt x="1027" y="27"/>
                  </a:cubicBezTo>
                  <a:cubicBezTo>
                    <a:pt x="1000" y="18"/>
                    <a:pt x="964" y="18"/>
                    <a:pt x="928" y="9"/>
                  </a:cubicBezTo>
                  <a:cubicBezTo>
                    <a:pt x="893" y="9"/>
                    <a:pt x="857" y="0"/>
                    <a:pt x="8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8" name="Google Shape;1658;p43"/>
            <p:cNvSpPr/>
            <p:nvPr/>
          </p:nvSpPr>
          <p:spPr>
            <a:xfrm>
              <a:off x="6370300" y="3281250"/>
              <a:ext cx="32950" cy="15375"/>
            </a:xfrm>
            <a:custGeom>
              <a:avLst/>
              <a:gdLst/>
              <a:ahLst/>
              <a:cxnLst/>
              <a:rect l="l" t="t" r="r" b="b"/>
              <a:pathLst>
                <a:path w="1318" h="615" extrusionOk="0">
                  <a:moveTo>
                    <a:pt x="791" y="0"/>
                  </a:moveTo>
                  <a:cubicBezTo>
                    <a:pt x="711" y="0"/>
                    <a:pt x="632" y="9"/>
                    <a:pt x="559" y="22"/>
                  </a:cubicBezTo>
                  <a:cubicBezTo>
                    <a:pt x="265" y="75"/>
                    <a:pt x="113" y="325"/>
                    <a:pt x="6" y="575"/>
                  </a:cubicBezTo>
                  <a:cubicBezTo>
                    <a:pt x="0" y="599"/>
                    <a:pt x="18" y="614"/>
                    <a:pt x="36" y="614"/>
                  </a:cubicBezTo>
                  <a:cubicBezTo>
                    <a:pt x="45" y="614"/>
                    <a:pt x="54" y="610"/>
                    <a:pt x="60" y="602"/>
                  </a:cubicBezTo>
                  <a:cubicBezTo>
                    <a:pt x="345" y="173"/>
                    <a:pt x="880" y="387"/>
                    <a:pt x="1282" y="263"/>
                  </a:cubicBezTo>
                  <a:cubicBezTo>
                    <a:pt x="1300" y="254"/>
                    <a:pt x="1317" y="227"/>
                    <a:pt x="1300" y="209"/>
                  </a:cubicBezTo>
                  <a:cubicBezTo>
                    <a:pt x="1186" y="51"/>
                    <a:pt x="986" y="0"/>
                    <a:pt x="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9" name="Google Shape;1659;p43"/>
            <p:cNvSpPr/>
            <p:nvPr/>
          </p:nvSpPr>
          <p:spPr>
            <a:xfrm>
              <a:off x="6408125" y="3267175"/>
              <a:ext cx="10475" cy="16000"/>
            </a:xfrm>
            <a:custGeom>
              <a:avLst/>
              <a:gdLst/>
              <a:ahLst/>
              <a:cxnLst/>
              <a:rect l="l" t="t" r="r" b="b"/>
              <a:pathLst>
                <a:path w="419" h="640" extrusionOk="0">
                  <a:moveTo>
                    <a:pt x="322" y="1"/>
                  </a:moveTo>
                  <a:cubicBezTo>
                    <a:pt x="303" y="1"/>
                    <a:pt x="284" y="8"/>
                    <a:pt x="268" y="23"/>
                  </a:cubicBezTo>
                  <a:cubicBezTo>
                    <a:pt x="143" y="148"/>
                    <a:pt x="1" y="469"/>
                    <a:pt x="161" y="620"/>
                  </a:cubicBezTo>
                  <a:cubicBezTo>
                    <a:pt x="178" y="633"/>
                    <a:pt x="196" y="639"/>
                    <a:pt x="214" y="639"/>
                  </a:cubicBezTo>
                  <a:cubicBezTo>
                    <a:pt x="245" y="639"/>
                    <a:pt x="272" y="622"/>
                    <a:pt x="277" y="594"/>
                  </a:cubicBezTo>
                  <a:cubicBezTo>
                    <a:pt x="304" y="513"/>
                    <a:pt x="295" y="442"/>
                    <a:pt x="304" y="362"/>
                  </a:cubicBezTo>
                  <a:cubicBezTo>
                    <a:pt x="322" y="264"/>
                    <a:pt x="358" y="183"/>
                    <a:pt x="393" y="94"/>
                  </a:cubicBezTo>
                  <a:cubicBezTo>
                    <a:pt x="419" y="43"/>
                    <a:pt x="371" y="1"/>
                    <a:pt x="3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0" name="Google Shape;1660;p43"/>
            <p:cNvSpPr/>
            <p:nvPr/>
          </p:nvSpPr>
          <p:spPr>
            <a:xfrm>
              <a:off x="6146750" y="3451575"/>
              <a:ext cx="102600" cy="44600"/>
            </a:xfrm>
            <a:custGeom>
              <a:avLst/>
              <a:gdLst/>
              <a:ahLst/>
              <a:cxnLst/>
              <a:rect l="l" t="t" r="r" b="b"/>
              <a:pathLst>
                <a:path w="4104" h="1784" extrusionOk="0">
                  <a:moveTo>
                    <a:pt x="327" y="1"/>
                  </a:moveTo>
                  <a:cubicBezTo>
                    <a:pt x="254" y="1"/>
                    <a:pt x="180" y="5"/>
                    <a:pt x="107" y="15"/>
                  </a:cubicBezTo>
                  <a:cubicBezTo>
                    <a:pt x="54" y="24"/>
                    <a:pt x="9" y="69"/>
                    <a:pt x="9" y="122"/>
                  </a:cubicBezTo>
                  <a:cubicBezTo>
                    <a:pt x="0" y="194"/>
                    <a:pt x="54" y="247"/>
                    <a:pt x="116" y="256"/>
                  </a:cubicBezTo>
                  <a:lnTo>
                    <a:pt x="125" y="256"/>
                  </a:lnTo>
                  <a:cubicBezTo>
                    <a:pt x="223" y="265"/>
                    <a:pt x="330" y="283"/>
                    <a:pt x="428" y="310"/>
                  </a:cubicBezTo>
                  <a:cubicBezTo>
                    <a:pt x="473" y="328"/>
                    <a:pt x="527" y="337"/>
                    <a:pt x="571" y="354"/>
                  </a:cubicBezTo>
                  <a:cubicBezTo>
                    <a:pt x="616" y="372"/>
                    <a:pt x="660" y="399"/>
                    <a:pt x="705" y="417"/>
                  </a:cubicBezTo>
                  <a:cubicBezTo>
                    <a:pt x="750" y="435"/>
                    <a:pt x="785" y="461"/>
                    <a:pt x="821" y="488"/>
                  </a:cubicBezTo>
                  <a:cubicBezTo>
                    <a:pt x="848" y="506"/>
                    <a:pt x="866" y="524"/>
                    <a:pt x="883" y="533"/>
                  </a:cubicBezTo>
                  <a:cubicBezTo>
                    <a:pt x="901" y="551"/>
                    <a:pt x="919" y="560"/>
                    <a:pt x="928" y="577"/>
                  </a:cubicBezTo>
                  <a:lnTo>
                    <a:pt x="982" y="622"/>
                  </a:lnTo>
                  <a:lnTo>
                    <a:pt x="1026" y="676"/>
                  </a:lnTo>
                  <a:cubicBezTo>
                    <a:pt x="1053" y="711"/>
                    <a:pt x="1071" y="756"/>
                    <a:pt x="1098" y="792"/>
                  </a:cubicBezTo>
                  <a:lnTo>
                    <a:pt x="1098" y="800"/>
                  </a:lnTo>
                  <a:cubicBezTo>
                    <a:pt x="1142" y="857"/>
                    <a:pt x="1208" y="887"/>
                    <a:pt x="1278" y="887"/>
                  </a:cubicBezTo>
                  <a:cubicBezTo>
                    <a:pt x="1307" y="887"/>
                    <a:pt x="1337" y="882"/>
                    <a:pt x="1365" y="872"/>
                  </a:cubicBezTo>
                  <a:cubicBezTo>
                    <a:pt x="1392" y="863"/>
                    <a:pt x="1437" y="845"/>
                    <a:pt x="1472" y="836"/>
                  </a:cubicBezTo>
                  <a:cubicBezTo>
                    <a:pt x="1517" y="827"/>
                    <a:pt x="1553" y="818"/>
                    <a:pt x="1597" y="809"/>
                  </a:cubicBezTo>
                  <a:cubicBezTo>
                    <a:pt x="1677" y="800"/>
                    <a:pt x="1758" y="792"/>
                    <a:pt x="1838" y="792"/>
                  </a:cubicBezTo>
                  <a:cubicBezTo>
                    <a:pt x="1918" y="792"/>
                    <a:pt x="1990" y="809"/>
                    <a:pt x="2070" y="827"/>
                  </a:cubicBezTo>
                  <a:cubicBezTo>
                    <a:pt x="2141" y="845"/>
                    <a:pt x="2204" y="872"/>
                    <a:pt x="2266" y="908"/>
                  </a:cubicBezTo>
                  <a:cubicBezTo>
                    <a:pt x="2302" y="925"/>
                    <a:pt x="2329" y="952"/>
                    <a:pt x="2355" y="979"/>
                  </a:cubicBezTo>
                  <a:lnTo>
                    <a:pt x="2364" y="979"/>
                  </a:lnTo>
                  <a:lnTo>
                    <a:pt x="2373" y="988"/>
                  </a:lnTo>
                  <a:lnTo>
                    <a:pt x="2400" y="1015"/>
                  </a:lnTo>
                  <a:lnTo>
                    <a:pt x="2454" y="1059"/>
                  </a:lnTo>
                  <a:lnTo>
                    <a:pt x="2659" y="1264"/>
                  </a:lnTo>
                  <a:cubicBezTo>
                    <a:pt x="2694" y="1291"/>
                    <a:pt x="2721" y="1327"/>
                    <a:pt x="2748" y="1362"/>
                  </a:cubicBezTo>
                  <a:lnTo>
                    <a:pt x="2828" y="1452"/>
                  </a:lnTo>
                  <a:cubicBezTo>
                    <a:pt x="2855" y="1487"/>
                    <a:pt x="2882" y="1523"/>
                    <a:pt x="2900" y="1559"/>
                  </a:cubicBezTo>
                  <a:lnTo>
                    <a:pt x="2935" y="1603"/>
                  </a:lnTo>
                  <a:cubicBezTo>
                    <a:pt x="2944" y="1621"/>
                    <a:pt x="2953" y="1630"/>
                    <a:pt x="2962" y="1648"/>
                  </a:cubicBezTo>
                  <a:lnTo>
                    <a:pt x="2998" y="1701"/>
                  </a:lnTo>
                  <a:cubicBezTo>
                    <a:pt x="3024" y="1737"/>
                    <a:pt x="3051" y="1755"/>
                    <a:pt x="3096" y="1773"/>
                  </a:cubicBezTo>
                  <a:cubicBezTo>
                    <a:pt x="3117" y="1780"/>
                    <a:pt x="3137" y="1784"/>
                    <a:pt x="3157" y="1784"/>
                  </a:cubicBezTo>
                  <a:cubicBezTo>
                    <a:pt x="3233" y="1784"/>
                    <a:pt x="3300" y="1734"/>
                    <a:pt x="3328" y="1657"/>
                  </a:cubicBezTo>
                  <a:cubicBezTo>
                    <a:pt x="3328" y="1648"/>
                    <a:pt x="3337" y="1621"/>
                    <a:pt x="3346" y="1612"/>
                  </a:cubicBezTo>
                  <a:cubicBezTo>
                    <a:pt x="3355" y="1594"/>
                    <a:pt x="3363" y="1577"/>
                    <a:pt x="3372" y="1559"/>
                  </a:cubicBezTo>
                  <a:cubicBezTo>
                    <a:pt x="3390" y="1523"/>
                    <a:pt x="3408" y="1496"/>
                    <a:pt x="3435" y="1461"/>
                  </a:cubicBezTo>
                  <a:cubicBezTo>
                    <a:pt x="3479" y="1398"/>
                    <a:pt x="3533" y="1336"/>
                    <a:pt x="3587" y="1282"/>
                  </a:cubicBezTo>
                  <a:cubicBezTo>
                    <a:pt x="3640" y="1238"/>
                    <a:pt x="3702" y="1193"/>
                    <a:pt x="3774" y="1157"/>
                  </a:cubicBezTo>
                  <a:cubicBezTo>
                    <a:pt x="3810" y="1131"/>
                    <a:pt x="3845" y="1122"/>
                    <a:pt x="3881" y="1104"/>
                  </a:cubicBezTo>
                  <a:cubicBezTo>
                    <a:pt x="3917" y="1086"/>
                    <a:pt x="3961" y="1086"/>
                    <a:pt x="3997" y="1068"/>
                  </a:cubicBezTo>
                  <a:lnTo>
                    <a:pt x="4015" y="1059"/>
                  </a:lnTo>
                  <a:cubicBezTo>
                    <a:pt x="4068" y="1041"/>
                    <a:pt x="4104" y="997"/>
                    <a:pt x="4095" y="943"/>
                  </a:cubicBezTo>
                  <a:cubicBezTo>
                    <a:pt x="4095" y="878"/>
                    <a:pt x="4043" y="835"/>
                    <a:pt x="3986" y="835"/>
                  </a:cubicBezTo>
                  <a:cubicBezTo>
                    <a:pt x="3981" y="835"/>
                    <a:pt x="3975" y="835"/>
                    <a:pt x="3970" y="836"/>
                  </a:cubicBezTo>
                  <a:cubicBezTo>
                    <a:pt x="3917" y="836"/>
                    <a:pt x="3872" y="836"/>
                    <a:pt x="3818" y="845"/>
                  </a:cubicBezTo>
                  <a:cubicBezTo>
                    <a:pt x="3765" y="854"/>
                    <a:pt x="3711" y="863"/>
                    <a:pt x="3667" y="881"/>
                  </a:cubicBezTo>
                  <a:cubicBezTo>
                    <a:pt x="3560" y="916"/>
                    <a:pt x="3471" y="961"/>
                    <a:pt x="3381" y="1023"/>
                  </a:cubicBezTo>
                  <a:cubicBezTo>
                    <a:pt x="3300" y="1080"/>
                    <a:pt x="3226" y="1145"/>
                    <a:pt x="3166" y="1210"/>
                  </a:cubicBezTo>
                  <a:lnTo>
                    <a:pt x="3166" y="1210"/>
                  </a:lnTo>
                  <a:lnTo>
                    <a:pt x="3069" y="1077"/>
                  </a:lnTo>
                  <a:cubicBezTo>
                    <a:pt x="3033" y="1041"/>
                    <a:pt x="2998" y="988"/>
                    <a:pt x="2962" y="952"/>
                  </a:cubicBezTo>
                  <a:lnTo>
                    <a:pt x="2766" y="747"/>
                  </a:lnTo>
                  <a:lnTo>
                    <a:pt x="2712" y="693"/>
                  </a:lnTo>
                  <a:lnTo>
                    <a:pt x="2685" y="676"/>
                  </a:lnTo>
                  <a:lnTo>
                    <a:pt x="2677" y="658"/>
                  </a:lnTo>
                  <a:lnTo>
                    <a:pt x="2659" y="649"/>
                  </a:lnTo>
                  <a:lnTo>
                    <a:pt x="2659" y="640"/>
                  </a:lnTo>
                  <a:lnTo>
                    <a:pt x="2650" y="640"/>
                  </a:lnTo>
                  <a:cubicBezTo>
                    <a:pt x="2605" y="604"/>
                    <a:pt x="2561" y="560"/>
                    <a:pt x="2507" y="533"/>
                  </a:cubicBezTo>
                  <a:cubicBezTo>
                    <a:pt x="2409" y="461"/>
                    <a:pt x="2293" y="417"/>
                    <a:pt x="2186" y="390"/>
                  </a:cubicBezTo>
                  <a:cubicBezTo>
                    <a:pt x="2070" y="363"/>
                    <a:pt x="1954" y="345"/>
                    <a:pt x="1838" y="345"/>
                  </a:cubicBezTo>
                  <a:cubicBezTo>
                    <a:pt x="1722" y="345"/>
                    <a:pt x="1615" y="363"/>
                    <a:pt x="1508" y="390"/>
                  </a:cubicBezTo>
                  <a:cubicBezTo>
                    <a:pt x="1454" y="399"/>
                    <a:pt x="1401" y="417"/>
                    <a:pt x="1347" y="426"/>
                  </a:cubicBezTo>
                  <a:cubicBezTo>
                    <a:pt x="1345" y="426"/>
                    <a:pt x="1344" y="427"/>
                    <a:pt x="1342" y="428"/>
                  </a:cubicBezTo>
                  <a:lnTo>
                    <a:pt x="1342" y="428"/>
                  </a:lnTo>
                  <a:cubicBezTo>
                    <a:pt x="1338" y="424"/>
                    <a:pt x="1334" y="420"/>
                    <a:pt x="1329" y="417"/>
                  </a:cubicBezTo>
                  <a:lnTo>
                    <a:pt x="1258" y="345"/>
                  </a:lnTo>
                  <a:lnTo>
                    <a:pt x="1187" y="283"/>
                  </a:lnTo>
                  <a:cubicBezTo>
                    <a:pt x="1160" y="256"/>
                    <a:pt x="1133" y="238"/>
                    <a:pt x="1106" y="221"/>
                  </a:cubicBezTo>
                  <a:cubicBezTo>
                    <a:pt x="1080" y="203"/>
                    <a:pt x="1053" y="185"/>
                    <a:pt x="1017" y="167"/>
                  </a:cubicBezTo>
                  <a:cubicBezTo>
                    <a:pt x="964" y="140"/>
                    <a:pt x="901" y="114"/>
                    <a:pt x="839" y="96"/>
                  </a:cubicBezTo>
                  <a:cubicBezTo>
                    <a:pt x="785" y="69"/>
                    <a:pt x="723" y="51"/>
                    <a:pt x="660" y="42"/>
                  </a:cubicBezTo>
                  <a:cubicBezTo>
                    <a:pt x="598" y="24"/>
                    <a:pt x="536" y="15"/>
                    <a:pt x="482" y="7"/>
                  </a:cubicBezTo>
                  <a:cubicBezTo>
                    <a:pt x="430" y="3"/>
                    <a:pt x="379" y="1"/>
                    <a:pt x="3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1" name="Google Shape;1661;p43"/>
            <p:cNvSpPr/>
            <p:nvPr/>
          </p:nvSpPr>
          <p:spPr>
            <a:xfrm>
              <a:off x="6133800" y="3410800"/>
              <a:ext cx="13425" cy="12425"/>
            </a:xfrm>
            <a:custGeom>
              <a:avLst/>
              <a:gdLst/>
              <a:ahLst/>
              <a:cxnLst/>
              <a:rect l="l" t="t" r="r" b="b"/>
              <a:pathLst>
                <a:path w="537" h="497" extrusionOk="0">
                  <a:moveTo>
                    <a:pt x="197" y="0"/>
                  </a:moveTo>
                  <a:cubicBezTo>
                    <a:pt x="169" y="0"/>
                    <a:pt x="142" y="7"/>
                    <a:pt x="117" y="23"/>
                  </a:cubicBezTo>
                  <a:cubicBezTo>
                    <a:pt x="54" y="58"/>
                    <a:pt x="1" y="157"/>
                    <a:pt x="28" y="237"/>
                  </a:cubicBezTo>
                  <a:cubicBezTo>
                    <a:pt x="12" y="353"/>
                    <a:pt x="105" y="497"/>
                    <a:pt x="241" y="497"/>
                  </a:cubicBezTo>
                  <a:cubicBezTo>
                    <a:pt x="261" y="497"/>
                    <a:pt x="282" y="494"/>
                    <a:pt x="304" y="487"/>
                  </a:cubicBezTo>
                  <a:cubicBezTo>
                    <a:pt x="304" y="487"/>
                    <a:pt x="313" y="487"/>
                    <a:pt x="313" y="478"/>
                  </a:cubicBezTo>
                  <a:cubicBezTo>
                    <a:pt x="465" y="433"/>
                    <a:pt x="536" y="237"/>
                    <a:pt x="411" y="121"/>
                  </a:cubicBezTo>
                  <a:cubicBezTo>
                    <a:pt x="411" y="121"/>
                    <a:pt x="402" y="112"/>
                    <a:pt x="402" y="112"/>
                  </a:cubicBezTo>
                  <a:cubicBezTo>
                    <a:pt x="376" y="91"/>
                    <a:pt x="362" y="82"/>
                    <a:pt x="362" y="82"/>
                  </a:cubicBezTo>
                  <a:lnTo>
                    <a:pt x="362" y="82"/>
                  </a:lnTo>
                  <a:cubicBezTo>
                    <a:pt x="363" y="82"/>
                    <a:pt x="370" y="87"/>
                    <a:pt x="384" y="94"/>
                  </a:cubicBezTo>
                  <a:cubicBezTo>
                    <a:pt x="376" y="85"/>
                    <a:pt x="358" y="67"/>
                    <a:pt x="340" y="58"/>
                  </a:cubicBezTo>
                  <a:cubicBezTo>
                    <a:pt x="299" y="24"/>
                    <a:pt x="248" y="0"/>
                    <a:pt x="1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2" name="Google Shape;1662;p43"/>
            <p:cNvSpPr/>
            <p:nvPr/>
          </p:nvSpPr>
          <p:spPr>
            <a:xfrm>
              <a:off x="6138050" y="3386825"/>
              <a:ext cx="12500" cy="9625"/>
            </a:xfrm>
            <a:custGeom>
              <a:avLst/>
              <a:gdLst/>
              <a:ahLst/>
              <a:cxnLst/>
              <a:rect l="l" t="t" r="r" b="b"/>
              <a:pathLst>
                <a:path w="500" h="385" extrusionOk="0">
                  <a:moveTo>
                    <a:pt x="242" y="0"/>
                  </a:moveTo>
                  <a:cubicBezTo>
                    <a:pt x="0" y="0"/>
                    <a:pt x="3" y="375"/>
                    <a:pt x="250" y="384"/>
                  </a:cubicBezTo>
                  <a:cubicBezTo>
                    <a:pt x="500" y="384"/>
                    <a:pt x="500" y="0"/>
                    <a:pt x="250" y="0"/>
                  </a:cubicBezTo>
                  <a:cubicBezTo>
                    <a:pt x="247" y="0"/>
                    <a:pt x="244" y="0"/>
                    <a:pt x="2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3" name="Google Shape;1663;p43"/>
            <p:cNvSpPr/>
            <p:nvPr/>
          </p:nvSpPr>
          <p:spPr>
            <a:xfrm>
              <a:off x="6151875" y="3404500"/>
              <a:ext cx="11850" cy="12350"/>
            </a:xfrm>
            <a:custGeom>
              <a:avLst/>
              <a:gdLst/>
              <a:ahLst/>
              <a:cxnLst/>
              <a:rect l="l" t="t" r="r" b="b"/>
              <a:pathLst>
                <a:path w="474" h="494" extrusionOk="0">
                  <a:moveTo>
                    <a:pt x="224" y="0"/>
                  </a:moveTo>
                  <a:cubicBezTo>
                    <a:pt x="173" y="0"/>
                    <a:pt x="125" y="22"/>
                    <a:pt x="81" y="61"/>
                  </a:cubicBezTo>
                  <a:cubicBezTo>
                    <a:pt x="27" y="96"/>
                    <a:pt x="0" y="195"/>
                    <a:pt x="27" y="257"/>
                  </a:cubicBezTo>
                  <a:cubicBezTo>
                    <a:pt x="27" y="284"/>
                    <a:pt x="36" y="319"/>
                    <a:pt x="45" y="346"/>
                  </a:cubicBezTo>
                  <a:cubicBezTo>
                    <a:pt x="67" y="444"/>
                    <a:pt x="152" y="493"/>
                    <a:pt x="238" y="493"/>
                  </a:cubicBezTo>
                  <a:cubicBezTo>
                    <a:pt x="324" y="493"/>
                    <a:pt x="411" y="444"/>
                    <a:pt x="438" y="346"/>
                  </a:cubicBezTo>
                  <a:cubicBezTo>
                    <a:pt x="473" y="230"/>
                    <a:pt x="438" y="87"/>
                    <a:pt x="322" y="25"/>
                  </a:cubicBezTo>
                  <a:cubicBezTo>
                    <a:pt x="288" y="8"/>
                    <a:pt x="256" y="0"/>
                    <a:pt x="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4" name="Google Shape;1664;p43"/>
            <p:cNvSpPr/>
            <p:nvPr/>
          </p:nvSpPr>
          <p:spPr>
            <a:xfrm>
              <a:off x="6152550" y="3411125"/>
              <a:ext cx="25" cy="475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0" y="1"/>
                  </a:moveTo>
                  <a:cubicBezTo>
                    <a:pt x="0" y="19"/>
                    <a:pt x="0" y="1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5" name="Google Shape;1665;p43"/>
            <p:cNvSpPr/>
            <p:nvPr/>
          </p:nvSpPr>
          <p:spPr>
            <a:xfrm>
              <a:off x="6281900" y="3456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6723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6" name="Google Shape;1666;p43"/>
            <p:cNvSpPr/>
            <p:nvPr/>
          </p:nvSpPr>
          <p:spPr>
            <a:xfrm>
              <a:off x="6280325" y="3447325"/>
              <a:ext cx="13875" cy="14250"/>
            </a:xfrm>
            <a:custGeom>
              <a:avLst/>
              <a:gdLst/>
              <a:ahLst/>
              <a:cxnLst/>
              <a:rect l="l" t="t" r="r" b="b"/>
              <a:pathLst>
                <a:path w="555" h="570" extrusionOk="0">
                  <a:moveTo>
                    <a:pt x="244" y="0"/>
                  </a:moveTo>
                  <a:cubicBezTo>
                    <a:pt x="209" y="0"/>
                    <a:pt x="172" y="8"/>
                    <a:pt x="135" y="25"/>
                  </a:cubicBezTo>
                  <a:cubicBezTo>
                    <a:pt x="37" y="87"/>
                    <a:pt x="1" y="221"/>
                    <a:pt x="63" y="328"/>
                  </a:cubicBezTo>
                  <a:cubicBezTo>
                    <a:pt x="63" y="328"/>
                    <a:pt x="63" y="337"/>
                    <a:pt x="63" y="355"/>
                  </a:cubicBezTo>
                  <a:cubicBezTo>
                    <a:pt x="72" y="373"/>
                    <a:pt x="72" y="400"/>
                    <a:pt x="81" y="408"/>
                  </a:cubicBezTo>
                  <a:cubicBezTo>
                    <a:pt x="118" y="513"/>
                    <a:pt x="212" y="569"/>
                    <a:pt x="304" y="569"/>
                  </a:cubicBezTo>
                  <a:cubicBezTo>
                    <a:pt x="393" y="569"/>
                    <a:pt x="479" y="518"/>
                    <a:pt x="509" y="408"/>
                  </a:cubicBezTo>
                  <a:cubicBezTo>
                    <a:pt x="554" y="284"/>
                    <a:pt x="501" y="150"/>
                    <a:pt x="402" y="61"/>
                  </a:cubicBezTo>
                  <a:cubicBezTo>
                    <a:pt x="358" y="22"/>
                    <a:pt x="303" y="0"/>
                    <a:pt x="2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7" name="Google Shape;1667;p43"/>
            <p:cNvSpPr/>
            <p:nvPr/>
          </p:nvSpPr>
          <p:spPr>
            <a:xfrm>
              <a:off x="6282125" y="3426925"/>
              <a:ext cx="12150" cy="12925"/>
            </a:xfrm>
            <a:custGeom>
              <a:avLst/>
              <a:gdLst/>
              <a:ahLst/>
              <a:cxnLst/>
              <a:rect l="l" t="t" r="r" b="b"/>
              <a:pathLst>
                <a:path w="486" h="517" extrusionOk="0">
                  <a:moveTo>
                    <a:pt x="196" y="1"/>
                  </a:moveTo>
                  <a:cubicBezTo>
                    <a:pt x="116" y="1"/>
                    <a:pt x="33" y="47"/>
                    <a:pt x="18" y="127"/>
                  </a:cubicBezTo>
                  <a:cubicBezTo>
                    <a:pt x="0" y="216"/>
                    <a:pt x="9" y="288"/>
                    <a:pt x="27" y="368"/>
                  </a:cubicBezTo>
                  <a:cubicBezTo>
                    <a:pt x="59" y="472"/>
                    <a:pt x="144" y="517"/>
                    <a:pt x="230" y="517"/>
                  </a:cubicBezTo>
                  <a:cubicBezTo>
                    <a:pt x="357" y="517"/>
                    <a:pt x="486" y="416"/>
                    <a:pt x="437" y="261"/>
                  </a:cubicBezTo>
                  <a:cubicBezTo>
                    <a:pt x="429" y="207"/>
                    <a:pt x="411" y="163"/>
                    <a:pt x="375" y="127"/>
                  </a:cubicBezTo>
                  <a:cubicBezTo>
                    <a:pt x="366" y="118"/>
                    <a:pt x="357" y="109"/>
                    <a:pt x="357" y="100"/>
                  </a:cubicBezTo>
                  <a:cubicBezTo>
                    <a:pt x="357" y="100"/>
                    <a:pt x="348" y="100"/>
                    <a:pt x="348" y="91"/>
                  </a:cubicBezTo>
                  <a:cubicBezTo>
                    <a:pt x="321" y="29"/>
                    <a:pt x="259" y="1"/>
                    <a:pt x="1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8" name="Google Shape;1668;p43"/>
            <p:cNvSpPr/>
            <p:nvPr/>
          </p:nvSpPr>
          <p:spPr>
            <a:xfrm>
              <a:off x="6329175" y="3428750"/>
              <a:ext cx="8050" cy="9425"/>
            </a:xfrm>
            <a:custGeom>
              <a:avLst/>
              <a:gdLst/>
              <a:ahLst/>
              <a:cxnLst/>
              <a:rect l="l" t="t" r="r" b="b"/>
              <a:pathLst>
                <a:path w="322" h="377" extrusionOk="0">
                  <a:moveTo>
                    <a:pt x="166" y="1"/>
                  </a:moveTo>
                  <a:cubicBezTo>
                    <a:pt x="146" y="1"/>
                    <a:pt x="126" y="10"/>
                    <a:pt x="108" y="27"/>
                  </a:cubicBezTo>
                  <a:cubicBezTo>
                    <a:pt x="36" y="81"/>
                    <a:pt x="1" y="188"/>
                    <a:pt x="27" y="268"/>
                  </a:cubicBezTo>
                  <a:cubicBezTo>
                    <a:pt x="46" y="341"/>
                    <a:pt x="105" y="376"/>
                    <a:pt x="165" y="376"/>
                  </a:cubicBezTo>
                  <a:cubicBezTo>
                    <a:pt x="223" y="376"/>
                    <a:pt x="282" y="343"/>
                    <a:pt x="304" y="277"/>
                  </a:cubicBezTo>
                  <a:cubicBezTo>
                    <a:pt x="322" y="188"/>
                    <a:pt x="295" y="81"/>
                    <a:pt x="224" y="27"/>
                  </a:cubicBezTo>
                  <a:cubicBezTo>
                    <a:pt x="206" y="10"/>
                    <a:pt x="186" y="1"/>
                    <a:pt x="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9" name="Google Shape;1669;p43"/>
            <p:cNvSpPr/>
            <p:nvPr/>
          </p:nvSpPr>
          <p:spPr>
            <a:xfrm>
              <a:off x="6352375" y="3453500"/>
              <a:ext cx="3825" cy="3150"/>
            </a:xfrm>
            <a:custGeom>
              <a:avLst/>
              <a:gdLst/>
              <a:ahLst/>
              <a:cxnLst/>
              <a:rect l="l" t="t" r="r" b="b"/>
              <a:pathLst>
                <a:path w="153" h="126" extrusionOk="0">
                  <a:moveTo>
                    <a:pt x="81" y="1"/>
                  </a:moveTo>
                  <a:cubicBezTo>
                    <a:pt x="0" y="1"/>
                    <a:pt x="0" y="126"/>
                    <a:pt x="72" y="126"/>
                  </a:cubicBezTo>
                  <a:cubicBezTo>
                    <a:pt x="152" y="126"/>
                    <a:pt x="152" y="1"/>
                    <a:pt x="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0" name="Google Shape;1670;p43"/>
            <p:cNvSpPr/>
            <p:nvPr/>
          </p:nvSpPr>
          <p:spPr>
            <a:xfrm>
              <a:off x="6346875" y="3429225"/>
              <a:ext cx="13100" cy="11075"/>
            </a:xfrm>
            <a:custGeom>
              <a:avLst/>
              <a:gdLst/>
              <a:ahLst/>
              <a:cxnLst/>
              <a:rect l="l" t="t" r="r" b="b"/>
              <a:pathLst>
                <a:path w="524" h="443" extrusionOk="0">
                  <a:moveTo>
                    <a:pt x="160" y="1"/>
                  </a:moveTo>
                  <a:cubicBezTo>
                    <a:pt x="74" y="1"/>
                    <a:pt x="0" y="100"/>
                    <a:pt x="51" y="187"/>
                  </a:cubicBezTo>
                  <a:cubicBezTo>
                    <a:pt x="69" y="231"/>
                    <a:pt x="96" y="267"/>
                    <a:pt x="113" y="312"/>
                  </a:cubicBezTo>
                  <a:cubicBezTo>
                    <a:pt x="142" y="392"/>
                    <a:pt x="219" y="443"/>
                    <a:pt x="296" y="443"/>
                  </a:cubicBezTo>
                  <a:cubicBezTo>
                    <a:pt x="339" y="443"/>
                    <a:pt x="382" y="427"/>
                    <a:pt x="417" y="392"/>
                  </a:cubicBezTo>
                  <a:cubicBezTo>
                    <a:pt x="524" y="285"/>
                    <a:pt x="461" y="133"/>
                    <a:pt x="336" y="89"/>
                  </a:cubicBezTo>
                  <a:cubicBezTo>
                    <a:pt x="301" y="71"/>
                    <a:pt x="265" y="44"/>
                    <a:pt x="220" y="17"/>
                  </a:cubicBezTo>
                  <a:cubicBezTo>
                    <a:pt x="201" y="6"/>
                    <a:pt x="180" y="1"/>
                    <a:pt x="1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1" name="Google Shape;1671;p43"/>
            <p:cNvSpPr/>
            <p:nvPr/>
          </p:nvSpPr>
          <p:spPr>
            <a:xfrm>
              <a:off x="6377575" y="3433475"/>
              <a:ext cx="7200" cy="7525"/>
            </a:xfrm>
            <a:custGeom>
              <a:avLst/>
              <a:gdLst/>
              <a:ahLst/>
              <a:cxnLst/>
              <a:rect l="l" t="t" r="r" b="b"/>
              <a:pathLst>
                <a:path w="288" h="301" extrusionOk="0">
                  <a:moveTo>
                    <a:pt x="183" y="0"/>
                  </a:moveTo>
                  <a:cubicBezTo>
                    <a:pt x="169" y="0"/>
                    <a:pt x="156" y="3"/>
                    <a:pt x="143" y="8"/>
                  </a:cubicBezTo>
                  <a:cubicBezTo>
                    <a:pt x="90" y="35"/>
                    <a:pt x="54" y="53"/>
                    <a:pt x="27" y="106"/>
                  </a:cubicBezTo>
                  <a:cubicBezTo>
                    <a:pt x="1" y="160"/>
                    <a:pt x="1" y="222"/>
                    <a:pt x="45" y="258"/>
                  </a:cubicBezTo>
                  <a:cubicBezTo>
                    <a:pt x="75" y="287"/>
                    <a:pt x="104" y="300"/>
                    <a:pt x="132" y="300"/>
                  </a:cubicBezTo>
                  <a:cubicBezTo>
                    <a:pt x="155" y="300"/>
                    <a:pt x="177" y="292"/>
                    <a:pt x="197" y="276"/>
                  </a:cubicBezTo>
                  <a:cubicBezTo>
                    <a:pt x="232" y="258"/>
                    <a:pt x="268" y="213"/>
                    <a:pt x="268" y="168"/>
                  </a:cubicBezTo>
                  <a:cubicBezTo>
                    <a:pt x="259" y="151"/>
                    <a:pt x="259" y="133"/>
                    <a:pt x="259" y="115"/>
                  </a:cubicBezTo>
                  <a:cubicBezTo>
                    <a:pt x="259" y="106"/>
                    <a:pt x="259" y="106"/>
                    <a:pt x="259" y="97"/>
                  </a:cubicBezTo>
                  <a:cubicBezTo>
                    <a:pt x="288" y="40"/>
                    <a:pt x="236" y="0"/>
                    <a:pt x="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2" name="Google Shape;1672;p43"/>
            <p:cNvSpPr/>
            <p:nvPr/>
          </p:nvSpPr>
          <p:spPr>
            <a:xfrm>
              <a:off x="6248900" y="3205900"/>
              <a:ext cx="11300" cy="9000"/>
            </a:xfrm>
            <a:custGeom>
              <a:avLst/>
              <a:gdLst/>
              <a:ahLst/>
              <a:cxnLst/>
              <a:rect l="l" t="t" r="r" b="b"/>
              <a:pathLst>
                <a:path w="452" h="360" extrusionOk="0">
                  <a:moveTo>
                    <a:pt x="240" y="0"/>
                  </a:moveTo>
                  <a:cubicBezTo>
                    <a:pt x="178" y="0"/>
                    <a:pt x="116" y="31"/>
                    <a:pt x="89" y="101"/>
                  </a:cubicBezTo>
                  <a:cubicBezTo>
                    <a:pt x="89" y="101"/>
                    <a:pt x="89" y="101"/>
                    <a:pt x="89" y="110"/>
                  </a:cubicBezTo>
                  <a:lnTo>
                    <a:pt x="80" y="110"/>
                  </a:lnTo>
                  <a:cubicBezTo>
                    <a:pt x="0" y="190"/>
                    <a:pt x="45" y="315"/>
                    <a:pt x="143" y="350"/>
                  </a:cubicBezTo>
                  <a:cubicBezTo>
                    <a:pt x="165" y="357"/>
                    <a:pt x="186" y="360"/>
                    <a:pt x="206" y="360"/>
                  </a:cubicBezTo>
                  <a:cubicBezTo>
                    <a:pt x="301" y="360"/>
                    <a:pt x="372" y="296"/>
                    <a:pt x="402" y="208"/>
                  </a:cubicBezTo>
                  <a:cubicBezTo>
                    <a:pt x="452" y="85"/>
                    <a:pt x="345" y="0"/>
                    <a:pt x="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3" name="Google Shape;1673;p43"/>
            <p:cNvSpPr/>
            <p:nvPr/>
          </p:nvSpPr>
          <p:spPr>
            <a:xfrm>
              <a:off x="6261600" y="3187575"/>
              <a:ext cx="7600" cy="6900"/>
            </a:xfrm>
            <a:custGeom>
              <a:avLst/>
              <a:gdLst/>
              <a:ahLst/>
              <a:cxnLst/>
              <a:rect l="l" t="t" r="r" b="b"/>
              <a:pathLst>
                <a:path w="304" h="276" extrusionOk="0">
                  <a:moveTo>
                    <a:pt x="212" y="0"/>
                  </a:moveTo>
                  <a:cubicBezTo>
                    <a:pt x="207" y="0"/>
                    <a:pt x="202" y="1"/>
                    <a:pt x="197" y="4"/>
                  </a:cubicBezTo>
                  <a:lnTo>
                    <a:pt x="170" y="4"/>
                  </a:lnTo>
                  <a:cubicBezTo>
                    <a:pt x="152" y="4"/>
                    <a:pt x="125" y="4"/>
                    <a:pt x="108" y="13"/>
                  </a:cubicBezTo>
                  <a:cubicBezTo>
                    <a:pt x="63" y="22"/>
                    <a:pt x="18" y="66"/>
                    <a:pt x="10" y="102"/>
                  </a:cubicBezTo>
                  <a:cubicBezTo>
                    <a:pt x="1" y="138"/>
                    <a:pt x="1" y="174"/>
                    <a:pt x="27" y="209"/>
                  </a:cubicBezTo>
                  <a:cubicBezTo>
                    <a:pt x="55" y="247"/>
                    <a:pt x="105" y="275"/>
                    <a:pt x="154" y="275"/>
                  </a:cubicBezTo>
                  <a:cubicBezTo>
                    <a:pt x="186" y="275"/>
                    <a:pt x="217" y="264"/>
                    <a:pt x="241" y="236"/>
                  </a:cubicBezTo>
                  <a:cubicBezTo>
                    <a:pt x="295" y="165"/>
                    <a:pt x="304" y="93"/>
                    <a:pt x="241" y="13"/>
                  </a:cubicBezTo>
                  <a:cubicBezTo>
                    <a:pt x="235" y="7"/>
                    <a:pt x="224" y="0"/>
                    <a:pt x="2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4" name="Google Shape;1674;p43"/>
            <p:cNvSpPr/>
            <p:nvPr/>
          </p:nvSpPr>
          <p:spPr>
            <a:xfrm>
              <a:off x="6243525" y="3241500"/>
              <a:ext cx="9625" cy="8700"/>
            </a:xfrm>
            <a:custGeom>
              <a:avLst/>
              <a:gdLst/>
              <a:ahLst/>
              <a:cxnLst/>
              <a:rect l="l" t="t" r="r" b="b"/>
              <a:pathLst>
                <a:path w="385" h="348" extrusionOk="0">
                  <a:moveTo>
                    <a:pt x="189" y="0"/>
                  </a:moveTo>
                  <a:cubicBezTo>
                    <a:pt x="139" y="0"/>
                    <a:pt x="89" y="25"/>
                    <a:pt x="55" y="77"/>
                  </a:cubicBezTo>
                  <a:cubicBezTo>
                    <a:pt x="55" y="77"/>
                    <a:pt x="46" y="86"/>
                    <a:pt x="46" y="86"/>
                  </a:cubicBezTo>
                  <a:cubicBezTo>
                    <a:pt x="1" y="158"/>
                    <a:pt x="28" y="238"/>
                    <a:pt x="72" y="291"/>
                  </a:cubicBezTo>
                  <a:lnTo>
                    <a:pt x="81" y="300"/>
                  </a:lnTo>
                  <a:cubicBezTo>
                    <a:pt x="108" y="332"/>
                    <a:pt x="150" y="347"/>
                    <a:pt x="193" y="347"/>
                  </a:cubicBezTo>
                  <a:cubicBezTo>
                    <a:pt x="235" y="347"/>
                    <a:pt x="278" y="332"/>
                    <a:pt x="304" y="300"/>
                  </a:cubicBezTo>
                  <a:cubicBezTo>
                    <a:pt x="304" y="300"/>
                    <a:pt x="304" y="291"/>
                    <a:pt x="313" y="291"/>
                  </a:cubicBezTo>
                  <a:cubicBezTo>
                    <a:pt x="358" y="238"/>
                    <a:pt x="385" y="149"/>
                    <a:pt x="340" y="86"/>
                  </a:cubicBezTo>
                  <a:cubicBezTo>
                    <a:pt x="331" y="86"/>
                    <a:pt x="331" y="77"/>
                    <a:pt x="331" y="77"/>
                  </a:cubicBezTo>
                  <a:cubicBezTo>
                    <a:pt x="295" y="27"/>
                    <a:pt x="242" y="0"/>
                    <a:pt x="1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5" name="Google Shape;1675;p43"/>
            <p:cNvSpPr/>
            <p:nvPr/>
          </p:nvSpPr>
          <p:spPr>
            <a:xfrm>
              <a:off x="6262500" y="3228250"/>
              <a:ext cx="7375" cy="8600"/>
            </a:xfrm>
            <a:custGeom>
              <a:avLst/>
              <a:gdLst/>
              <a:ahLst/>
              <a:cxnLst/>
              <a:rect l="l" t="t" r="r" b="b"/>
              <a:pathLst>
                <a:path w="295" h="344" extrusionOk="0">
                  <a:moveTo>
                    <a:pt x="147" y="1"/>
                  </a:moveTo>
                  <a:cubicBezTo>
                    <a:pt x="89" y="1"/>
                    <a:pt x="32" y="32"/>
                    <a:pt x="18" y="90"/>
                  </a:cubicBezTo>
                  <a:cubicBezTo>
                    <a:pt x="9" y="143"/>
                    <a:pt x="0" y="188"/>
                    <a:pt x="9" y="242"/>
                  </a:cubicBezTo>
                  <a:cubicBezTo>
                    <a:pt x="23" y="310"/>
                    <a:pt x="85" y="343"/>
                    <a:pt x="146" y="343"/>
                  </a:cubicBezTo>
                  <a:cubicBezTo>
                    <a:pt x="205" y="343"/>
                    <a:pt x="264" y="312"/>
                    <a:pt x="277" y="250"/>
                  </a:cubicBezTo>
                  <a:cubicBezTo>
                    <a:pt x="295" y="197"/>
                    <a:pt x="277" y="143"/>
                    <a:pt x="277" y="99"/>
                  </a:cubicBezTo>
                  <a:cubicBezTo>
                    <a:pt x="263" y="32"/>
                    <a:pt x="205" y="1"/>
                    <a:pt x="1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6" name="Google Shape;1676;p43"/>
            <p:cNvSpPr/>
            <p:nvPr/>
          </p:nvSpPr>
          <p:spPr>
            <a:xfrm>
              <a:off x="6330750" y="3407725"/>
              <a:ext cx="10350" cy="10300"/>
            </a:xfrm>
            <a:custGeom>
              <a:avLst/>
              <a:gdLst/>
              <a:ahLst/>
              <a:cxnLst/>
              <a:rect l="l" t="t" r="r" b="b"/>
              <a:pathLst>
                <a:path w="414" h="412" extrusionOk="0">
                  <a:moveTo>
                    <a:pt x="165" y="1"/>
                  </a:moveTo>
                  <a:cubicBezTo>
                    <a:pt x="147" y="1"/>
                    <a:pt x="129" y="8"/>
                    <a:pt x="116" y="21"/>
                  </a:cubicBezTo>
                  <a:cubicBezTo>
                    <a:pt x="9" y="128"/>
                    <a:pt x="0" y="271"/>
                    <a:pt x="107" y="378"/>
                  </a:cubicBezTo>
                  <a:cubicBezTo>
                    <a:pt x="135" y="401"/>
                    <a:pt x="168" y="411"/>
                    <a:pt x="202" y="411"/>
                  </a:cubicBezTo>
                  <a:cubicBezTo>
                    <a:pt x="308" y="411"/>
                    <a:pt x="414" y="308"/>
                    <a:pt x="339" y="199"/>
                  </a:cubicBezTo>
                  <a:cubicBezTo>
                    <a:pt x="295" y="146"/>
                    <a:pt x="277" y="83"/>
                    <a:pt x="214" y="21"/>
                  </a:cubicBezTo>
                  <a:cubicBezTo>
                    <a:pt x="201" y="8"/>
                    <a:pt x="183" y="1"/>
                    <a:pt x="1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7" name="Google Shape;1677;p43"/>
            <p:cNvSpPr/>
            <p:nvPr/>
          </p:nvSpPr>
          <p:spPr>
            <a:xfrm>
              <a:off x="6399875" y="3232050"/>
              <a:ext cx="10950" cy="8275"/>
            </a:xfrm>
            <a:custGeom>
              <a:avLst/>
              <a:gdLst/>
              <a:ahLst/>
              <a:cxnLst/>
              <a:rect l="l" t="t" r="r" b="b"/>
              <a:pathLst>
                <a:path w="438" h="331" extrusionOk="0">
                  <a:moveTo>
                    <a:pt x="215" y="0"/>
                  </a:moveTo>
                  <a:cubicBezTo>
                    <a:pt x="1" y="0"/>
                    <a:pt x="4" y="330"/>
                    <a:pt x="224" y="330"/>
                  </a:cubicBezTo>
                  <a:cubicBezTo>
                    <a:pt x="438" y="330"/>
                    <a:pt x="438" y="0"/>
                    <a:pt x="224" y="0"/>
                  </a:cubicBezTo>
                  <a:cubicBezTo>
                    <a:pt x="221" y="0"/>
                    <a:pt x="218" y="0"/>
                    <a:pt x="2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8" name="Google Shape;1678;p43"/>
            <p:cNvSpPr/>
            <p:nvPr/>
          </p:nvSpPr>
          <p:spPr>
            <a:xfrm>
              <a:off x="6416825" y="3245900"/>
              <a:ext cx="6725" cy="8475"/>
            </a:xfrm>
            <a:custGeom>
              <a:avLst/>
              <a:gdLst/>
              <a:ahLst/>
              <a:cxnLst/>
              <a:rect l="l" t="t" r="r" b="b"/>
              <a:pathLst>
                <a:path w="269" h="339" extrusionOk="0">
                  <a:moveTo>
                    <a:pt x="84" y="0"/>
                  </a:moveTo>
                  <a:cubicBezTo>
                    <a:pt x="77" y="0"/>
                    <a:pt x="72" y="5"/>
                    <a:pt x="72" y="17"/>
                  </a:cubicBezTo>
                  <a:cubicBezTo>
                    <a:pt x="63" y="35"/>
                    <a:pt x="63" y="53"/>
                    <a:pt x="63" y="80"/>
                  </a:cubicBezTo>
                  <a:cubicBezTo>
                    <a:pt x="63" y="91"/>
                    <a:pt x="60" y="98"/>
                    <a:pt x="61" y="98"/>
                  </a:cubicBezTo>
                  <a:cubicBezTo>
                    <a:pt x="62" y="98"/>
                    <a:pt x="65" y="95"/>
                    <a:pt x="72" y="89"/>
                  </a:cubicBezTo>
                  <a:lnTo>
                    <a:pt x="72" y="89"/>
                  </a:lnTo>
                  <a:cubicBezTo>
                    <a:pt x="65" y="95"/>
                    <a:pt x="38" y="128"/>
                    <a:pt x="41" y="128"/>
                  </a:cubicBezTo>
                  <a:cubicBezTo>
                    <a:pt x="42" y="128"/>
                    <a:pt x="45" y="124"/>
                    <a:pt x="54" y="115"/>
                  </a:cubicBezTo>
                  <a:lnTo>
                    <a:pt x="54" y="115"/>
                  </a:lnTo>
                  <a:cubicBezTo>
                    <a:pt x="1" y="169"/>
                    <a:pt x="10" y="240"/>
                    <a:pt x="54" y="294"/>
                  </a:cubicBezTo>
                  <a:cubicBezTo>
                    <a:pt x="72" y="321"/>
                    <a:pt x="117" y="338"/>
                    <a:pt x="152" y="338"/>
                  </a:cubicBezTo>
                  <a:cubicBezTo>
                    <a:pt x="224" y="338"/>
                    <a:pt x="268" y="276"/>
                    <a:pt x="268" y="222"/>
                  </a:cubicBezTo>
                  <a:cubicBezTo>
                    <a:pt x="268" y="215"/>
                    <a:pt x="268" y="209"/>
                    <a:pt x="268" y="205"/>
                  </a:cubicBezTo>
                  <a:cubicBezTo>
                    <a:pt x="259" y="142"/>
                    <a:pt x="224" y="98"/>
                    <a:pt x="161" y="80"/>
                  </a:cubicBezTo>
                  <a:cubicBezTo>
                    <a:pt x="170" y="80"/>
                    <a:pt x="161" y="80"/>
                    <a:pt x="143" y="71"/>
                  </a:cubicBezTo>
                  <a:lnTo>
                    <a:pt x="134" y="71"/>
                  </a:lnTo>
                  <a:cubicBezTo>
                    <a:pt x="126" y="53"/>
                    <a:pt x="117" y="35"/>
                    <a:pt x="108" y="17"/>
                  </a:cubicBezTo>
                  <a:cubicBezTo>
                    <a:pt x="103" y="7"/>
                    <a:pt x="93" y="0"/>
                    <a:pt x="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9" name="Google Shape;1679;p43"/>
            <p:cNvSpPr/>
            <p:nvPr/>
          </p:nvSpPr>
          <p:spPr>
            <a:xfrm>
              <a:off x="6409950" y="3225000"/>
              <a:ext cx="8850" cy="7350"/>
            </a:xfrm>
            <a:custGeom>
              <a:avLst/>
              <a:gdLst/>
              <a:ahLst/>
              <a:cxnLst/>
              <a:rect l="l" t="t" r="r" b="b"/>
              <a:pathLst>
                <a:path w="354" h="294" extrusionOk="0">
                  <a:moveTo>
                    <a:pt x="126" y="0"/>
                  </a:moveTo>
                  <a:cubicBezTo>
                    <a:pt x="63" y="0"/>
                    <a:pt x="0" y="83"/>
                    <a:pt x="44" y="149"/>
                  </a:cubicBezTo>
                  <a:cubicBezTo>
                    <a:pt x="70" y="184"/>
                    <a:pt x="88" y="229"/>
                    <a:pt x="124" y="264"/>
                  </a:cubicBezTo>
                  <a:cubicBezTo>
                    <a:pt x="151" y="285"/>
                    <a:pt x="178" y="294"/>
                    <a:pt x="204" y="294"/>
                  </a:cubicBezTo>
                  <a:cubicBezTo>
                    <a:pt x="290" y="294"/>
                    <a:pt x="353" y="195"/>
                    <a:pt x="285" y="113"/>
                  </a:cubicBezTo>
                  <a:cubicBezTo>
                    <a:pt x="258" y="68"/>
                    <a:pt x="213" y="50"/>
                    <a:pt x="169" y="15"/>
                  </a:cubicBezTo>
                  <a:cubicBezTo>
                    <a:pt x="155" y="5"/>
                    <a:pt x="141" y="0"/>
                    <a:pt x="1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0" name="Google Shape;1680;p43"/>
            <p:cNvSpPr/>
            <p:nvPr/>
          </p:nvSpPr>
          <p:spPr>
            <a:xfrm>
              <a:off x="6170375" y="3342000"/>
              <a:ext cx="8075" cy="9900"/>
            </a:xfrm>
            <a:custGeom>
              <a:avLst/>
              <a:gdLst/>
              <a:ahLst/>
              <a:cxnLst/>
              <a:rect l="l" t="t" r="r" b="b"/>
              <a:pathLst>
                <a:path w="323" h="396" extrusionOk="0">
                  <a:moveTo>
                    <a:pt x="179" y="0"/>
                  </a:moveTo>
                  <a:cubicBezTo>
                    <a:pt x="19" y="0"/>
                    <a:pt x="1" y="197"/>
                    <a:pt x="37" y="322"/>
                  </a:cubicBezTo>
                  <a:cubicBezTo>
                    <a:pt x="54" y="371"/>
                    <a:pt x="97" y="395"/>
                    <a:pt x="139" y="395"/>
                  </a:cubicBezTo>
                  <a:cubicBezTo>
                    <a:pt x="182" y="395"/>
                    <a:pt x="224" y="371"/>
                    <a:pt x="242" y="322"/>
                  </a:cubicBezTo>
                  <a:cubicBezTo>
                    <a:pt x="269" y="250"/>
                    <a:pt x="322" y="152"/>
                    <a:pt x="286" y="81"/>
                  </a:cubicBezTo>
                  <a:cubicBezTo>
                    <a:pt x="269" y="36"/>
                    <a:pt x="233" y="0"/>
                    <a:pt x="1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1" name="Google Shape;1681;p43"/>
            <p:cNvSpPr/>
            <p:nvPr/>
          </p:nvSpPr>
          <p:spPr>
            <a:xfrm>
              <a:off x="6106150" y="3465600"/>
              <a:ext cx="8725" cy="7325"/>
            </a:xfrm>
            <a:custGeom>
              <a:avLst/>
              <a:gdLst/>
              <a:ahLst/>
              <a:cxnLst/>
              <a:rect l="l" t="t" r="r" b="b"/>
              <a:pathLst>
                <a:path w="349" h="293" extrusionOk="0">
                  <a:moveTo>
                    <a:pt x="178" y="1"/>
                  </a:moveTo>
                  <a:cubicBezTo>
                    <a:pt x="146" y="1"/>
                    <a:pt x="112" y="12"/>
                    <a:pt x="90" y="34"/>
                  </a:cubicBezTo>
                  <a:cubicBezTo>
                    <a:pt x="81" y="52"/>
                    <a:pt x="63" y="70"/>
                    <a:pt x="54" y="88"/>
                  </a:cubicBezTo>
                  <a:cubicBezTo>
                    <a:pt x="1" y="177"/>
                    <a:pt x="72" y="293"/>
                    <a:pt x="179" y="293"/>
                  </a:cubicBezTo>
                  <a:cubicBezTo>
                    <a:pt x="277" y="293"/>
                    <a:pt x="349" y="177"/>
                    <a:pt x="295" y="88"/>
                  </a:cubicBezTo>
                  <a:cubicBezTo>
                    <a:pt x="286" y="70"/>
                    <a:pt x="277" y="52"/>
                    <a:pt x="259" y="34"/>
                  </a:cubicBezTo>
                  <a:cubicBezTo>
                    <a:pt x="241" y="12"/>
                    <a:pt x="210" y="1"/>
                    <a:pt x="1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2" name="Google Shape;1682;p43"/>
            <p:cNvSpPr/>
            <p:nvPr/>
          </p:nvSpPr>
          <p:spPr>
            <a:xfrm>
              <a:off x="6352600" y="3144875"/>
              <a:ext cx="13850" cy="7850"/>
            </a:xfrm>
            <a:custGeom>
              <a:avLst/>
              <a:gdLst/>
              <a:ahLst/>
              <a:cxnLst/>
              <a:rect l="l" t="t" r="r" b="b"/>
              <a:pathLst>
                <a:path w="554" h="314" extrusionOk="0">
                  <a:moveTo>
                    <a:pt x="141" y="0"/>
                  </a:moveTo>
                  <a:cubicBezTo>
                    <a:pt x="120" y="0"/>
                    <a:pt x="100" y="3"/>
                    <a:pt x="81" y="8"/>
                  </a:cubicBezTo>
                  <a:cubicBezTo>
                    <a:pt x="54" y="17"/>
                    <a:pt x="0" y="62"/>
                    <a:pt x="9" y="97"/>
                  </a:cubicBezTo>
                  <a:cubicBezTo>
                    <a:pt x="36" y="195"/>
                    <a:pt x="134" y="204"/>
                    <a:pt x="214" y="249"/>
                  </a:cubicBezTo>
                  <a:cubicBezTo>
                    <a:pt x="282" y="286"/>
                    <a:pt x="349" y="314"/>
                    <a:pt x="418" y="314"/>
                  </a:cubicBezTo>
                  <a:cubicBezTo>
                    <a:pt x="451" y="314"/>
                    <a:pt x="484" y="308"/>
                    <a:pt x="518" y="294"/>
                  </a:cubicBezTo>
                  <a:cubicBezTo>
                    <a:pt x="536" y="285"/>
                    <a:pt x="553" y="258"/>
                    <a:pt x="545" y="240"/>
                  </a:cubicBezTo>
                  <a:cubicBezTo>
                    <a:pt x="536" y="106"/>
                    <a:pt x="411" y="44"/>
                    <a:pt x="286" y="17"/>
                  </a:cubicBezTo>
                  <a:cubicBezTo>
                    <a:pt x="237" y="11"/>
                    <a:pt x="187" y="0"/>
                    <a:pt x="1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3" name="Google Shape;1683;p43"/>
            <p:cNvSpPr/>
            <p:nvPr/>
          </p:nvSpPr>
          <p:spPr>
            <a:xfrm>
              <a:off x="6333500" y="3145875"/>
              <a:ext cx="13000" cy="10750"/>
            </a:xfrm>
            <a:custGeom>
              <a:avLst/>
              <a:gdLst/>
              <a:ahLst/>
              <a:cxnLst/>
              <a:rect l="l" t="t" r="r" b="b"/>
              <a:pathLst>
                <a:path w="520" h="430" extrusionOk="0">
                  <a:moveTo>
                    <a:pt x="290" y="1"/>
                  </a:moveTo>
                  <a:cubicBezTo>
                    <a:pt x="264" y="1"/>
                    <a:pt x="238" y="7"/>
                    <a:pt x="211" y="22"/>
                  </a:cubicBezTo>
                  <a:cubicBezTo>
                    <a:pt x="122" y="75"/>
                    <a:pt x="69" y="147"/>
                    <a:pt x="33" y="245"/>
                  </a:cubicBezTo>
                  <a:cubicBezTo>
                    <a:pt x="1" y="342"/>
                    <a:pt x="95" y="429"/>
                    <a:pt x="187" y="429"/>
                  </a:cubicBezTo>
                  <a:cubicBezTo>
                    <a:pt x="221" y="429"/>
                    <a:pt x="256" y="417"/>
                    <a:pt x="283" y="387"/>
                  </a:cubicBezTo>
                  <a:cubicBezTo>
                    <a:pt x="318" y="343"/>
                    <a:pt x="372" y="316"/>
                    <a:pt x="408" y="280"/>
                  </a:cubicBezTo>
                  <a:cubicBezTo>
                    <a:pt x="519" y="169"/>
                    <a:pt x="419" y="1"/>
                    <a:pt x="2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84" name="Google Shape;1684;p43"/>
          <p:cNvGrpSpPr/>
          <p:nvPr/>
        </p:nvGrpSpPr>
        <p:grpSpPr>
          <a:xfrm rot="-2328875">
            <a:off x="5224359" y="2343884"/>
            <a:ext cx="910772" cy="372374"/>
            <a:chOff x="6810700" y="1337175"/>
            <a:chExt cx="300650" cy="122925"/>
          </a:xfrm>
        </p:grpSpPr>
        <p:sp>
          <p:nvSpPr>
            <p:cNvPr id="1685" name="Google Shape;1685;p43"/>
            <p:cNvSpPr/>
            <p:nvPr/>
          </p:nvSpPr>
          <p:spPr>
            <a:xfrm>
              <a:off x="6810700" y="1340300"/>
              <a:ext cx="113750" cy="119800"/>
            </a:xfrm>
            <a:custGeom>
              <a:avLst/>
              <a:gdLst/>
              <a:ahLst/>
              <a:cxnLst/>
              <a:rect l="l" t="t" r="r" b="b"/>
              <a:pathLst>
                <a:path w="4550" h="4792" extrusionOk="0">
                  <a:moveTo>
                    <a:pt x="2489" y="0"/>
                  </a:moveTo>
                  <a:cubicBezTo>
                    <a:pt x="2294" y="0"/>
                    <a:pt x="2091" y="60"/>
                    <a:pt x="1900" y="190"/>
                  </a:cubicBezTo>
                  <a:cubicBezTo>
                    <a:pt x="1026" y="787"/>
                    <a:pt x="0" y="1804"/>
                    <a:pt x="205" y="2982"/>
                  </a:cubicBezTo>
                  <a:cubicBezTo>
                    <a:pt x="399" y="4093"/>
                    <a:pt x="1292" y="4792"/>
                    <a:pt x="1932" y="4792"/>
                  </a:cubicBezTo>
                  <a:cubicBezTo>
                    <a:pt x="1970" y="4792"/>
                    <a:pt x="2007" y="4789"/>
                    <a:pt x="2043" y="4784"/>
                  </a:cubicBezTo>
                  <a:cubicBezTo>
                    <a:pt x="2677" y="4695"/>
                    <a:pt x="4238" y="4588"/>
                    <a:pt x="4389" y="3607"/>
                  </a:cubicBezTo>
                  <a:cubicBezTo>
                    <a:pt x="4550" y="2616"/>
                    <a:pt x="4113" y="2099"/>
                    <a:pt x="3471" y="1831"/>
                  </a:cubicBezTo>
                  <a:cubicBezTo>
                    <a:pt x="3791" y="753"/>
                    <a:pt x="3183" y="0"/>
                    <a:pt x="2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6" name="Google Shape;1686;p43"/>
            <p:cNvSpPr/>
            <p:nvPr/>
          </p:nvSpPr>
          <p:spPr>
            <a:xfrm>
              <a:off x="6887850" y="1337175"/>
              <a:ext cx="223500" cy="121350"/>
            </a:xfrm>
            <a:custGeom>
              <a:avLst/>
              <a:gdLst/>
              <a:ahLst/>
              <a:cxnLst/>
              <a:rect l="l" t="t" r="r" b="b"/>
              <a:pathLst>
                <a:path w="8940" h="4854" extrusionOk="0">
                  <a:moveTo>
                    <a:pt x="4793" y="1"/>
                  </a:moveTo>
                  <a:cubicBezTo>
                    <a:pt x="4593" y="1"/>
                    <a:pt x="4393" y="16"/>
                    <a:pt x="4194" y="47"/>
                  </a:cubicBezTo>
                  <a:cubicBezTo>
                    <a:pt x="3061" y="234"/>
                    <a:pt x="1999" y="698"/>
                    <a:pt x="1089" y="1367"/>
                  </a:cubicBezTo>
                  <a:cubicBezTo>
                    <a:pt x="875" y="1528"/>
                    <a:pt x="652" y="1671"/>
                    <a:pt x="385" y="1751"/>
                  </a:cubicBezTo>
                  <a:cubicBezTo>
                    <a:pt x="197" y="1813"/>
                    <a:pt x="1" y="1938"/>
                    <a:pt x="99" y="2322"/>
                  </a:cubicBezTo>
                  <a:cubicBezTo>
                    <a:pt x="206" y="2277"/>
                    <a:pt x="277" y="2260"/>
                    <a:pt x="340" y="2215"/>
                  </a:cubicBezTo>
                  <a:cubicBezTo>
                    <a:pt x="474" y="2126"/>
                    <a:pt x="599" y="2019"/>
                    <a:pt x="732" y="1921"/>
                  </a:cubicBezTo>
                  <a:cubicBezTo>
                    <a:pt x="1054" y="1689"/>
                    <a:pt x="1393" y="1466"/>
                    <a:pt x="1732" y="1251"/>
                  </a:cubicBezTo>
                  <a:cubicBezTo>
                    <a:pt x="1964" y="1109"/>
                    <a:pt x="2187" y="948"/>
                    <a:pt x="2427" y="841"/>
                  </a:cubicBezTo>
                  <a:cubicBezTo>
                    <a:pt x="2945" y="600"/>
                    <a:pt x="3489" y="431"/>
                    <a:pt x="4042" y="333"/>
                  </a:cubicBezTo>
                  <a:cubicBezTo>
                    <a:pt x="4351" y="273"/>
                    <a:pt x="4662" y="237"/>
                    <a:pt x="4971" y="237"/>
                  </a:cubicBezTo>
                  <a:cubicBezTo>
                    <a:pt x="5259" y="237"/>
                    <a:pt x="5546" y="268"/>
                    <a:pt x="5826" y="342"/>
                  </a:cubicBezTo>
                  <a:cubicBezTo>
                    <a:pt x="6388" y="484"/>
                    <a:pt x="6897" y="779"/>
                    <a:pt x="7361" y="1136"/>
                  </a:cubicBezTo>
                  <a:cubicBezTo>
                    <a:pt x="7628" y="1350"/>
                    <a:pt x="7887" y="1590"/>
                    <a:pt x="8119" y="1867"/>
                  </a:cubicBezTo>
                  <a:cubicBezTo>
                    <a:pt x="8342" y="2135"/>
                    <a:pt x="8556" y="2429"/>
                    <a:pt x="8681" y="2750"/>
                  </a:cubicBezTo>
                  <a:cubicBezTo>
                    <a:pt x="8699" y="2804"/>
                    <a:pt x="8690" y="2848"/>
                    <a:pt x="8699" y="2893"/>
                  </a:cubicBezTo>
                  <a:cubicBezTo>
                    <a:pt x="8690" y="2938"/>
                    <a:pt x="8681" y="2982"/>
                    <a:pt x="8672" y="3027"/>
                  </a:cubicBezTo>
                  <a:cubicBezTo>
                    <a:pt x="8654" y="3152"/>
                    <a:pt x="8610" y="3285"/>
                    <a:pt x="8556" y="3410"/>
                  </a:cubicBezTo>
                  <a:cubicBezTo>
                    <a:pt x="8512" y="3535"/>
                    <a:pt x="8440" y="3660"/>
                    <a:pt x="8378" y="3776"/>
                  </a:cubicBezTo>
                  <a:cubicBezTo>
                    <a:pt x="8235" y="4017"/>
                    <a:pt x="8066" y="4240"/>
                    <a:pt x="7860" y="4418"/>
                  </a:cubicBezTo>
                  <a:cubicBezTo>
                    <a:pt x="7771" y="4499"/>
                    <a:pt x="7673" y="4543"/>
                    <a:pt x="7566" y="4579"/>
                  </a:cubicBezTo>
                  <a:cubicBezTo>
                    <a:pt x="7517" y="4588"/>
                    <a:pt x="7463" y="4592"/>
                    <a:pt x="7409" y="4592"/>
                  </a:cubicBezTo>
                  <a:cubicBezTo>
                    <a:pt x="7354" y="4592"/>
                    <a:pt x="7298" y="4588"/>
                    <a:pt x="7245" y="4579"/>
                  </a:cubicBezTo>
                  <a:cubicBezTo>
                    <a:pt x="7040" y="4552"/>
                    <a:pt x="6826" y="4454"/>
                    <a:pt x="6674" y="4302"/>
                  </a:cubicBezTo>
                  <a:cubicBezTo>
                    <a:pt x="6513" y="4151"/>
                    <a:pt x="6406" y="3937"/>
                    <a:pt x="6397" y="3714"/>
                  </a:cubicBezTo>
                  <a:cubicBezTo>
                    <a:pt x="6397" y="3375"/>
                    <a:pt x="6576" y="3045"/>
                    <a:pt x="6826" y="2830"/>
                  </a:cubicBezTo>
                  <a:cubicBezTo>
                    <a:pt x="6888" y="2777"/>
                    <a:pt x="6959" y="2732"/>
                    <a:pt x="7031" y="2697"/>
                  </a:cubicBezTo>
                  <a:cubicBezTo>
                    <a:pt x="7090" y="2667"/>
                    <a:pt x="7155" y="2650"/>
                    <a:pt x="7206" y="2650"/>
                  </a:cubicBezTo>
                  <a:cubicBezTo>
                    <a:pt x="7217" y="2650"/>
                    <a:pt x="7227" y="2651"/>
                    <a:pt x="7236" y="2652"/>
                  </a:cubicBezTo>
                  <a:cubicBezTo>
                    <a:pt x="7316" y="2661"/>
                    <a:pt x="7396" y="2679"/>
                    <a:pt x="7450" y="2715"/>
                  </a:cubicBezTo>
                  <a:cubicBezTo>
                    <a:pt x="7503" y="2741"/>
                    <a:pt x="7530" y="2786"/>
                    <a:pt x="7557" y="2857"/>
                  </a:cubicBezTo>
                  <a:cubicBezTo>
                    <a:pt x="7566" y="2884"/>
                    <a:pt x="7557" y="2929"/>
                    <a:pt x="7584" y="2955"/>
                  </a:cubicBezTo>
                  <a:cubicBezTo>
                    <a:pt x="7619" y="2982"/>
                    <a:pt x="7682" y="3036"/>
                    <a:pt x="7735" y="3036"/>
                  </a:cubicBezTo>
                  <a:cubicBezTo>
                    <a:pt x="7798" y="3027"/>
                    <a:pt x="7896" y="2964"/>
                    <a:pt x="7905" y="2920"/>
                  </a:cubicBezTo>
                  <a:cubicBezTo>
                    <a:pt x="7923" y="2848"/>
                    <a:pt x="7878" y="2768"/>
                    <a:pt x="7825" y="2688"/>
                  </a:cubicBezTo>
                  <a:cubicBezTo>
                    <a:pt x="7789" y="2625"/>
                    <a:pt x="7727" y="2563"/>
                    <a:pt x="7655" y="2527"/>
                  </a:cubicBezTo>
                  <a:cubicBezTo>
                    <a:pt x="7584" y="2483"/>
                    <a:pt x="7512" y="2465"/>
                    <a:pt x="7450" y="2447"/>
                  </a:cubicBezTo>
                  <a:cubicBezTo>
                    <a:pt x="7396" y="2429"/>
                    <a:pt x="7343" y="2420"/>
                    <a:pt x="7289" y="2411"/>
                  </a:cubicBezTo>
                  <a:cubicBezTo>
                    <a:pt x="7272" y="2411"/>
                    <a:pt x="7236" y="2402"/>
                    <a:pt x="7200" y="2402"/>
                  </a:cubicBezTo>
                  <a:cubicBezTo>
                    <a:pt x="7156" y="2402"/>
                    <a:pt x="7129" y="2411"/>
                    <a:pt x="7093" y="2420"/>
                  </a:cubicBezTo>
                  <a:cubicBezTo>
                    <a:pt x="6977" y="2447"/>
                    <a:pt x="6870" y="2500"/>
                    <a:pt x="6781" y="2563"/>
                  </a:cubicBezTo>
                  <a:cubicBezTo>
                    <a:pt x="6602" y="2688"/>
                    <a:pt x="6460" y="2848"/>
                    <a:pt x="6344" y="3036"/>
                  </a:cubicBezTo>
                  <a:cubicBezTo>
                    <a:pt x="6237" y="3223"/>
                    <a:pt x="6165" y="3437"/>
                    <a:pt x="6156" y="3669"/>
                  </a:cubicBezTo>
                  <a:cubicBezTo>
                    <a:pt x="6148" y="3910"/>
                    <a:pt x="6237" y="4142"/>
                    <a:pt x="6362" y="4329"/>
                  </a:cubicBezTo>
                  <a:cubicBezTo>
                    <a:pt x="6540" y="4570"/>
                    <a:pt x="6790" y="4749"/>
                    <a:pt x="7075" y="4820"/>
                  </a:cubicBezTo>
                  <a:cubicBezTo>
                    <a:pt x="7167" y="4841"/>
                    <a:pt x="7256" y="4853"/>
                    <a:pt x="7347" y="4853"/>
                  </a:cubicBezTo>
                  <a:cubicBezTo>
                    <a:pt x="7406" y="4853"/>
                    <a:pt x="7467" y="4848"/>
                    <a:pt x="7530" y="4838"/>
                  </a:cubicBezTo>
                  <a:cubicBezTo>
                    <a:pt x="7700" y="4811"/>
                    <a:pt x="7825" y="4731"/>
                    <a:pt x="7941" y="4650"/>
                  </a:cubicBezTo>
                  <a:cubicBezTo>
                    <a:pt x="8164" y="4481"/>
                    <a:pt x="8333" y="4276"/>
                    <a:pt x="8476" y="4062"/>
                  </a:cubicBezTo>
                  <a:cubicBezTo>
                    <a:pt x="8628" y="3847"/>
                    <a:pt x="8744" y="3624"/>
                    <a:pt x="8833" y="3375"/>
                  </a:cubicBezTo>
                  <a:cubicBezTo>
                    <a:pt x="8886" y="3214"/>
                    <a:pt x="8940" y="3054"/>
                    <a:pt x="8913" y="2866"/>
                  </a:cubicBezTo>
                  <a:cubicBezTo>
                    <a:pt x="8886" y="2670"/>
                    <a:pt x="8806" y="2536"/>
                    <a:pt x="8735" y="2393"/>
                  </a:cubicBezTo>
                  <a:cubicBezTo>
                    <a:pt x="8583" y="2117"/>
                    <a:pt x="8396" y="1867"/>
                    <a:pt x="8190" y="1635"/>
                  </a:cubicBezTo>
                  <a:cubicBezTo>
                    <a:pt x="7593" y="921"/>
                    <a:pt x="6790" y="350"/>
                    <a:pt x="5871" y="136"/>
                  </a:cubicBezTo>
                  <a:cubicBezTo>
                    <a:pt x="5520" y="50"/>
                    <a:pt x="5157" y="1"/>
                    <a:pt x="4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7" name="Google Shape;1687;p43"/>
            <p:cNvSpPr/>
            <p:nvPr/>
          </p:nvSpPr>
          <p:spPr>
            <a:xfrm>
              <a:off x="6842750" y="1350575"/>
              <a:ext cx="36925" cy="18075"/>
            </a:xfrm>
            <a:custGeom>
              <a:avLst/>
              <a:gdLst/>
              <a:ahLst/>
              <a:cxnLst/>
              <a:rect l="l" t="t" r="r" b="b"/>
              <a:pathLst>
                <a:path w="1477" h="723" extrusionOk="0">
                  <a:moveTo>
                    <a:pt x="1114" y="0"/>
                  </a:moveTo>
                  <a:cubicBezTo>
                    <a:pt x="695" y="0"/>
                    <a:pt x="341" y="306"/>
                    <a:pt x="47" y="600"/>
                  </a:cubicBezTo>
                  <a:cubicBezTo>
                    <a:pt x="0" y="653"/>
                    <a:pt x="50" y="722"/>
                    <a:pt x="107" y="722"/>
                  </a:cubicBezTo>
                  <a:cubicBezTo>
                    <a:pt x="126" y="722"/>
                    <a:pt x="146" y="715"/>
                    <a:pt x="163" y="698"/>
                  </a:cubicBezTo>
                  <a:cubicBezTo>
                    <a:pt x="429" y="432"/>
                    <a:pt x="743" y="149"/>
                    <a:pt x="1121" y="149"/>
                  </a:cubicBezTo>
                  <a:cubicBezTo>
                    <a:pt x="1200" y="149"/>
                    <a:pt x="1282" y="161"/>
                    <a:pt x="1368" y="189"/>
                  </a:cubicBezTo>
                  <a:cubicBezTo>
                    <a:pt x="1375" y="191"/>
                    <a:pt x="1382" y="192"/>
                    <a:pt x="1389" y="192"/>
                  </a:cubicBezTo>
                  <a:cubicBezTo>
                    <a:pt x="1461" y="192"/>
                    <a:pt x="1476" y="71"/>
                    <a:pt x="1395" y="46"/>
                  </a:cubicBezTo>
                  <a:cubicBezTo>
                    <a:pt x="1298" y="15"/>
                    <a:pt x="1204" y="0"/>
                    <a:pt x="1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8" name="Google Shape;1688;p43"/>
            <p:cNvSpPr/>
            <p:nvPr/>
          </p:nvSpPr>
          <p:spPr>
            <a:xfrm>
              <a:off x="6880500" y="1355525"/>
              <a:ext cx="5150" cy="3800"/>
            </a:xfrm>
            <a:custGeom>
              <a:avLst/>
              <a:gdLst/>
              <a:ahLst/>
              <a:cxnLst/>
              <a:rect l="l" t="t" r="r" b="b"/>
              <a:pathLst>
                <a:path w="206" h="152" extrusionOk="0">
                  <a:moveTo>
                    <a:pt x="99" y="0"/>
                  </a:moveTo>
                  <a:cubicBezTo>
                    <a:pt x="1" y="0"/>
                    <a:pt x="9" y="152"/>
                    <a:pt x="108" y="152"/>
                  </a:cubicBezTo>
                  <a:cubicBezTo>
                    <a:pt x="206" y="152"/>
                    <a:pt x="197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44"/>
          <p:cNvSpPr txBox="1"/>
          <p:nvPr>
            <p:ph type="title"/>
          </p:nvPr>
        </p:nvSpPr>
        <p:spPr>
          <a:xfrm>
            <a:off x="1708150" y="479425"/>
            <a:ext cx="5727700" cy="80899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3600"/>
              <a:t>CORE FLAVOUR SECTION</a:t>
            </a:r>
            <a:endParaRPr lang="en-US" altLang="en-GB" sz="3600"/>
          </a:p>
        </p:txBody>
      </p:sp>
      <p:sp>
        <p:nvSpPr>
          <p:cNvPr id="1694" name="Google Shape;1694;p44"/>
          <p:cNvSpPr txBox="1"/>
          <p:nvPr>
            <p:ph type="subTitle" idx="1"/>
          </p:nvPr>
        </p:nvSpPr>
        <p:spPr>
          <a:xfrm>
            <a:off x="1708050" y="1511325"/>
            <a:ext cx="5727900" cy="147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/>
              <a:t>Shows main ice cream flavours</a:t>
            </a:r>
            <a:endParaRPr lang="en-US" altLang="en-GB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/>
              <a:t>Uses attractive images</a:t>
            </a:r>
            <a:endParaRPr lang="en-US" altLang="en-GB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/>
              <a:t>Makes the page colorful and tasty looking</a:t>
            </a:r>
            <a:endParaRPr lang="en-US" altLang="en-GB"/>
          </a:p>
        </p:txBody>
      </p:sp>
      <p:grpSp>
        <p:nvGrpSpPr>
          <p:cNvPr id="1695" name="Google Shape;1695;p44"/>
          <p:cNvGrpSpPr/>
          <p:nvPr/>
        </p:nvGrpSpPr>
        <p:grpSpPr>
          <a:xfrm rot="-396041">
            <a:off x="20952" y="2853863"/>
            <a:ext cx="1633261" cy="2634119"/>
            <a:chOff x="-204968" y="2494258"/>
            <a:chExt cx="1915734" cy="2991836"/>
          </a:xfrm>
        </p:grpSpPr>
        <p:sp>
          <p:nvSpPr>
            <p:cNvPr id="1696" name="Google Shape;1696;p44"/>
            <p:cNvSpPr/>
            <p:nvPr/>
          </p:nvSpPr>
          <p:spPr>
            <a:xfrm rot="-834906" flipH="1">
              <a:off x="446720" y="3840241"/>
              <a:ext cx="1095353" cy="1536693"/>
            </a:xfrm>
            <a:custGeom>
              <a:avLst/>
              <a:gdLst/>
              <a:ahLst/>
              <a:cxnLst/>
              <a:rect l="l" t="t" r="r" b="b"/>
              <a:pathLst>
                <a:path w="11402" h="15997" extrusionOk="0">
                  <a:moveTo>
                    <a:pt x="11001" y="0"/>
                  </a:moveTo>
                  <a:cubicBezTo>
                    <a:pt x="10954" y="0"/>
                    <a:pt x="10909" y="15"/>
                    <a:pt x="10866" y="51"/>
                  </a:cubicBezTo>
                  <a:cubicBezTo>
                    <a:pt x="10464" y="372"/>
                    <a:pt x="10179" y="934"/>
                    <a:pt x="9510" y="943"/>
                  </a:cubicBezTo>
                  <a:cubicBezTo>
                    <a:pt x="8999" y="943"/>
                    <a:pt x="8571" y="220"/>
                    <a:pt x="8195" y="220"/>
                  </a:cubicBezTo>
                  <a:cubicBezTo>
                    <a:pt x="8078" y="220"/>
                    <a:pt x="7967" y="289"/>
                    <a:pt x="7860" y="470"/>
                  </a:cubicBezTo>
                  <a:cubicBezTo>
                    <a:pt x="7414" y="1221"/>
                    <a:pt x="7276" y="3846"/>
                    <a:pt x="6241" y="3846"/>
                  </a:cubicBezTo>
                  <a:cubicBezTo>
                    <a:pt x="6219" y="3846"/>
                    <a:pt x="6196" y="3845"/>
                    <a:pt x="6173" y="3842"/>
                  </a:cubicBezTo>
                  <a:cubicBezTo>
                    <a:pt x="5076" y="3726"/>
                    <a:pt x="5058" y="399"/>
                    <a:pt x="4407" y="176"/>
                  </a:cubicBezTo>
                  <a:cubicBezTo>
                    <a:pt x="4328" y="149"/>
                    <a:pt x="4264" y="138"/>
                    <a:pt x="4209" y="138"/>
                  </a:cubicBezTo>
                  <a:cubicBezTo>
                    <a:pt x="3825" y="138"/>
                    <a:pt x="3928" y="703"/>
                    <a:pt x="3076" y="703"/>
                  </a:cubicBezTo>
                  <a:cubicBezTo>
                    <a:pt x="3059" y="703"/>
                    <a:pt x="3042" y="702"/>
                    <a:pt x="3024" y="702"/>
                  </a:cubicBezTo>
                  <a:cubicBezTo>
                    <a:pt x="2122" y="671"/>
                    <a:pt x="1959" y="42"/>
                    <a:pt x="1618" y="42"/>
                  </a:cubicBezTo>
                  <a:cubicBezTo>
                    <a:pt x="1568" y="42"/>
                    <a:pt x="1515" y="56"/>
                    <a:pt x="1454" y="86"/>
                  </a:cubicBezTo>
                  <a:cubicBezTo>
                    <a:pt x="1106" y="274"/>
                    <a:pt x="473" y="1175"/>
                    <a:pt x="0" y="1219"/>
                  </a:cubicBezTo>
                  <a:cubicBezTo>
                    <a:pt x="705" y="3467"/>
                    <a:pt x="4354" y="15020"/>
                    <a:pt x="5040" y="15457"/>
                  </a:cubicBezTo>
                  <a:cubicBezTo>
                    <a:pt x="5326" y="15636"/>
                    <a:pt x="5701" y="15814"/>
                    <a:pt x="6075" y="15912"/>
                  </a:cubicBezTo>
                  <a:cubicBezTo>
                    <a:pt x="6227" y="15948"/>
                    <a:pt x="6388" y="15984"/>
                    <a:pt x="6539" y="15993"/>
                  </a:cubicBezTo>
                  <a:cubicBezTo>
                    <a:pt x="6577" y="15995"/>
                    <a:pt x="6615" y="15996"/>
                    <a:pt x="6652" y="15996"/>
                  </a:cubicBezTo>
                  <a:cubicBezTo>
                    <a:pt x="7052" y="15996"/>
                    <a:pt x="7404" y="15861"/>
                    <a:pt x="7592" y="15502"/>
                  </a:cubicBezTo>
                  <a:cubicBezTo>
                    <a:pt x="8011" y="14681"/>
                    <a:pt x="11116" y="1442"/>
                    <a:pt x="11401" y="220"/>
                  </a:cubicBezTo>
                  <a:cubicBezTo>
                    <a:pt x="11254" y="99"/>
                    <a:pt x="11121" y="0"/>
                    <a:pt x="110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7" name="Google Shape;1697;p44"/>
            <p:cNvSpPr/>
            <p:nvPr/>
          </p:nvSpPr>
          <p:spPr>
            <a:xfrm rot="-834906" flipH="1">
              <a:off x="-37244" y="2656019"/>
              <a:ext cx="1538413" cy="1582706"/>
            </a:xfrm>
            <a:custGeom>
              <a:avLst/>
              <a:gdLst/>
              <a:ahLst/>
              <a:cxnLst/>
              <a:rect l="l" t="t" r="r" b="b"/>
              <a:pathLst>
                <a:path w="16014" h="16476" extrusionOk="0">
                  <a:moveTo>
                    <a:pt x="7669" y="1"/>
                  </a:moveTo>
                  <a:cubicBezTo>
                    <a:pt x="4562" y="1"/>
                    <a:pt x="839" y="2230"/>
                    <a:pt x="447" y="5901"/>
                  </a:cubicBezTo>
                  <a:cubicBezTo>
                    <a:pt x="1" y="10076"/>
                    <a:pt x="2258" y="11869"/>
                    <a:pt x="2258" y="11869"/>
                  </a:cubicBezTo>
                  <a:cubicBezTo>
                    <a:pt x="2320" y="12288"/>
                    <a:pt x="1937" y="13020"/>
                    <a:pt x="2142" y="13537"/>
                  </a:cubicBezTo>
                  <a:cubicBezTo>
                    <a:pt x="2237" y="13759"/>
                    <a:pt x="2360" y="13854"/>
                    <a:pt x="2505" y="13854"/>
                  </a:cubicBezTo>
                  <a:cubicBezTo>
                    <a:pt x="2523" y="13854"/>
                    <a:pt x="2542" y="13852"/>
                    <a:pt x="2561" y="13849"/>
                  </a:cubicBezTo>
                  <a:cubicBezTo>
                    <a:pt x="3034" y="13805"/>
                    <a:pt x="3667" y="12904"/>
                    <a:pt x="4015" y="12716"/>
                  </a:cubicBezTo>
                  <a:cubicBezTo>
                    <a:pt x="4076" y="12686"/>
                    <a:pt x="4129" y="12672"/>
                    <a:pt x="4179" y="12672"/>
                  </a:cubicBezTo>
                  <a:cubicBezTo>
                    <a:pt x="4520" y="12672"/>
                    <a:pt x="4683" y="13301"/>
                    <a:pt x="5585" y="13332"/>
                  </a:cubicBezTo>
                  <a:cubicBezTo>
                    <a:pt x="5603" y="13332"/>
                    <a:pt x="5620" y="13333"/>
                    <a:pt x="5637" y="13333"/>
                  </a:cubicBezTo>
                  <a:cubicBezTo>
                    <a:pt x="6489" y="13333"/>
                    <a:pt x="6386" y="12768"/>
                    <a:pt x="6770" y="12768"/>
                  </a:cubicBezTo>
                  <a:cubicBezTo>
                    <a:pt x="6825" y="12768"/>
                    <a:pt x="6889" y="12779"/>
                    <a:pt x="6968" y="12806"/>
                  </a:cubicBezTo>
                  <a:cubicBezTo>
                    <a:pt x="7619" y="13029"/>
                    <a:pt x="7637" y="16356"/>
                    <a:pt x="8734" y="16472"/>
                  </a:cubicBezTo>
                  <a:cubicBezTo>
                    <a:pt x="8757" y="16475"/>
                    <a:pt x="8780" y="16476"/>
                    <a:pt x="8802" y="16476"/>
                  </a:cubicBezTo>
                  <a:cubicBezTo>
                    <a:pt x="9837" y="16476"/>
                    <a:pt x="9975" y="13851"/>
                    <a:pt x="10421" y="13100"/>
                  </a:cubicBezTo>
                  <a:cubicBezTo>
                    <a:pt x="10528" y="12919"/>
                    <a:pt x="10639" y="12850"/>
                    <a:pt x="10756" y="12850"/>
                  </a:cubicBezTo>
                  <a:cubicBezTo>
                    <a:pt x="11132" y="12850"/>
                    <a:pt x="11560" y="13573"/>
                    <a:pt x="12071" y="13573"/>
                  </a:cubicBezTo>
                  <a:cubicBezTo>
                    <a:pt x="12740" y="13564"/>
                    <a:pt x="13025" y="13002"/>
                    <a:pt x="13427" y="12681"/>
                  </a:cubicBezTo>
                  <a:cubicBezTo>
                    <a:pt x="13470" y="12645"/>
                    <a:pt x="13515" y="12630"/>
                    <a:pt x="13562" y="12630"/>
                  </a:cubicBezTo>
                  <a:cubicBezTo>
                    <a:pt x="13682" y="12630"/>
                    <a:pt x="13815" y="12729"/>
                    <a:pt x="13962" y="12850"/>
                  </a:cubicBezTo>
                  <a:cubicBezTo>
                    <a:pt x="14221" y="13063"/>
                    <a:pt x="14515" y="13350"/>
                    <a:pt x="14854" y="13350"/>
                  </a:cubicBezTo>
                  <a:cubicBezTo>
                    <a:pt x="14971" y="13350"/>
                    <a:pt x="15092" y="13316"/>
                    <a:pt x="15220" y="13234"/>
                  </a:cubicBezTo>
                  <a:cubicBezTo>
                    <a:pt x="16014" y="12725"/>
                    <a:pt x="14194" y="10986"/>
                    <a:pt x="14194" y="10986"/>
                  </a:cubicBezTo>
                  <a:cubicBezTo>
                    <a:pt x="14194" y="10986"/>
                    <a:pt x="15354" y="9844"/>
                    <a:pt x="15006" y="6186"/>
                  </a:cubicBezTo>
                  <a:cubicBezTo>
                    <a:pt x="14649" y="2520"/>
                    <a:pt x="12160" y="843"/>
                    <a:pt x="8904" y="129"/>
                  </a:cubicBezTo>
                  <a:cubicBezTo>
                    <a:pt x="8511" y="43"/>
                    <a:pt x="8095" y="1"/>
                    <a:pt x="76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698" name="Google Shape;1698;p44"/>
            <p:cNvGrpSpPr/>
            <p:nvPr/>
          </p:nvGrpSpPr>
          <p:grpSpPr>
            <a:xfrm>
              <a:off x="442491" y="3940442"/>
              <a:ext cx="1011052" cy="1331515"/>
              <a:chOff x="442491" y="3940442"/>
              <a:chExt cx="1011052" cy="1331515"/>
            </a:xfrm>
          </p:grpSpPr>
          <p:sp>
            <p:nvSpPr>
              <p:cNvPr id="1699" name="Google Shape;1699;p44"/>
              <p:cNvSpPr/>
              <p:nvPr/>
            </p:nvSpPr>
            <p:spPr>
              <a:xfrm rot="-834906" flipH="1">
                <a:off x="802210" y="4005050"/>
                <a:ext cx="520298" cy="1153312"/>
              </a:xfrm>
              <a:custGeom>
                <a:avLst/>
                <a:gdLst/>
                <a:ahLst/>
                <a:cxnLst/>
                <a:rect l="l" t="t" r="r" b="b"/>
                <a:pathLst>
                  <a:path w="5416" h="12006" extrusionOk="0">
                    <a:moveTo>
                      <a:pt x="56" y="0"/>
                    </a:moveTo>
                    <a:cubicBezTo>
                      <a:pt x="49" y="0"/>
                      <a:pt x="43" y="1"/>
                      <a:pt x="36" y="3"/>
                    </a:cubicBezTo>
                    <a:cubicBezTo>
                      <a:pt x="9" y="12"/>
                      <a:pt x="0" y="39"/>
                      <a:pt x="9" y="66"/>
                    </a:cubicBezTo>
                    <a:cubicBezTo>
                      <a:pt x="9" y="66"/>
                      <a:pt x="81" y="253"/>
                      <a:pt x="214" y="592"/>
                    </a:cubicBezTo>
                    <a:cubicBezTo>
                      <a:pt x="348" y="922"/>
                      <a:pt x="544" y="1386"/>
                      <a:pt x="785" y="1948"/>
                    </a:cubicBezTo>
                    <a:cubicBezTo>
                      <a:pt x="1035" y="2510"/>
                      <a:pt x="1338" y="3152"/>
                      <a:pt x="1651" y="3848"/>
                    </a:cubicBezTo>
                    <a:cubicBezTo>
                      <a:pt x="1963" y="4544"/>
                      <a:pt x="2302" y="5294"/>
                      <a:pt x="2641" y="6034"/>
                    </a:cubicBezTo>
                    <a:cubicBezTo>
                      <a:pt x="2980" y="6774"/>
                      <a:pt x="3319" y="7515"/>
                      <a:pt x="3631" y="8211"/>
                    </a:cubicBezTo>
                    <a:cubicBezTo>
                      <a:pt x="3943" y="8907"/>
                      <a:pt x="4202" y="9576"/>
                      <a:pt x="4461" y="10129"/>
                    </a:cubicBezTo>
                    <a:cubicBezTo>
                      <a:pt x="4711" y="10691"/>
                      <a:pt x="4925" y="11155"/>
                      <a:pt x="5076" y="11476"/>
                    </a:cubicBezTo>
                    <a:cubicBezTo>
                      <a:pt x="5228" y="11797"/>
                      <a:pt x="5317" y="11975"/>
                      <a:pt x="5317" y="11975"/>
                    </a:cubicBezTo>
                    <a:cubicBezTo>
                      <a:pt x="5324" y="11995"/>
                      <a:pt x="5341" y="12005"/>
                      <a:pt x="5360" y="12005"/>
                    </a:cubicBezTo>
                    <a:cubicBezTo>
                      <a:pt x="5366" y="12005"/>
                      <a:pt x="5373" y="12004"/>
                      <a:pt x="5380" y="12002"/>
                    </a:cubicBezTo>
                    <a:cubicBezTo>
                      <a:pt x="5406" y="11993"/>
                      <a:pt x="5415" y="11966"/>
                      <a:pt x="5406" y="11940"/>
                    </a:cubicBezTo>
                    <a:cubicBezTo>
                      <a:pt x="5406" y="11940"/>
                      <a:pt x="5326" y="11752"/>
                      <a:pt x="5192" y="11422"/>
                    </a:cubicBezTo>
                    <a:cubicBezTo>
                      <a:pt x="5050" y="11092"/>
                      <a:pt x="4853" y="10619"/>
                      <a:pt x="4604" y="10066"/>
                    </a:cubicBezTo>
                    <a:cubicBezTo>
                      <a:pt x="4363" y="9504"/>
                      <a:pt x="4041" y="8862"/>
                      <a:pt x="3729" y="8166"/>
                    </a:cubicBezTo>
                    <a:cubicBezTo>
                      <a:pt x="3426" y="7470"/>
                      <a:pt x="3105" y="6721"/>
                      <a:pt x="2775" y="5972"/>
                    </a:cubicBezTo>
                    <a:cubicBezTo>
                      <a:pt x="2445" y="5222"/>
                      <a:pt x="2123" y="4482"/>
                      <a:pt x="1811" y="3777"/>
                    </a:cubicBezTo>
                    <a:cubicBezTo>
                      <a:pt x="1508" y="3081"/>
                      <a:pt x="1231" y="2421"/>
                      <a:pt x="973" y="1868"/>
                    </a:cubicBezTo>
                    <a:cubicBezTo>
                      <a:pt x="723" y="1315"/>
                      <a:pt x="509" y="851"/>
                      <a:pt x="348" y="530"/>
                    </a:cubicBezTo>
                    <a:cubicBezTo>
                      <a:pt x="188" y="209"/>
                      <a:pt x="98" y="30"/>
                      <a:pt x="98" y="30"/>
                    </a:cubicBezTo>
                    <a:cubicBezTo>
                      <a:pt x="92" y="10"/>
                      <a:pt x="75" y="0"/>
                      <a:pt x="5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0" name="Google Shape;1700;p44"/>
              <p:cNvSpPr/>
              <p:nvPr/>
            </p:nvSpPr>
            <p:spPr>
              <a:xfrm rot="-834906" flipH="1">
                <a:off x="675926" y="4272966"/>
                <a:ext cx="270044" cy="568971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5923" extrusionOk="0">
                    <a:moveTo>
                      <a:pt x="61" y="1"/>
                    </a:moveTo>
                    <a:cubicBezTo>
                      <a:pt x="56" y="1"/>
                      <a:pt x="50" y="2"/>
                      <a:pt x="45" y="4"/>
                    </a:cubicBezTo>
                    <a:cubicBezTo>
                      <a:pt x="19" y="13"/>
                      <a:pt x="1" y="40"/>
                      <a:pt x="10" y="67"/>
                    </a:cubicBezTo>
                    <a:cubicBezTo>
                      <a:pt x="10" y="67"/>
                      <a:pt x="144" y="450"/>
                      <a:pt x="384" y="1003"/>
                    </a:cubicBezTo>
                    <a:cubicBezTo>
                      <a:pt x="509" y="1271"/>
                      <a:pt x="670" y="1592"/>
                      <a:pt x="830" y="1931"/>
                    </a:cubicBezTo>
                    <a:cubicBezTo>
                      <a:pt x="991" y="2270"/>
                      <a:pt x="1169" y="2627"/>
                      <a:pt x="1339" y="2993"/>
                    </a:cubicBezTo>
                    <a:cubicBezTo>
                      <a:pt x="1517" y="3350"/>
                      <a:pt x="1696" y="3715"/>
                      <a:pt x="1856" y="4054"/>
                    </a:cubicBezTo>
                    <a:cubicBezTo>
                      <a:pt x="2008" y="4393"/>
                      <a:pt x="2133" y="4723"/>
                      <a:pt x="2258" y="5000"/>
                    </a:cubicBezTo>
                    <a:cubicBezTo>
                      <a:pt x="2392" y="5268"/>
                      <a:pt x="2499" y="5500"/>
                      <a:pt x="2579" y="5651"/>
                    </a:cubicBezTo>
                    <a:cubicBezTo>
                      <a:pt x="2668" y="5812"/>
                      <a:pt x="2713" y="5892"/>
                      <a:pt x="2713" y="5892"/>
                    </a:cubicBezTo>
                    <a:cubicBezTo>
                      <a:pt x="2719" y="5912"/>
                      <a:pt x="2736" y="5922"/>
                      <a:pt x="2755" y="5922"/>
                    </a:cubicBezTo>
                    <a:cubicBezTo>
                      <a:pt x="2762" y="5922"/>
                      <a:pt x="2769" y="5921"/>
                      <a:pt x="2775" y="5919"/>
                    </a:cubicBezTo>
                    <a:cubicBezTo>
                      <a:pt x="2802" y="5910"/>
                      <a:pt x="2811" y="5883"/>
                      <a:pt x="2802" y="5856"/>
                    </a:cubicBezTo>
                    <a:cubicBezTo>
                      <a:pt x="2802" y="5856"/>
                      <a:pt x="2766" y="5758"/>
                      <a:pt x="2704" y="5598"/>
                    </a:cubicBezTo>
                    <a:cubicBezTo>
                      <a:pt x="2632" y="5437"/>
                      <a:pt x="2534" y="5205"/>
                      <a:pt x="2409" y="4929"/>
                    </a:cubicBezTo>
                    <a:cubicBezTo>
                      <a:pt x="2285" y="4652"/>
                      <a:pt x="2106" y="4349"/>
                      <a:pt x="1954" y="4010"/>
                    </a:cubicBezTo>
                    <a:cubicBezTo>
                      <a:pt x="1794" y="3671"/>
                      <a:pt x="1633" y="3296"/>
                      <a:pt x="1473" y="2930"/>
                    </a:cubicBezTo>
                    <a:cubicBezTo>
                      <a:pt x="1312" y="2565"/>
                      <a:pt x="1143" y="2199"/>
                      <a:pt x="991" y="1851"/>
                    </a:cubicBezTo>
                    <a:cubicBezTo>
                      <a:pt x="839" y="1512"/>
                      <a:pt x="706" y="1182"/>
                      <a:pt x="572" y="914"/>
                    </a:cubicBezTo>
                    <a:cubicBezTo>
                      <a:pt x="313" y="370"/>
                      <a:pt x="108" y="22"/>
                      <a:pt x="108" y="22"/>
                    </a:cubicBezTo>
                    <a:cubicBezTo>
                      <a:pt x="95" y="9"/>
                      <a:pt x="77" y="1"/>
                      <a:pt x="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1" name="Google Shape;1701;p44"/>
              <p:cNvSpPr/>
              <p:nvPr/>
            </p:nvSpPr>
            <p:spPr>
              <a:xfrm rot="-834906" flipH="1">
                <a:off x="476950" y="4101080"/>
                <a:ext cx="178300" cy="308357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3210" extrusionOk="0">
                    <a:moveTo>
                      <a:pt x="61" y="0"/>
                    </a:moveTo>
                    <a:cubicBezTo>
                      <a:pt x="55" y="0"/>
                      <a:pt x="50" y="1"/>
                      <a:pt x="45" y="4"/>
                    </a:cubicBezTo>
                    <a:cubicBezTo>
                      <a:pt x="18" y="13"/>
                      <a:pt x="0" y="39"/>
                      <a:pt x="9" y="66"/>
                    </a:cubicBezTo>
                    <a:cubicBezTo>
                      <a:pt x="9" y="66"/>
                      <a:pt x="81" y="289"/>
                      <a:pt x="241" y="584"/>
                    </a:cubicBezTo>
                    <a:cubicBezTo>
                      <a:pt x="322" y="735"/>
                      <a:pt x="429" y="896"/>
                      <a:pt x="536" y="1074"/>
                    </a:cubicBezTo>
                    <a:cubicBezTo>
                      <a:pt x="634" y="1253"/>
                      <a:pt x="750" y="1449"/>
                      <a:pt x="866" y="1645"/>
                    </a:cubicBezTo>
                    <a:cubicBezTo>
                      <a:pt x="982" y="1832"/>
                      <a:pt x="1098" y="2020"/>
                      <a:pt x="1205" y="2207"/>
                    </a:cubicBezTo>
                    <a:cubicBezTo>
                      <a:pt x="1303" y="2386"/>
                      <a:pt x="1374" y="2573"/>
                      <a:pt x="1454" y="2716"/>
                    </a:cubicBezTo>
                    <a:cubicBezTo>
                      <a:pt x="1544" y="2858"/>
                      <a:pt x="1615" y="2983"/>
                      <a:pt x="1669" y="3064"/>
                    </a:cubicBezTo>
                    <a:cubicBezTo>
                      <a:pt x="1722" y="3144"/>
                      <a:pt x="1758" y="3188"/>
                      <a:pt x="1758" y="3188"/>
                    </a:cubicBezTo>
                    <a:cubicBezTo>
                      <a:pt x="1764" y="3201"/>
                      <a:pt x="1780" y="3210"/>
                      <a:pt x="1799" y="3210"/>
                    </a:cubicBezTo>
                    <a:cubicBezTo>
                      <a:pt x="1806" y="3210"/>
                      <a:pt x="1813" y="3209"/>
                      <a:pt x="1820" y="3206"/>
                    </a:cubicBezTo>
                    <a:cubicBezTo>
                      <a:pt x="1838" y="3197"/>
                      <a:pt x="1856" y="3171"/>
                      <a:pt x="1847" y="3144"/>
                    </a:cubicBezTo>
                    <a:cubicBezTo>
                      <a:pt x="1847" y="3144"/>
                      <a:pt x="1820" y="3090"/>
                      <a:pt x="1785" y="3001"/>
                    </a:cubicBezTo>
                    <a:cubicBezTo>
                      <a:pt x="1740" y="2912"/>
                      <a:pt x="1678" y="2787"/>
                      <a:pt x="1597" y="2635"/>
                    </a:cubicBezTo>
                    <a:cubicBezTo>
                      <a:pt x="1517" y="2493"/>
                      <a:pt x="1401" y="2332"/>
                      <a:pt x="1294" y="2154"/>
                    </a:cubicBezTo>
                    <a:cubicBezTo>
                      <a:pt x="1196" y="1966"/>
                      <a:pt x="1098" y="1770"/>
                      <a:pt x="1000" y="1565"/>
                    </a:cubicBezTo>
                    <a:cubicBezTo>
                      <a:pt x="892" y="1369"/>
                      <a:pt x="785" y="1172"/>
                      <a:pt x="687" y="994"/>
                    </a:cubicBezTo>
                    <a:cubicBezTo>
                      <a:pt x="589" y="807"/>
                      <a:pt x="509" y="628"/>
                      <a:pt x="420" y="485"/>
                    </a:cubicBezTo>
                    <a:cubicBezTo>
                      <a:pt x="250" y="191"/>
                      <a:pt x="98" y="21"/>
                      <a:pt x="98" y="21"/>
                    </a:cubicBezTo>
                    <a:cubicBezTo>
                      <a:pt x="92" y="8"/>
                      <a:pt x="76" y="0"/>
                      <a:pt x="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2" name="Google Shape;1702;p44"/>
              <p:cNvSpPr/>
              <p:nvPr/>
            </p:nvSpPr>
            <p:spPr>
              <a:xfrm rot="-834906" flipH="1">
                <a:off x="531188" y="4005442"/>
                <a:ext cx="619727" cy="648702"/>
              </a:xfrm>
              <a:custGeom>
                <a:avLst/>
                <a:gdLst/>
                <a:ahLst/>
                <a:cxnLst/>
                <a:rect l="l" t="t" r="r" b="b"/>
                <a:pathLst>
                  <a:path w="6451" h="6753" extrusionOk="0">
                    <a:moveTo>
                      <a:pt x="6398" y="0"/>
                    </a:moveTo>
                    <a:cubicBezTo>
                      <a:pt x="6388" y="0"/>
                      <a:pt x="6378" y="4"/>
                      <a:pt x="6370" y="12"/>
                    </a:cubicBezTo>
                    <a:cubicBezTo>
                      <a:pt x="6370" y="12"/>
                      <a:pt x="6263" y="111"/>
                      <a:pt x="6076" y="289"/>
                    </a:cubicBezTo>
                    <a:cubicBezTo>
                      <a:pt x="5897" y="459"/>
                      <a:pt x="5639" y="708"/>
                      <a:pt x="5335" y="1021"/>
                    </a:cubicBezTo>
                    <a:cubicBezTo>
                      <a:pt x="5032" y="1324"/>
                      <a:pt x="4702" y="1699"/>
                      <a:pt x="4327" y="2091"/>
                    </a:cubicBezTo>
                    <a:cubicBezTo>
                      <a:pt x="3962" y="2484"/>
                      <a:pt x="3569" y="2903"/>
                      <a:pt x="3177" y="3322"/>
                    </a:cubicBezTo>
                    <a:cubicBezTo>
                      <a:pt x="2784" y="3741"/>
                      <a:pt x="2391" y="4170"/>
                      <a:pt x="2026" y="4562"/>
                    </a:cubicBezTo>
                    <a:cubicBezTo>
                      <a:pt x="1651" y="4946"/>
                      <a:pt x="1285" y="5294"/>
                      <a:pt x="991" y="5606"/>
                    </a:cubicBezTo>
                    <a:cubicBezTo>
                      <a:pt x="696" y="5918"/>
                      <a:pt x="456" y="6186"/>
                      <a:pt x="286" y="6373"/>
                    </a:cubicBezTo>
                    <a:cubicBezTo>
                      <a:pt x="117" y="6560"/>
                      <a:pt x="18" y="6668"/>
                      <a:pt x="18" y="6668"/>
                    </a:cubicBezTo>
                    <a:cubicBezTo>
                      <a:pt x="1" y="6685"/>
                      <a:pt x="1" y="6721"/>
                      <a:pt x="18" y="6739"/>
                    </a:cubicBezTo>
                    <a:cubicBezTo>
                      <a:pt x="32" y="6748"/>
                      <a:pt x="45" y="6752"/>
                      <a:pt x="57" y="6752"/>
                    </a:cubicBezTo>
                    <a:cubicBezTo>
                      <a:pt x="70" y="6752"/>
                      <a:pt x="81" y="6748"/>
                      <a:pt x="90" y="6739"/>
                    </a:cubicBezTo>
                    <a:cubicBezTo>
                      <a:pt x="90" y="6739"/>
                      <a:pt x="197" y="6641"/>
                      <a:pt x="375" y="6462"/>
                    </a:cubicBezTo>
                    <a:cubicBezTo>
                      <a:pt x="554" y="6284"/>
                      <a:pt x="812" y="6025"/>
                      <a:pt x="1107" y="5722"/>
                    </a:cubicBezTo>
                    <a:cubicBezTo>
                      <a:pt x="1410" y="5410"/>
                      <a:pt x="1731" y="5026"/>
                      <a:pt x="2106" y="4634"/>
                    </a:cubicBezTo>
                    <a:cubicBezTo>
                      <a:pt x="2481" y="4250"/>
                      <a:pt x="2882" y="3840"/>
                      <a:pt x="3284" y="3429"/>
                    </a:cubicBezTo>
                    <a:cubicBezTo>
                      <a:pt x="3685" y="3019"/>
                      <a:pt x="4086" y="2600"/>
                      <a:pt x="4461" y="2216"/>
                    </a:cubicBezTo>
                    <a:cubicBezTo>
                      <a:pt x="4836" y="1832"/>
                      <a:pt x="5193" y="1476"/>
                      <a:pt x="5487" y="1163"/>
                    </a:cubicBezTo>
                    <a:cubicBezTo>
                      <a:pt x="5781" y="842"/>
                      <a:pt x="6022" y="575"/>
                      <a:pt x="6183" y="387"/>
                    </a:cubicBezTo>
                    <a:cubicBezTo>
                      <a:pt x="6343" y="191"/>
                      <a:pt x="6442" y="84"/>
                      <a:pt x="6442" y="84"/>
                    </a:cubicBezTo>
                    <a:cubicBezTo>
                      <a:pt x="6451" y="66"/>
                      <a:pt x="6451" y="39"/>
                      <a:pt x="6433" y="21"/>
                    </a:cubicBezTo>
                    <a:cubicBezTo>
                      <a:pt x="6423" y="7"/>
                      <a:pt x="6410" y="0"/>
                      <a:pt x="63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3" name="Google Shape;1703;p44"/>
              <p:cNvSpPr/>
              <p:nvPr/>
            </p:nvSpPr>
            <p:spPr>
              <a:xfrm rot="-834906" flipH="1">
                <a:off x="566561" y="4260684"/>
                <a:ext cx="578610" cy="728433"/>
              </a:xfrm>
              <a:custGeom>
                <a:avLst/>
                <a:gdLst/>
                <a:ahLst/>
                <a:cxnLst/>
                <a:rect l="l" t="t" r="r" b="b"/>
                <a:pathLst>
                  <a:path w="6023" h="7583" extrusionOk="0">
                    <a:moveTo>
                      <a:pt x="5965" y="0"/>
                    </a:moveTo>
                    <a:cubicBezTo>
                      <a:pt x="5953" y="0"/>
                      <a:pt x="5942" y="4"/>
                      <a:pt x="5933" y="13"/>
                    </a:cubicBezTo>
                    <a:cubicBezTo>
                      <a:pt x="5933" y="13"/>
                      <a:pt x="5835" y="129"/>
                      <a:pt x="5656" y="326"/>
                    </a:cubicBezTo>
                    <a:cubicBezTo>
                      <a:pt x="5487" y="522"/>
                      <a:pt x="5246" y="807"/>
                      <a:pt x="4970" y="1155"/>
                    </a:cubicBezTo>
                    <a:cubicBezTo>
                      <a:pt x="4684" y="1503"/>
                      <a:pt x="4372" y="1923"/>
                      <a:pt x="4033" y="2360"/>
                    </a:cubicBezTo>
                    <a:cubicBezTo>
                      <a:pt x="3685" y="2806"/>
                      <a:pt x="3319" y="3278"/>
                      <a:pt x="2953" y="3742"/>
                    </a:cubicBezTo>
                    <a:cubicBezTo>
                      <a:pt x="2588" y="4215"/>
                      <a:pt x="2231" y="4688"/>
                      <a:pt x="1883" y="5134"/>
                    </a:cubicBezTo>
                    <a:cubicBezTo>
                      <a:pt x="1544" y="5571"/>
                      <a:pt x="1196" y="5964"/>
                      <a:pt x="919" y="6312"/>
                    </a:cubicBezTo>
                    <a:cubicBezTo>
                      <a:pt x="643" y="6668"/>
                      <a:pt x="420" y="6963"/>
                      <a:pt x="259" y="7177"/>
                    </a:cubicBezTo>
                    <a:cubicBezTo>
                      <a:pt x="108" y="7382"/>
                      <a:pt x="18" y="7507"/>
                      <a:pt x="18" y="7507"/>
                    </a:cubicBezTo>
                    <a:cubicBezTo>
                      <a:pt x="1" y="7525"/>
                      <a:pt x="9" y="7552"/>
                      <a:pt x="27" y="7569"/>
                    </a:cubicBezTo>
                    <a:cubicBezTo>
                      <a:pt x="36" y="7578"/>
                      <a:pt x="50" y="7583"/>
                      <a:pt x="63" y="7583"/>
                    </a:cubicBezTo>
                    <a:cubicBezTo>
                      <a:pt x="76" y="7583"/>
                      <a:pt x="90" y="7578"/>
                      <a:pt x="99" y="7569"/>
                    </a:cubicBezTo>
                    <a:cubicBezTo>
                      <a:pt x="99" y="7569"/>
                      <a:pt x="197" y="7454"/>
                      <a:pt x="366" y="7257"/>
                    </a:cubicBezTo>
                    <a:cubicBezTo>
                      <a:pt x="527" y="7052"/>
                      <a:pt x="768" y="6767"/>
                      <a:pt x="1044" y="6419"/>
                    </a:cubicBezTo>
                    <a:cubicBezTo>
                      <a:pt x="1321" y="6062"/>
                      <a:pt x="1624" y="5643"/>
                      <a:pt x="1972" y="5197"/>
                    </a:cubicBezTo>
                    <a:cubicBezTo>
                      <a:pt x="2320" y="4768"/>
                      <a:pt x="2695" y="4304"/>
                      <a:pt x="3078" y="3841"/>
                    </a:cubicBezTo>
                    <a:cubicBezTo>
                      <a:pt x="3444" y="3377"/>
                      <a:pt x="3819" y="2904"/>
                      <a:pt x="4167" y="2476"/>
                    </a:cubicBezTo>
                    <a:cubicBezTo>
                      <a:pt x="4515" y="2038"/>
                      <a:pt x="4854" y="1637"/>
                      <a:pt x="5130" y="1280"/>
                    </a:cubicBezTo>
                    <a:cubicBezTo>
                      <a:pt x="5398" y="923"/>
                      <a:pt x="5621" y="629"/>
                      <a:pt x="5772" y="415"/>
                    </a:cubicBezTo>
                    <a:cubicBezTo>
                      <a:pt x="5924" y="201"/>
                      <a:pt x="6013" y="76"/>
                      <a:pt x="6013" y="76"/>
                    </a:cubicBezTo>
                    <a:cubicBezTo>
                      <a:pt x="6022" y="58"/>
                      <a:pt x="6022" y="31"/>
                      <a:pt x="6004" y="13"/>
                    </a:cubicBezTo>
                    <a:cubicBezTo>
                      <a:pt x="5991" y="4"/>
                      <a:pt x="5978" y="0"/>
                      <a:pt x="59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4" name="Google Shape;1704;p44"/>
              <p:cNvSpPr/>
              <p:nvPr/>
            </p:nvSpPr>
            <p:spPr>
              <a:xfrm rot="-834906" flipH="1">
                <a:off x="969052" y="4011791"/>
                <a:ext cx="293196" cy="318827"/>
              </a:xfrm>
              <a:custGeom>
                <a:avLst/>
                <a:gdLst/>
                <a:ahLst/>
                <a:cxnLst/>
                <a:rect l="l" t="t" r="r" b="b"/>
                <a:pathLst>
                  <a:path w="3052" h="3319" extrusionOk="0">
                    <a:moveTo>
                      <a:pt x="2994" y="1"/>
                    </a:moveTo>
                    <a:cubicBezTo>
                      <a:pt x="2982" y="1"/>
                      <a:pt x="2970" y="5"/>
                      <a:pt x="2962" y="13"/>
                    </a:cubicBezTo>
                    <a:cubicBezTo>
                      <a:pt x="2962" y="13"/>
                      <a:pt x="2748" y="183"/>
                      <a:pt x="2463" y="477"/>
                    </a:cubicBezTo>
                    <a:cubicBezTo>
                      <a:pt x="2320" y="629"/>
                      <a:pt x="2168" y="816"/>
                      <a:pt x="1999" y="1013"/>
                    </a:cubicBezTo>
                    <a:cubicBezTo>
                      <a:pt x="1829" y="1200"/>
                      <a:pt x="1651" y="1405"/>
                      <a:pt x="1473" y="1610"/>
                    </a:cubicBezTo>
                    <a:cubicBezTo>
                      <a:pt x="1294" y="1815"/>
                      <a:pt x="1116" y="2030"/>
                      <a:pt x="946" y="2217"/>
                    </a:cubicBezTo>
                    <a:cubicBezTo>
                      <a:pt x="777" y="2404"/>
                      <a:pt x="589" y="2565"/>
                      <a:pt x="456" y="2716"/>
                    </a:cubicBezTo>
                    <a:cubicBezTo>
                      <a:pt x="322" y="2868"/>
                      <a:pt x="206" y="3002"/>
                      <a:pt x="134" y="3091"/>
                    </a:cubicBezTo>
                    <a:cubicBezTo>
                      <a:pt x="54" y="3180"/>
                      <a:pt x="18" y="3243"/>
                      <a:pt x="18" y="3243"/>
                    </a:cubicBezTo>
                    <a:cubicBezTo>
                      <a:pt x="1" y="3261"/>
                      <a:pt x="1" y="3287"/>
                      <a:pt x="18" y="3305"/>
                    </a:cubicBezTo>
                    <a:cubicBezTo>
                      <a:pt x="27" y="3314"/>
                      <a:pt x="41" y="3319"/>
                      <a:pt x="54" y="3319"/>
                    </a:cubicBezTo>
                    <a:cubicBezTo>
                      <a:pt x="68" y="3319"/>
                      <a:pt x="81" y="3314"/>
                      <a:pt x="90" y="3305"/>
                    </a:cubicBezTo>
                    <a:cubicBezTo>
                      <a:pt x="90" y="3305"/>
                      <a:pt x="143" y="3261"/>
                      <a:pt x="233" y="3180"/>
                    </a:cubicBezTo>
                    <a:cubicBezTo>
                      <a:pt x="313" y="3100"/>
                      <a:pt x="438" y="2975"/>
                      <a:pt x="572" y="2823"/>
                    </a:cubicBezTo>
                    <a:cubicBezTo>
                      <a:pt x="714" y="2672"/>
                      <a:pt x="857" y="2476"/>
                      <a:pt x="1027" y="2288"/>
                    </a:cubicBezTo>
                    <a:cubicBezTo>
                      <a:pt x="1196" y="2101"/>
                      <a:pt x="1392" y="1905"/>
                      <a:pt x="1580" y="1708"/>
                    </a:cubicBezTo>
                    <a:cubicBezTo>
                      <a:pt x="1776" y="1512"/>
                      <a:pt x="1954" y="1316"/>
                      <a:pt x="2133" y="1128"/>
                    </a:cubicBezTo>
                    <a:cubicBezTo>
                      <a:pt x="2311" y="941"/>
                      <a:pt x="2481" y="772"/>
                      <a:pt x="2615" y="620"/>
                    </a:cubicBezTo>
                    <a:cubicBezTo>
                      <a:pt x="2882" y="308"/>
                      <a:pt x="3034" y="76"/>
                      <a:pt x="3034" y="76"/>
                    </a:cubicBezTo>
                    <a:cubicBezTo>
                      <a:pt x="3052" y="58"/>
                      <a:pt x="3052" y="40"/>
                      <a:pt x="3034" y="22"/>
                    </a:cubicBezTo>
                    <a:cubicBezTo>
                      <a:pt x="3024" y="8"/>
                      <a:pt x="3009" y="1"/>
                      <a:pt x="29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5" name="Google Shape;1705;p44"/>
              <p:cNvSpPr/>
              <p:nvPr/>
            </p:nvSpPr>
            <p:spPr>
              <a:xfrm rot="-834906" flipH="1">
                <a:off x="777357" y="4722540"/>
                <a:ext cx="353141" cy="514504"/>
              </a:xfrm>
              <a:custGeom>
                <a:avLst/>
                <a:gdLst/>
                <a:ahLst/>
                <a:cxnLst/>
                <a:rect l="l" t="t" r="r" b="b"/>
                <a:pathLst>
                  <a:path w="3676" h="5356" extrusionOk="0">
                    <a:moveTo>
                      <a:pt x="3631" y="1"/>
                    </a:moveTo>
                    <a:cubicBezTo>
                      <a:pt x="3615" y="1"/>
                      <a:pt x="3597" y="9"/>
                      <a:pt x="3586" y="20"/>
                    </a:cubicBezTo>
                    <a:cubicBezTo>
                      <a:pt x="3586" y="20"/>
                      <a:pt x="3328" y="323"/>
                      <a:pt x="2989" y="814"/>
                    </a:cubicBezTo>
                    <a:cubicBezTo>
                      <a:pt x="2810" y="1054"/>
                      <a:pt x="2632" y="1349"/>
                      <a:pt x="2427" y="1661"/>
                    </a:cubicBezTo>
                    <a:cubicBezTo>
                      <a:pt x="2221" y="1973"/>
                      <a:pt x="1998" y="2303"/>
                      <a:pt x="1775" y="2633"/>
                    </a:cubicBezTo>
                    <a:cubicBezTo>
                      <a:pt x="1561" y="2963"/>
                      <a:pt x="1347" y="3302"/>
                      <a:pt x="1142" y="3615"/>
                    </a:cubicBezTo>
                    <a:cubicBezTo>
                      <a:pt x="928" y="3918"/>
                      <a:pt x="714" y="4186"/>
                      <a:pt x="544" y="4435"/>
                    </a:cubicBezTo>
                    <a:cubicBezTo>
                      <a:pt x="375" y="4685"/>
                      <a:pt x="241" y="4890"/>
                      <a:pt x="152" y="5042"/>
                    </a:cubicBezTo>
                    <a:cubicBezTo>
                      <a:pt x="62" y="5194"/>
                      <a:pt x="9" y="5274"/>
                      <a:pt x="9" y="5274"/>
                    </a:cubicBezTo>
                    <a:cubicBezTo>
                      <a:pt x="0" y="5301"/>
                      <a:pt x="0" y="5328"/>
                      <a:pt x="27" y="5345"/>
                    </a:cubicBezTo>
                    <a:cubicBezTo>
                      <a:pt x="34" y="5352"/>
                      <a:pt x="43" y="5355"/>
                      <a:pt x="53" y="5355"/>
                    </a:cubicBezTo>
                    <a:cubicBezTo>
                      <a:pt x="69" y="5355"/>
                      <a:pt x="87" y="5348"/>
                      <a:pt x="98" y="5336"/>
                    </a:cubicBezTo>
                    <a:cubicBezTo>
                      <a:pt x="98" y="5336"/>
                      <a:pt x="152" y="5256"/>
                      <a:pt x="259" y="5113"/>
                    </a:cubicBezTo>
                    <a:cubicBezTo>
                      <a:pt x="366" y="4980"/>
                      <a:pt x="509" y="4774"/>
                      <a:pt x="678" y="4525"/>
                    </a:cubicBezTo>
                    <a:cubicBezTo>
                      <a:pt x="848" y="4284"/>
                      <a:pt x="1017" y="3980"/>
                      <a:pt x="1231" y="3668"/>
                    </a:cubicBezTo>
                    <a:cubicBezTo>
                      <a:pt x="1436" y="3365"/>
                      <a:pt x="1668" y="3044"/>
                      <a:pt x="1900" y="2723"/>
                    </a:cubicBezTo>
                    <a:cubicBezTo>
                      <a:pt x="2132" y="2393"/>
                      <a:pt x="2355" y="2062"/>
                      <a:pt x="2569" y="1759"/>
                    </a:cubicBezTo>
                    <a:cubicBezTo>
                      <a:pt x="2783" y="1456"/>
                      <a:pt x="2989" y="1179"/>
                      <a:pt x="3158" y="930"/>
                    </a:cubicBezTo>
                    <a:cubicBezTo>
                      <a:pt x="3479" y="430"/>
                      <a:pt x="3667" y="73"/>
                      <a:pt x="3667" y="73"/>
                    </a:cubicBezTo>
                    <a:cubicBezTo>
                      <a:pt x="3676" y="55"/>
                      <a:pt x="3676" y="28"/>
                      <a:pt x="3658" y="11"/>
                    </a:cubicBezTo>
                    <a:cubicBezTo>
                      <a:pt x="3651" y="4"/>
                      <a:pt x="3641" y="1"/>
                      <a:pt x="363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706" name="Google Shape;1706;p44"/>
            <p:cNvSpPr/>
            <p:nvPr/>
          </p:nvSpPr>
          <p:spPr>
            <a:xfrm rot="-834906" flipH="1">
              <a:off x="761412" y="3853199"/>
              <a:ext cx="162065" cy="315657"/>
            </a:xfrm>
            <a:custGeom>
              <a:avLst/>
              <a:gdLst/>
              <a:ahLst/>
              <a:cxnLst/>
              <a:rect l="l" t="t" r="r" b="b"/>
              <a:pathLst>
                <a:path w="1687" h="3286" extrusionOk="0">
                  <a:moveTo>
                    <a:pt x="301" y="0"/>
                  </a:moveTo>
                  <a:cubicBezTo>
                    <a:pt x="244" y="0"/>
                    <a:pt x="188" y="21"/>
                    <a:pt x="135" y="69"/>
                  </a:cubicBezTo>
                  <a:cubicBezTo>
                    <a:pt x="1" y="185"/>
                    <a:pt x="527" y="2576"/>
                    <a:pt x="875" y="3040"/>
                  </a:cubicBezTo>
                  <a:cubicBezTo>
                    <a:pt x="1008" y="3214"/>
                    <a:pt x="1143" y="3285"/>
                    <a:pt x="1261" y="3285"/>
                  </a:cubicBezTo>
                  <a:cubicBezTo>
                    <a:pt x="1452" y="3285"/>
                    <a:pt x="1600" y="3101"/>
                    <a:pt x="1633" y="2870"/>
                  </a:cubicBezTo>
                  <a:cubicBezTo>
                    <a:pt x="1687" y="2505"/>
                    <a:pt x="1259" y="1586"/>
                    <a:pt x="1027" y="934"/>
                  </a:cubicBezTo>
                  <a:cubicBezTo>
                    <a:pt x="878" y="526"/>
                    <a:pt x="581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7" name="Google Shape;1707;p44"/>
            <p:cNvSpPr/>
            <p:nvPr/>
          </p:nvSpPr>
          <p:spPr>
            <a:xfrm rot="-834906" flipH="1">
              <a:off x="993935" y="3695540"/>
              <a:ext cx="391568" cy="147838"/>
            </a:xfrm>
            <a:custGeom>
              <a:avLst/>
              <a:gdLst/>
              <a:ahLst/>
              <a:cxnLst/>
              <a:rect l="l" t="t" r="r" b="b"/>
              <a:pathLst>
                <a:path w="4076" h="1539" extrusionOk="0">
                  <a:moveTo>
                    <a:pt x="1899" y="0"/>
                  </a:moveTo>
                  <a:cubicBezTo>
                    <a:pt x="1819" y="0"/>
                    <a:pt x="1742" y="16"/>
                    <a:pt x="1669" y="53"/>
                  </a:cubicBezTo>
                  <a:cubicBezTo>
                    <a:pt x="1214" y="276"/>
                    <a:pt x="1" y="990"/>
                    <a:pt x="135" y="1392"/>
                  </a:cubicBezTo>
                  <a:cubicBezTo>
                    <a:pt x="165" y="1491"/>
                    <a:pt x="245" y="1538"/>
                    <a:pt x="353" y="1538"/>
                  </a:cubicBezTo>
                  <a:cubicBezTo>
                    <a:pt x="497" y="1538"/>
                    <a:pt x="690" y="1455"/>
                    <a:pt x="884" y="1302"/>
                  </a:cubicBezTo>
                  <a:cubicBezTo>
                    <a:pt x="1211" y="1035"/>
                    <a:pt x="1580" y="560"/>
                    <a:pt x="1927" y="560"/>
                  </a:cubicBezTo>
                  <a:cubicBezTo>
                    <a:pt x="1939" y="560"/>
                    <a:pt x="1951" y="561"/>
                    <a:pt x="1963" y="562"/>
                  </a:cubicBezTo>
                  <a:cubicBezTo>
                    <a:pt x="2311" y="598"/>
                    <a:pt x="2864" y="1151"/>
                    <a:pt x="3212" y="1195"/>
                  </a:cubicBezTo>
                  <a:cubicBezTo>
                    <a:pt x="3233" y="1197"/>
                    <a:pt x="3255" y="1198"/>
                    <a:pt x="3277" y="1198"/>
                  </a:cubicBezTo>
                  <a:cubicBezTo>
                    <a:pt x="3627" y="1198"/>
                    <a:pt x="4076" y="942"/>
                    <a:pt x="4042" y="740"/>
                  </a:cubicBezTo>
                  <a:cubicBezTo>
                    <a:pt x="3997" y="535"/>
                    <a:pt x="3640" y="607"/>
                    <a:pt x="3186" y="508"/>
                  </a:cubicBezTo>
                  <a:cubicBezTo>
                    <a:pt x="2804" y="434"/>
                    <a:pt x="2315" y="0"/>
                    <a:pt x="18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8" name="Google Shape;1708;p44"/>
            <p:cNvSpPr/>
            <p:nvPr/>
          </p:nvSpPr>
          <p:spPr>
            <a:xfrm rot="-834906" flipH="1">
              <a:off x="330106" y="3915831"/>
              <a:ext cx="245066" cy="106052"/>
            </a:xfrm>
            <a:custGeom>
              <a:avLst/>
              <a:gdLst/>
              <a:ahLst/>
              <a:cxnLst/>
              <a:rect l="l" t="t" r="r" b="b"/>
              <a:pathLst>
                <a:path w="2551" h="1104" extrusionOk="0">
                  <a:moveTo>
                    <a:pt x="273" y="1"/>
                  </a:moveTo>
                  <a:cubicBezTo>
                    <a:pt x="186" y="1"/>
                    <a:pt x="120" y="34"/>
                    <a:pt x="88" y="121"/>
                  </a:cubicBezTo>
                  <a:cubicBezTo>
                    <a:pt x="0" y="358"/>
                    <a:pt x="973" y="1103"/>
                    <a:pt x="1396" y="1103"/>
                  </a:cubicBezTo>
                  <a:cubicBezTo>
                    <a:pt x="1403" y="1103"/>
                    <a:pt x="1410" y="1103"/>
                    <a:pt x="1417" y="1103"/>
                  </a:cubicBezTo>
                  <a:cubicBezTo>
                    <a:pt x="1827" y="1076"/>
                    <a:pt x="2550" y="362"/>
                    <a:pt x="2256" y="166"/>
                  </a:cubicBezTo>
                  <a:cubicBezTo>
                    <a:pt x="2196" y="125"/>
                    <a:pt x="2144" y="108"/>
                    <a:pt x="2094" y="108"/>
                  </a:cubicBezTo>
                  <a:cubicBezTo>
                    <a:pt x="1902" y="108"/>
                    <a:pt x="1740" y="346"/>
                    <a:pt x="1343" y="346"/>
                  </a:cubicBezTo>
                  <a:cubicBezTo>
                    <a:pt x="1326" y="346"/>
                    <a:pt x="1310" y="345"/>
                    <a:pt x="1292" y="344"/>
                  </a:cubicBezTo>
                  <a:cubicBezTo>
                    <a:pt x="1034" y="338"/>
                    <a:pt x="549" y="1"/>
                    <a:pt x="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9" name="Google Shape;1709;p44"/>
            <p:cNvSpPr/>
            <p:nvPr/>
          </p:nvSpPr>
          <p:spPr>
            <a:xfrm rot="-834906" flipH="1">
              <a:off x="1264486" y="3268734"/>
              <a:ext cx="47649" cy="57156"/>
            </a:xfrm>
            <a:custGeom>
              <a:avLst/>
              <a:gdLst/>
              <a:ahLst/>
              <a:cxnLst/>
              <a:rect l="l" t="t" r="r" b="b"/>
              <a:pathLst>
                <a:path w="496" h="595" extrusionOk="0">
                  <a:moveTo>
                    <a:pt x="252" y="1"/>
                  </a:moveTo>
                  <a:cubicBezTo>
                    <a:pt x="221" y="1"/>
                    <a:pt x="191" y="7"/>
                    <a:pt x="166" y="20"/>
                  </a:cubicBezTo>
                  <a:cubicBezTo>
                    <a:pt x="41" y="100"/>
                    <a:pt x="5" y="216"/>
                    <a:pt x="5" y="350"/>
                  </a:cubicBezTo>
                  <a:cubicBezTo>
                    <a:pt x="0" y="511"/>
                    <a:pt x="120" y="594"/>
                    <a:pt x="241" y="594"/>
                  </a:cubicBezTo>
                  <a:cubicBezTo>
                    <a:pt x="353" y="594"/>
                    <a:pt x="465" y="523"/>
                    <a:pt x="478" y="376"/>
                  </a:cubicBezTo>
                  <a:cubicBezTo>
                    <a:pt x="496" y="234"/>
                    <a:pt x="469" y="118"/>
                    <a:pt x="353" y="29"/>
                  </a:cubicBezTo>
                  <a:cubicBezTo>
                    <a:pt x="324" y="9"/>
                    <a:pt x="288" y="1"/>
                    <a:pt x="2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0" name="Google Shape;1710;p44"/>
            <p:cNvSpPr/>
            <p:nvPr/>
          </p:nvSpPr>
          <p:spPr>
            <a:xfrm rot="-834906" flipH="1">
              <a:off x="1277883" y="3400171"/>
              <a:ext cx="35737" cy="35735"/>
            </a:xfrm>
            <a:custGeom>
              <a:avLst/>
              <a:gdLst/>
              <a:ahLst/>
              <a:cxnLst/>
              <a:rect l="l" t="t" r="r" b="b"/>
              <a:pathLst>
                <a:path w="372" h="372" extrusionOk="0">
                  <a:moveTo>
                    <a:pt x="169" y="0"/>
                  </a:moveTo>
                  <a:cubicBezTo>
                    <a:pt x="152" y="0"/>
                    <a:pt x="135" y="3"/>
                    <a:pt x="118" y="8"/>
                  </a:cubicBezTo>
                  <a:cubicBezTo>
                    <a:pt x="55" y="17"/>
                    <a:pt x="19" y="97"/>
                    <a:pt x="37" y="159"/>
                  </a:cubicBezTo>
                  <a:cubicBezTo>
                    <a:pt x="37" y="159"/>
                    <a:pt x="37" y="159"/>
                    <a:pt x="37" y="168"/>
                  </a:cubicBezTo>
                  <a:cubicBezTo>
                    <a:pt x="0" y="302"/>
                    <a:pt x="97" y="372"/>
                    <a:pt x="193" y="372"/>
                  </a:cubicBezTo>
                  <a:cubicBezTo>
                    <a:pt x="282" y="372"/>
                    <a:pt x="371" y="311"/>
                    <a:pt x="349" y="186"/>
                  </a:cubicBezTo>
                  <a:cubicBezTo>
                    <a:pt x="334" y="87"/>
                    <a:pt x="266" y="0"/>
                    <a:pt x="1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1" name="Google Shape;1711;p44"/>
            <p:cNvSpPr/>
            <p:nvPr/>
          </p:nvSpPr>
          <p:spPr>
            <a:xfrm rot="-834906" flipH="1">
              <a:off x="1347690" y="3264206"/>
              <a:ext cx="57064" cy="52834"/>
            </a:xfrm>
            <a:custGeom>
              <a:avLst/>
              <a:gdLst/>
              <a:ahLst/>
              <a:cxnLst/>
              <a:rect l="l" t="t" r="r" b="b"/>
              <a:pathLst>
                <a:path w="594" h="550" extrusionOk="0">
                  <a:moveTo>
                    <a:pt x="279" y="1"/>
                  </a:moveTo>
                  <a:cubicBezTo>
                    <a:pt x="132" y="1"/>
                    <a:pt x="1" y="141"/>
                    <a:pt x="85" y="309"/>
                  </a:cubicBezTo>
                  <a:cubicBezTo>
                    <a:pt x="112" y="362"/>
                    <a:pt x="121" y="424"/>
                    <a:pt x="165" y="478"/>
                  </a:cubicBezTo>
                  <a:cubicBezTo>
                    <a:pt x="200" y="528"/>
                    <a:pt x="253" y="550"/>
                    <a:pt x="307" y="550"/>
                  </a:cubicBezTo>
                  <a:cubicBezTo>
                    <a:pt x="380" y="550"/>
                    <a:pt x="455" y="512"/>
                    <a:pt x="495" y="451"/>
                  </a:cubicBezTo>
                  <a:cubicBezTo>
                    <a:pt x="593" y="326"/>
                    <a:pt x="549" y="166"/>
                    <a:pt x="442" y="68"/>
                  </a:cubicBezTo>
                  <a:cubicBezTo>
                    <a:pt x="392" y="21"/>
                    <a:pt x="334" y="1"/>
                    <a:pt x="2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2" name="Google Shape;1712;p44"/>
            <p:cNvSpPr/>
            <p:nvPr/>
          </p:nvSpPr>
          <p:spPr>
            <a:xfrm rot="-834906" flipH="1">
              <a:off x="183642" y="3071536"/>
              <a:ext cx="3554" cy="96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8" y="1"/>
                  </a:moveTo>
                  <a:cubicBezTo>
                    <a:pt x="9" y="1"/>
                    <a:pt x="0" y="1"/>
                    <a:pt x="0" y="1"/>
                  </a:cubicBezTo>
                  <a:cubicBezTo>
                    <a:pt x="36" y="1"/>
                    <a:pt x="36" y="1"/>
                    <a:pt x="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3" name="Google Shape;1713;p44"/>
            <p:cNvSpPr/>
            <p:nvPr/>
          </p:nvSpPr>
          <p:spPr>
            <a:xfrm rot="-834906" flipH="1">
              <a:off x="152337" y="3025186"/>
              <a:ext cx="60906" cy="46398"/>
            </a:xfrm>
            <a:custGeom>
              <a:avLst/>
              <a:gdLst/>
              <a:ahLst/>
              <a:cxnLst/>
              <a:rect l="l" t="t" r="r" b="b"/>
              <a:pathLst>
                <a:path w="634" h="483" extrusionOk="0">
                  <a:moveTo>
                    <a:pt x="298" y="1"/>
                  </a:moveTo>
                  <a:cubicBezTo>
                    <a:pt x="276" y="1"/>
                    <a:pt x="254" y="4"/>
                    <a:pt x="232" y="10"/>
                  </a:cubicBezTo>
                  <a:cubicBezTo>
                    <a:pt x="134" y="28"/>
                    <a:pt x="0" y="153"/>
                    <a:pt x="36" y="269"/>
                  </a:cubicBezTo>
                  <a:cubicBezTo>
                    <a:pt x="63" y="340"/>
                    <a:pt x="90" y="403"/>
                    <a:pt x="152" y="438"/>
                  </a:cubicBezTo>
                  <a:cubicBezTo>
                    <a:pt x="179" y="456"/>
                    <a:pt x="206" y="465"/>
                    <a:pt x="232" y="474"/>
                  </a:cubicBezTo>
                  <a:cubicBezTo>
                    <a:pt x="232" y="474"/>
                    <a:pt x="313" y="474"/>
                    <a:pt x="348" y="483"/>
                  </a:cubicBezTo>
                  <a:cubicBezTo>
                    <a:pt x="500" y="465"/>
                    <a:pt x="634" y="295"/>
                    <a:pt x="536" y="153"/>
                  </a:cubicBezTo>
                  <a:cubicBezTo>
                    <a:pt x="484" y="65"/>
                    <a:pt x="397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4" name="Google Shape;1714;p44"/>
            <p:cNvSpPr/>
            <p:nvPr/>
          </p:nvSpPr>
          <p:spPr>
            <a:xfrm rot="-834906" flipH="1">
              <a:off x="89202" y="3118518"/>
              <a:ext cx="60426" cy="55619"/>
            </a:xfrm>
            <a:custGeom>
              <a:avLst/>
              <a:gdLst/>
              <a:ahLst/>
              <a:cxnLst/>
              <a:rect l="l" t="t" r="r" b="b"/>
              <a:pathLst>
                <a:path w="629" h="579" extrusionOk="0">
                  <a:moveTo>
                    <a:pt x="239" y="1"/>
                  </a:moveTo>
                  <a:cubicBezTo>
                    <a:pt x="107" y="1"/>
                    <a:pt x="1" y="125"/>
                    <a:pt x="31" y="262"/>
                  </a:cubicBezTo>
                  <a:cubicBezTo>
                    <a:pt x="40" y="324"/>
                    <a:pt x="58" y="378"/>
                    <a:pt x="76" y="431"/>
                  </a:cubicBezTo>
                  <a:cubicBezTo>
                    <a:pt x="113" y="531"/>
                    <a:pt x="215" y="578"/>
                    <a:pt x="316" y="578"/>
                  </a:cubicBezTo>
                  <a:cubicBezTo>
                    <a:pt x="386" y="578"/>
                    <a:pt x="456" y="556"/>
                    <a:pt x="504" y="512"/>
                  </a:cubicBezTo>
                  <a:cubicBezTo>
                    <a:pt x="629" y="396"/>
                    <a:pt x="629" y="164"/>
                    <a:pt x="468" y="74"/>
                  </a:cubicBezTo>
                  <a:cubicBezTo>
                    <a:pt x="415" y="48"/>
                    <a:pt x="361" y="30"/>
                    <a:pt x="308" y="12"/>
                  </a:cubicBezTo>
                  <a:cubicBezTo>
                    <a:pt x="284" y="4"/>
                    <a:pt x="261" y="1"/>
                    <a:pt x="2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5" name="Google Shape;1715;p44"/>
            <p:cNvSpPr/>
            <p:nvPr/>
          </p:nvSpPr>
          <p:spPr>
            <a:xfrm rot="-834906" flipH="1">
              <a:off x="178834" y="3098085"/>
              <a:ext cx="52933" cy="39577"/>
            </a:xfrm>
            <a:custGeom>
              <a:avLst/>
              <a:gdLst/>
              <a:ahLst/>
              <a:cxnLst/>
              <a:rect l="l" t="t" r="r" b="b"/>
              <a:pathLst>
                <a:path w="551" h="412" extrusionOk="0">
                  <a:moveTo>
                    <a:pt x="264" y="0"/>
                  </a:moveTo>
                  <a:cubicBezTo>
                    <a:pt x="12" y="0"/>
                    <a:pt x="0" y="403"/>
                    <a:pt x="262" y="411"/>
                  </a:cubicBezTo>
                  <a:cubicBezTo>
                    <a:pt x="268" y="412"/>
                    <a:pt x="273" y="412"/>
                    <a:pt x="279" y="412"/>
                  </a:cubicBezTo>
                  <a:cubicBezTo>
                    <a:pt x="531" y="412"/>
                    <a:pt x="551" y="10"/>
                    <a:pt x="280" y="1"/>
                  </a:cubicBezTo>
                  <a:cubicBezTo>
                    <a:pt x="274" y="1"/>
                    <a:pt x="269" y="0"/>
                    <a:pt x="2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6" name="Google Shape;1716;p44"/>
            <p:cNvSpPr/>
            <p:nvPr/>
          </p:nvSpPr>
          <p:spPr>
            <a:xfrm rot="-834906" flipH="1">
              <a:off x="244004" y="3791001"/>
              <a:ext cx="53317" cy="47550"/>
            </a:xfrm>
            <a:custGeom>
              <a:avLst/>
              <a:gdLst/>
              <a:ahLst/>
              <a:cxnLst/>
              <a:rect l="l" t="t" r="r" b="b"/>
              <a:pathLst>
                <a:path w="555" h="495" extrusionOk="0">
                  <a:moveTo>
                    <a:pt x="274" y="0"/>
                  </a:moveTo>
                  <a:cubicBezTo>
                    <a:pt x="171" y="0"/>
                    <a:pt x="75" y="66"/>
                    <a:pt x="46" y="161"/>
                  </a:cubicBezTo>
                  <a:cubicBezTo>
                    <a:pt x="1" y="286"/>
                    <a:pt x="63" y="393"/>
                    <a:pt x="170" y="438"/>
                  </a:cubicBezTo>
                  <a:cubicBezTo>
                    <a:pt x="212" y="474"/>
                    <a:pt x="260" y="495"/>
                    <a:pt x="312" y="495"/>
                  </a:cubicBezTo>
                  <a:cubicBezTo>
                    <a:pt x="361" y="495"/>
                    <a:pt x="413" y="477"/>
                    <a:pt x="465" y="438"/>
                  </a:cubicBezTo>
                  <a:cubicBezTo>
                    <a:pt x="527" y="393"/>
                    <a:pt x="554" y="295"/>
                    <a:pt x="536" y="224"/>
                  </a:cubicBezTo>
                  <a:cubicBezTo>
                    <a:pt x="509" y="117"/>
                    <a:pt x="447" y="45"/>
                    <a:pt x="340" y="10"/>
                  </a:cubicBezTo>
                  <a:cubicBezTo>
                    <a:pt x="318" y="3"/>
                    <a:pt x="296" y="0"/>
                    <a:pt x="2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7" name="Google Shape;1717;p44"/>
            <p:cNvSpPr/>
            <p:nvPr/>
          </p:nvSpPr>
          <p:spPr>
            <a:xfrm rot="-834906" flipH="1">
              <a:off x="348886" y="3797431"/>
              <a:ext cx="49859" cy="62056"/>
            </a:xfrm>
            <a:custGeom>
              <a:avLst/>
              <a:gdLst/>
              <a:ahLst/>
              <a:cxnLst/>
              <a:rect l="l" t="t" r="r" b="b"/>
              <a:pathLst>
                <a:path w="519" h="646" extrusionOk="0">
                  <a:moveTo>
                    <a:pt x="273" y="1"/>
                  </a:moveTo>
                  <a:cubicBezTo>
                    <a:pt x="170" y="1"/>
                    <a:pt x="67" y="68"/>
                    <a:pt x="45" y="206"/>
                  </a:cubicBezTo>
                  <a:cubicBezTo>
                    <a:pt x="27" y="340"/>
                    <a:pt x="1" y="465"/>
                    <a:pt x="99" y="581"/>
                  </a:cubicBezTo>
                  <a:cubicBezTo>
                    <a:pt x="146" y="623"/>
                    <a:pt x="203" y="645"/>
                    <a:pt x="259" y="645"/>
                  </a:cubicBezTo>
                  <a:cubicBezTo>
                    <a:pt x="310" y="645"/>
                    <a:pt x="360" y="627"/>
                    <a:pt x="402" y="590"/>
                  </a:cubicBezTo>
                  <a:cubicBezTo>
                    <a:pt x="518" y="500"/>
                    <a:pt x="509" y="358"/>
                    <a:pt x="500" y="224"/>
                  </a:cubicBezTo>
                  <a:cubicBezTo>
                    <a:pt x="491" y="77"/>
                    <a:pt x="382" y="1"/>
                    <a:pt x="2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8" name="Google Shape;1718;p44"/>
            <p:cNvSpPr/>
            <p:nvPr/>
          </p:nvSpPr>
          <p:spPr>
            <a:xfrm rot="-834906" flipH="1">
              <a:off x="510943" y="3690218"/>
              <a:ext cx="54758" cy="58886"/>
            </a:xfrm>
            <a:custGeom>
              <a:avLst/>
              <a:gdLst/>
              <a:ahLst/>
              <a:cxnLst/>
              <a:rect l="l" t="t" r="r" b="b"/>
              <a:pathLst>
                <a:path w="570" h="613" extrusionOk="0">
                  <a:moveTo>
                    <a:pt x="298" y="1"/>
                  </a:moveTo>
                  <a:cubicBezTo>
                    <a:pt x="152" y="1"/>
                    <a:pt x="1" y="191"/>
                    <a:pt x="114" y="351"/>
                  </a:cubicBezTo>
                  <a:cubicBezTo>
                    <a:pt x="123" y="386"/>
                    <a:pt x="114" y="422"/>
                    <a:pt x="132" y="467"/>
                  </a:cubicBezTo>
                  <a:cubicBezTo>
                    <a:pt x="164" y="564"/>
                    <a:pt x="242" y="613"/>
                    <a:pt x="321" y="613"/>
                  </a:cubicBezTo>
                  <a:cubicBezTo>
                    <a:pt x="394" y="613"/>
                    <a:pt x="468" y="570"/>
                    <a:pt x="507" y="484"/>
                  </a:cubicBezTo>
                  <a:cubicBezTo>
                    <a:pt x="569" y="351"/>
                    <a:pt x="524" y="190"/>
                    <a:pt x="435" y="74"/>
                  </a:cubicBezTo>
                  <a:cubicBezTo>
                    <a:pt x="397" y="22"/>
                    <a:pt x="34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9" name="Google Shape;1719;p44"/>
            <p:cNvSpPr/>
            <p:nvPr/>
          </p:nvSpPr>
          <p:spPr>
            <a:xfrm rot="-834906" flipH="1">
              <a:off x="663193" y="3764939"/>
              <a:ext cx="49282" cy="41402"/>
            </a:xfrm>
            <a:custGeom>
              <a:avLst/>
              <a:gdLst/>
              <a:ahLst/>
              <a:cxnLst/>
              <a:rect l="l" t="t" r="r" b="b"/>
              <a:pathLst>
                <a:path w="513" h="431" extrusionOk="0">
                  <a:moveTo>
                    <a:pt x="276" y="1"/>
                  </a:moveTo>
                  <a:cubicBezTo>
                    <a:pt x="142" y="1"/>
                    <a:pt x="1" y="179"/>
                    <a:pt x="129" y="307"/>
                  </a:cubicBezTo>
                  <a:cubicBezTo>
                    <a:pt x="146" y="325"/>
                    <a:pt x="155" y="325"/>
                    <a:pt x="155" y="325"/>
                  </a:cubicBezTo>
                  <a:cubicBezTo>
                    <a:pt x="155" y="325"/>
                    <a:pt x="155" y="334"/>
                    <a:pt x="164" y="343"/>
                  </a:cubicBezTo>
                  <a:cubicBezTo>
                    <a:pt x="192" y="403"/>
                    <a:pt x="248" y="431"/>
                    <a:pt x="304" y="431"/>
                  </a:cubicBezTo>
                  <a:cubicBezTo>
                    <a:pt x="373" y="431"/>
                    <a:pt x="443" y="389"/>
                    <a:pt x="468" y="316"/>
                  </a:cubicBezTo>
                  <a:cubicBezTo>
                    <a:pt x="512" y="218"/>
                    <a:pt x="459" y="137"/>
                    <a:pt x="396" y="66"/>
                  </a:cubicBezTo>
                  <a:cubicBezTo>
                    <a:pt x="363" y="20"/>
                    <a:pt x="320" y="1"/>
                    <a:pt x="2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0" name="Google Shape;1720;p44"/>
            <p:cNvSpPr/>
            <p:nvPr/>
          </p:nvSpPr>
          <p:spPr>
            <a:xfrm rot="-834906" flipH="1">
              <a:off x="1240001" y="3594744"/>
              <a:ext cx="29589" cy="32661"/>
            </a:xfrm>
            <a:custGeom>
              <a:avLst/>
              <a:gdLst/>
              <a:ahLst/>
              <a:cxnLst/>
              <a:rect l="l" t="t" r="r" b="b"/>
              <a:pathLst>
                <a:path w="308" h="340" extrusionOk="0">
                  <a:moveTo>
                    <a:pt x="181" y="0"/>
                  </a:moveTo>
                  <a:cubicBezTo>
                    <a:pt x="163" y="0"/>
                    <a:pt x="143" y="5"/>
                    <a:pt x="125" y="17"/>
                  </a:cubicBezTo>
                  <a:cubicBezTo>
                    <a:pt x="45" y="80"/>
                    <a:pt x="0" y="160"/>
                    <a:pt x="18" y="258"/>
                  </a:cubicBezTo>
                  <a:cubicBezTo>
                    <a:pt x="32" y="313"/>
                    <a:pt x="78" y="339"/>
                    <a:pt x="124" y="339"/>
                  </a:cubicBezTo>
                  <a:cubicBezTo>
                    <a:pt x="167" y="339"/>
                    <a:pt x="210" y="315"/>
                    <a:pt x="223" y="267"/>
                  </a:cubicBezTo>
                  <a:cubicBezTo>
                    <a:pt x="241" y="222"/>
                    <a:pt x="232" y="178"/>
                    <a:pt x="259" y="142"/>
                  </a:cubicBezTo>
                  <a:cubicBezTo>
                    <a:pt x="308" y="66"/>
                    <a:pt x="248" y="0"/>
                    <a:pt x="1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1" name="Google Shape;1721;p44"/>
            <p:cNvSpPr/>
            <p:nvPr/>
          </p:nvSpPr>
          <p:spPr>
            <a:xfrm rot="-834906" flipH="1">
              <a:off x="1167342" y="3640272"/>
              <a:ext cx="26707" cy="36119"/>
            </a:xfrm>
            <a:custGeom>
              <a:avLst/>
              <a:gdLst/>
              <a:ahLst/>
              <a:cxnLst/>
              <a:rect l="l" t="t" r="r" b="b"/>
              <a:pathLst>
                <a:path w="278" h="376" extrusionOk="0">
                  <a:moveTo>
                    <a:pt x="155" y="1"/>
                  </a:moveTo>
                  <a:cubicBezTo>
                    <a:pt x="127" y="1"/>
                    <a:pt x="99" y="16"/>
                    <a:pt x="91" y="46"/>
                  </a:cubicBezTo>
                  <a:cubicBezTo>
                    <a:pt x="73" y="109"/>
                    <a:pt x="55" y="171"/>
                    <a:pt x="28" y="234"/>
                  </a:cubicBezTo>
                  <a:cubicBezTo>
                    <a:pt x="1" y="326"/>
                    <a:pt x="73" y="376"/>
                    <a:pt x="145" y="376"/>
                  </a:cubicBezTo>
                  <a:cubicBezTo>
                    <a:pt x="212" y="376"/>
                    <a:pt x="277" y="333"/>
                    <a:pt x="260" y="243"/>
                  </a:cubicBezTo>
                  <a:cubicBezTo>
                    <a:pt x="242" y="180"/>
                    <a:pt x="233" y="118"/>
                    <a:pt x="225" y="55"/>
                  </a:cubicBezTo>
                  <a:cubicBezTo>
                    <a:pt x="215" y="19"/>
                    <a:pt x="185" y="1"/>
                    <a:pt x="1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2" name="Google Shape;1722;p44"/>
            <p:cNvSpPr/>
            <p:nvPr/>
          </p:nvSpPr>
          <p:spPr>
            <a:xfrm rot="-834906" flipH="1">
              <a:off x="1158269" y="3567297"/>
              <a:ext cx="41213" cy="43132"/>
            </a:xfrm>
            <a:custGeom>
              <a:avLst/>
              <a:gdLst/>
              <a:ahLst/>
              <a:cxnLst/>
              <a:rect l="l" t="t" r="r" b="b"/>
              <a:pathLst>
                <a:path w="429" h="449" extrusionOk="0">
                  <a:moveTo>
                    <a:pt x="217" y="1"/>
                  </a:moveTo>
                  <a:cubicBezTo>
                    <a:pt x="137" y="1"/>
                    <a:pt x="58" y="43"/>
                    <a:pt x="36" y="129"/>
                  </a:cubicBezTo>
                  <a:cubicBezTo>
                    <a:pt x="18" y="192"/>
                    <a:pt x="1" y="236"/>
                    <a:pt x="18" y="299"/>
                  </a:cubicBezTo>
                  <a:cubicBezTo>
                    <a:pt x="50" y="399"/>
                    <a:pt x="127" y="448"/>
                    <a:pt x="206" y="448"/>
                  </a:cubicBezTo>
                  <a:cubicBezTo>
                    <a:pt x="281" y="448"/>
                    <a:pt x="359" y="404"/>
                    <a:pt x="402" y="317"/>
                  </a:cubicBezTo>
                  <a:cubicBezTo>
                    <a:pt x="429" y="263"/>
                    <a:pt x="411" y="210"/>
                    <a:pt x="402" y="147"/>
                  </a:cubicBezTo>
                  <a:cubicBezTo>
                    <a:pt x="388" y="50"/>
                    <a:pt x="302" y="1"/>
                    <a:pt x="2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3" name="Google Shape;1723;p44"/>
            <p:cNvSpPr/>
            <p:nvPr/>
          </p:nvSpPr>
          <p:spPr>
            <a:xfrm rot="-834906" flipH="1">
              <a:off x="1116186" y="2844411"/>
              <a:ext cx="61291" cy="52065"/>
            </a:xfrm>
            <a:custGeom>
              <a:avLst/>
              <a:gdLst/>
              <a:ahLst/>
              <a:cxnLst/>
              <a:rect l="l" t="t" r="r" b="b"/>
              <a:pathLst>
                <a:path w="638" h="542" extrusionOk="0">
                  <a:moveTo>
                    <a:pt x="361" y="0"/>
                  </a:moveTo>
                  <a:cubicBezTo>
                    <a:pt x="348" y="0"/>
                    <a:pt x="335" y="2"/>
                    <a:pt x="322" y="4"/>
                  </a:cubicBezTo>
                  <a:cubicBezTo>
                    <a:pt x="224" y="22"/>
                    <a:pt x="125" y="57"/>
                    <a:pt x="63" y="156"/>
                  </a:cubicBezTo>
                  <a:cubicBezTo>
                    <a:pt x="1" y="254"/>
                    <a:pt x="18" y="361"/>
                    <a:pt x="90" y="459"/>
                  </a:cubicBezTo>
                  <a:cubicBezTo>
                    <a:pt x="135" y="516"/>
                    <a:pt x="207" y="542"/>
                    <a:pt x="280" y="542"/>
                  </a:cubicBezTo>
                  <a:cubicBezTo>
                    <a:pt x="309" y="542"/>
                    <a:pt x="338" y="538"/>
                    <a:pt x="366" y="530"/>
                  </a:cubicBezTo>
                  <a:cubicBezTo>
                    <a:pt x="456" y="512"/>
                    <a:pt x="518" y="432"/>
                    <a:pt x="536" y="352"/>
                  </a:cubicBezTo>
                  <a:cubicBezTo>
                    <a:pt x="554" y="325"/>
                    <a:pt x="563" y="298"/>
                    <a:pt x="580" y="271"/>
                  </a:cubicBezTo>
                  <a:cubicBezTo>
                    <a:pt x="637" y="125"/>
                    <a:pt x="501" y="0"/>
                    <a:pt x="3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4" name="Google Shape;1724;p44"/>
            <p:cNvSpPr/>
            <p:nvPr/>
          </p:nvSpPr>
          <p:spPr>
            <a:xfrm rot="-834906" flipH="1">
              <a:off x="1120418" y="2946138"/>
              <a:ext cx="38715" cy="40538"/>
            </a:xfrm>
            <a:custGeom>
              <a:avLst/>
              <a:gdLst/>
              <a:ahLst/>
              <a:cxnLst/>
              <a:rect l="l" t="t" r="r" b="b"/>
              <a:pathLst>
                <a:path w="403" h="422" extrusionOk="0">
                  <a:moveTo>
                    <a:pt x="189" y="1"/>
                  </a:moveTo>
                  <a:cubicBezTo>
                    <a:pt x="93" y="1"/>
                    <a:pt x="0" y="55"/>
                    <a:pt x="9" y="169"/>
                  </a:cubicBezTo>
                  <a:cubicBezTo>
                    <a:pt x="18" y="268"/>
                    <a:pt x="27" y="339"/>
                    <a:pt x="116" y="401"/>
                  </a:cubicBezTo>
                  <a:cubicBezTo>
                    <a:pt x="134" y="415"/>
                    <a:pt x="158" y="421"/>
                    <a:pt x="183" y="421"/>
                  </a:cubicBezTo>
                  <a:cubicBezTo>
                    <a:pt x="207" y="421"/>
                    <a:pt x="232" y="415"/>
                    <a:pt x="250" y="401"/>
                  </a:cubicBezTo>
                  <a:cubicBezTo>
                    <a:pt x="348" y="357"/>
                    <a:pt x="366" y="276"/>
                    <a:pt x="383" y="187"/>
                  </a:cubicBezTo>
                  <a:cubicBezTo>
                    <a:pt x="402" y="66"/>
                    <a:pt x="294" y="1"/>
                    <a:pt x="1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5" name="Google Shape;1725;p44"/>
            <p:cNvSpPr/>
            <p:nvPr/>
          </p:nvSpPr>
          <p:spPr>
            <a:xfrm rot="-834906" flipH="1">
              <a:off x="1017089" y="2852216"/>
              <a:ext cx="16427" cy="23343"/>
            </a:xfrm>
            <a:custGeom>
              <a:avLst/>
              <a:gdLst/>
              <a:ahLst/>
              <a:cxnLst/>
              <a:rect l="l" t="t" r="r" b="b"/>
              <a:pathLst>
                <a:path w="171" h="243" extrusionOk="0">
                  <a:moveTo>
                    <a:pt x="119" y="1"/>
                  </a:moveTo>
                  <a:cubicBezTo>
                    <a:pt x="99" y="1"/>
                    <a:pt x="81" y="12"/>
                    <a:pt x="81" y="38"/>
                  </a:cubicBezTo>
                  <a:cubicBezTo>
                    <a:pt x="81" y="73"/>
                    <a:pt x="54" y="91"/>
                    <a:pt x="36" y="109"/>
                  </a:cubicBezTo>
                  <a:cubicBezTo>
                    <a:pt x="10" y="127"/>
                    <a:pt x="10" y="153"/>
                    <a:pt x="10" y="189"/>
                  </a:cubicBezTo>
                  <a:cubicBezTo>
                    <a:pt x="1" y="225"/>
                    <a:pt x="36" y="243"/>
                    <a:pt x="72" y="243"/>
                  </a:cubicBezTo>
                  <a:cubicBezTo>
                    <a:pt x="81" y="243"/>
                    <a:pt x="90" y="234"/>
                    <a:pt x="99" y="234"/>
                  </a:cubicBezTo>
                  <a:cubicBezTo>
                    <a:pt x="126" y="234"/>
                    <a:pt x="152" y="207"/>
                    <a:pt x="161" y="189"/>
                  </a:cubicBezTo>
                  <a:cubicBezTo>
                    <a:pt x="170" y="136"/>
                    <a:pt x="152" y="91"/>
                    <a:pt x="161" y="38"/>
                  </a:cubicBezTo>
                  <a:cubicBezTo>
                    <a:pt x="161" y="14"/>
                    <a:pt x="139" y="1"/>
                    <a:pt x="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6" name="Google Shape;1726;p44"/>
            <p:cNvSpPr/>
            <p:nvPr/>
          </p:nvSpPr>
          <p:spPr>
            <a:xfrm rot="-834906" flipH="1">
              <a:off x="874315" y="2724730"/>
              <a:ext cx="45536" cy="41787"/>
            </a:xfrm>
            <a:custGeom>
              <a:avLst/>
              <a:gdLst/>
              <a:ahLst/>
              <a:cxnLst/>
              <a:rect l="l" t="t" r="r" b="b"/>
              <a:pathLst>
                <a:path w="474" h="435" extrusionOk="0">
                  <a:moveTo>
                    <a:pt x="309" y="1"/>
                  </a:moveTo>
                  <a:cubicBezTo>
                    <a:pt x="262" y="1"/>
                    <a:pt x="217" y="20"/>
                    <a:pt x="179" y="53"/>
                  </a:cubicBezTo>
                  <a:cubicBezTo>
                    <a:pt x="116" y="106"/>
                    <a:pt x="116" y="204"/>
                    <a:pt x="45" y="249"/>
                  </a:cubicBezTo>
                  <a:cubicBezTo>
                    <a:pt x="0" y="294"/>
                    <a:pt x="18" y="365"/>
                    <a:pt x="63" y="401"/>
                  </a:cubicBezTo>
                  <a:cubicBezTo>
                    <a:pt x="98" y="424"/>
                    <a:pt x="138" y="435"/>
                    <a:pt x="178" y="435"/>
                  </a:cubicBezTo>
                  <a:cubicBezTo>
                    <a:pt x="319" y="435"/>
                    <a:pt x="466" y="305"/>
                    <a:pt x="473" y="160"/>
                  </a:cubicBezTo>
                  <a:cubicBezTo>
                    <a:pt x="473" y="106"/>
                    <a:pt x="446" y="53"/>
                    <a:pt x="402" y="26"/>
                  </a:cubicBezTo>
                  <a:cubicBezTo>
                    <a:pt x="370" y="9"/>
                    <a:pt x="339" y="1"/>
                    <a:pt x="3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7" name="Google Shape;1727;p44"/>
            <p:cNvSpPr/>
            <p:nvPr/>
          </p:nvSpPr>
          <p:spPr>
            <a:xfrm rot="-834906" flipH="1">
              <a:off x="759445" y="2751023"/>
              <a:ext cx="59081" cy="42171"/>
            </a:xfrm>
            <a:custGeom>
              <a:avLst/>
              <a:gdLst/>
              <a:ahLst/>
              <a:cxnLst/>
              <a:rect l="l" t="t" r="r" b="b"/>
              <a:pathLst>
                <a:path w="615" h="439" extrusionOk="0">
                  <a:moveTo>
                    <a:pt x="349" y="0"/>
                  </a:moveTo>
                  <a:cubicBezTo>
                    <a:pt x="320" y="0"/>
                    <a:pt x="289" y="7"/>
                    <a:pt x="259" y="22"/>
                  </a:cubicBezTo>
                  <a:cubicBezTo>
                    <a:pt x="233" y="31"/>
                    <a:pt x="215" y="49"/>
                    <a:pt x="188" y="67"/>
                  </a:cubicBezTo>
                  <a:cubicBezTo>
                    <a:pt x="179" y="76"/>
                    <a:pt x="179" y="84"/>
                    <a:pt x="170" y="84"/>
                  </a:cubicBezTo>
                  <a:cubicBezTo>
                    <a:pt x="72" y="111"/>
                    <a:pt x="1" y="218"/>
                    <a:pt x="63" y="316"/>
                  </a:cubicBezTo>
                  <a:cubicBezTo>
                    <a:pt x="113" y="400"/>
                    <a:pt x="191" y="438"/>
                    <a:pt x="271" y="438"/>
                  </a:cubicBezTo>
                  <a:cubicBezTo>
                    <a:pt x="362" y="438"/>
                    <a:pt x="456" y="389"/>
                    <a:pt x="518" y="299"/>
                  </a:cubicBezTo>
                  <a:cubicBezTo>
                    <a:pt x="615" y="165"/>
                    <a:pt x="495" y="0"/>
                    <a:pt x="3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8" name="Google Shape;1728;p44"/>
            <p:cNvSpPr/>
            <p:nvPr/>
          </p:nvSpPr>
          <p:spPr>
            <a:xfrm rot="-834906" flipH="1">
              <a:off x="979052" y="2848510"/>
              <a:ext cx="54566" cy="43420"/>
            </a:xfrm>
            <a:custGeom>
              <a:avLst/>
              <a:gdLst/>
              <a:ahLst/>
              <a:cxnLst/>
              <a:rect l="l" t="t" r="r" b="b"/>
              <a:pathLst>
                <a:path w="568" h="452" extrusionOk="0">
                  <a:moveTo>
                    <a:pt x="282" y="1"/>
                  </a:moveTo>
                  <a:cubicBezTo>
                    <a:pt x="251" y="1"/>
                    <a:pt x="219" y="9"/>
                    <a:pt x="188" y="27"/>
                  </a:cubicBezTo>
                  <a:cubicBezTo>
                    <a:pt x="179" y="36"/>
                    <a:pt x="170" y="36"/>
                    <a:pt x="161" y="45"/>
                  </a:cubicBezTo>
                  <a:cubicBezTo>
                    <a:pt x="36" y="117"/>
                    <a:pt x="1" y="277"/>
                    <a:pt x="99" y="384"/>
                  </a:cubicBezTo>
                  <a:cubicBezTo>
                    <a:pt x="141" y="430"/>
                    <a:pt x="195" y="452"/>
                    <a:pt x="249" y="452"/>
                  </a:cubicBezTo>
                  <a:cubicBezTo>
                    <a:pt x="320" y="452"/>
                    <a:pt x="392" y="415"/>
                    <a:pt x="438" y="349"/>
                  </a:cubicBezTo>
                  <a:cubicBezTo>
                    <a:pt x="447" y="340"/>
                    <a:pt x="456" y="331"/>
                    <a:pt x="465" y="322"/>
                  </a:cubicBezTo>
                  <a:cubicBezTo>
                    <a:pt x="568" y="189"/>
                    <a:pt x="433" y="1"/>
                    <a:pt x="2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9" name="Google Shape;1729;p44"/>
            <p:cNvSpPr/>
            <p:nvPr/>
          </p:nvSpPr>
          <p:spPr>
            <a:xfrm rot="-834906" flipH="1">
              <a:off x="301720" y="2903356"/>
              <a:ext cx="43806" cy="30355"/>
            </a:xfrm>
            <a:custGeom>
              <a:avLst/>
              <a:gdLst/>
              <a:ahLst/>
              <a:cxnLst/>
              <a:rect l="l" t="t" r="r" b="b"/>
              <a:pathLst>
                <a:path w="456" h="316" extrusionOk="0">
                  <a:moveTo>
                    <a:pt x="195" y="1"/>
                  </a:moveTo>
                  <a:cubicBezTo>
                    <a:pt x="181" y="1"/>
                    <a:pt x="166" y="2"/>
                    <a:pt x="152" y="3"/>
                  </a:cubicBezTo>
                  <a:cubicBezTo>
                    <a:pt x="0" y="21"/>
                    <a:pt x="0" y="253"/>
                    <a:pt x="134" y="288"/>
                  </a:cubicBezTo>
                  <a:cubicBezTo>
                    <a:pt x="179" y="297"/>
                    <a:pt x="223" y="306"/>
                    <a:pt x="259" y="315"/>
                  </a:cubicBezTo>
                  <a:cubicBezTo>
                    <a:pt x="366" y="315"/>
                    <a:pt x="455" y="199"/>
                    <a:pt x="393" y="101"/>
                  </a:cubicBezTo>
                  <a:cubicBezTo>
                    <a:pt x="347" y="25"/>
                    <a:pt x="276" y="1"/>
                    <a:pt x="1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0" name="Google Shape;1730;p44"/>
            <p:cNvSpPr/>
            <p:nvPr/>
          </p:nvSpPr>
          <p:spPr>
            <a:xfrm rot="-834906" flipH="1">
              <a:off x="67258" y="3356471"/>
              <a:ext cx="41981" cy="38425"/>
            </a:xfrm>
            <a:custGeom>
              <a:avLst/>
              <a:gdLst/>
              <a:ahLst/>
              <a:cxnLst/>
              <a:rect l="l" t="t" r="r" b="b"/>
              <a:pathLst>
                <a:path w="437" h="400" extrusionOk="0">
                  <a:moveTo>
                    <a:pt x="198" y="0"/>
                  </a:moveTo>
                  <a:cubicBezTo>
                    <a:pt x="157" y="0"/>
                    <a:pt x="115" y="18"/>
                    <a:pt x="90" y="56"/>
                  </a:cubicBezTo>
                  <a:cubicBezTo>
                    <a:pt x="1" y="190"/>
                    <a:pt x="28" y="324"/>
                    <a:pt x="170" y="386"/>
                  </a:cubicBezTo>
                  <a:cubicBezTo>
                    <a:pt x="189" y="395"/>
                    <a:pt x="209" y="399"/>
                    <a:pt x="227" y="399"/>
                  </a:cubicBezTo>
                  <a:cubicBezTo>
                    <a:pt x="340" y="399"/>
                    <a:pt x="437" y="254"/>
                    <a:pt x="376" y="154"/>
                  </a:cubicBezTo>
                  <a:cubicBezTo>
                    <a:pt x="349" y="127"/>
                    <a:pt x="331" y="101"/>
                    <a:pt x="313" y="65"/>
                  </a:cubicBezTo>
                  <a:cubicBezTo>
                    <a:pt x="290" y="23"/>
                    <a:pt x="244" y="0"/>
                    <a:pt x="1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31" name="Google Shape;1731;p44"/>
          <p:cNvGrpSpPr/>
          <p:nvPr/>
        </p:nvGrpSpPr>
        <p:grpSpPr>
          <a:xfrm rot="9900033">
            <a:off x="7946144" y="-282210"/>
            <a:ext cx="838922" cy="2306398"/>
            <a:chOff x="4366775" y="986100"/>
            <a:chExt cx="130725" cy="359400"/>
          </a:xfrm>
        </p:grpSpPr>
        <p:sp>
          <p:nvSpPr>
            <p:cNvPr id="1732" name="Google Shape;1732;p44"/>
            <p:cNvSpPr/>
            <p:nvPr/>
          </p:nvSpPr>
          <p:spPr>
            <a:xfrm>
              <a:off x="4405800" y="986100"/>
              <a:ext cx="17200" cy="59000"/>
            </a:xfrm>
            <a:custGeom>
              <a:avLst/>
              <a:gdLst/>
              <a:ahLst/>
              <a:cxnLst/>
              <a:rect l="l" t="t" r="r" b="b"/>
              <a:pathLst>
                <a:path w="688" h="2360" extrusionOk="0">
                  <a:moveTo>
                    <a:pt x="168" y="0"/>
                  </a:moveTo>
                  <a:cubicBezTo>
                    <a:pt x="157" y="0"/>
                    <a:pt x="146" y="2"/>
                    <a:pt x="134" y="4"/>
                  </a:cubicBezTo>
                  <a:cubicBezTo>
                    <a:pt x="54" y="13"/>
                    <a:pt x="1" y="93"/>
                    <a:pt x="10" y="182"/>
                  </a:cubicBezTo>
                  <a:lnTo>
                    <a:pt x="366" y="2225"/>
                  </a:lnTo>
                  <a:cubicBezTo>
                    <a:pt x="384" y="2306"/>
                    <a:pt x="447" y="2359"/>
                    <a:pt x="518" y="2359"/>
                  </a:cubicBezTo>
                  <a:cubicBezTo>
                    <a:pt x="527" y="2359"/>
                    <a:pt x="536" y="2359"/>
                    <a:pt x="545" y="2350"/>
                  </a:cubicBezTo>
                  <a:cubicBezTo>
                    <a:pt x="625" y="2341"/>
                    <a:pt x="688" y="2261"/>
                    <a:pt x="670" y="2181"/>
                  </a:cubicBezTo>
                  <a:lnTo>
                    <a:pt x="313" y="129"/>
                  </a:lnTo>
                  <a:cubicBezTo>
                    <a:pt x="297" y="51"/>
                    <a:pt x="241" y="0"/>
                    <a:pt x="1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3" name="Google Shape;1733;p44"/>
            <p:cNvSpPr/>
            <p:nvPr/>
          </p:nvSpPr>
          <p:spPr>
            <a:xfrm>
              <a:off x="4366775" y="1027225"/>
              <a:ext cx="117775" cy="117775"/>
            </a:xfrm>
            <a:custGeom>
              <a:avLst/>
              <a:gdLst/>
              <a:ahLst/>
              <a:cxnLst/>
              <a:rect l="l" t="t" r="r" b="b"/>
              <a:pathLst>
                <a:path w="4711" h="4711" extrusionOk="0">
                  <a:moveTo>
                    <a:pt x="3221" y="1"/>
                  </a:moveTo>
                  <a:cubicBezTo>
                    <a:pt x="2142" y="1"/>
                    <a:pt x="577" y="566"/>
                    <a:pt x="313" y="830"/>
                  </a:cubicBezTo>
                  <a:cubicBezTo>
                    <a:pt x="0" y="1115"/>
                    <a:pt x="304" y="3747"/>
                    <a:pt x="812" y="4711"/>
                  </a:cubicBezTo>
                  <a:cubicBezTo>
                    <a:pt x="1077" y="4269"/>
                    <a:pt x="2108" y="4054"/>
                    <a:pt x="3037" y="4054"/>
                  </a:cubicBezTo>
                  <a:cubicBezTo>
                    <a:pt x="3703" y="4054"/>
                    <a:pt x="4317" y="4165"/>
                    <a:pt x="4559" y="4381"/>
                  </a:cubicBezTo>
                  <a:cubicBezTo>
                    <a:pt x="4711" y="3435"/>
                    <a:pt x="4470" y="313"/>
                    <a:pt x="3836" y="90"/>
                  </a:cubicBezTo>
                  <a:cubicBezTo>
                    <a:pt x="3666" y="28"/>
                    <a:pt x="3455" y="1"/>
                    <a:pt x="3221" y="1"/>
                  </a:cubicBezTo>
                  <a:close/>
                </a:path>
              </a:pathLst>
            </a:custGeom>
            <a:solidFill>
              <a:srgbClr val="A3E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4" name="Google Shape;1734;p44"/>
            <p:cNvSpPr/>
            <p:nvPr/>
          </p:nvSpPr>
          <p:spPr>
            <a:xfrm>
              <a:off x="4403350" y="1128550"/>
              <a:ext cx="77425" cy="30725"/>
            </a:xfrm>
            <a:custGeom>
              <a:avLst/>
              <a:gdLst/>
              <a:ahLst/>
              <a:cxnLst/>
              <a:rect l="l" t="t" r="r" b="b"/>
              <a:pathLst>
                <a:path w="3097" h="1229" extrusionOk="0">
                  <a:moveTo>
                    <a:pt x="1560" y="0"/>
                  </a:moveTo>
                  <a:cubicBezTo>
                    <a:pt x="1017" y="0"/>
                    <a:pt x="440" y="73"/>
                    <a:pt x="0" y="221"/>
                  </a:cubicBezTo>
                  <a:cubicBezTo>
                    <a:pt x="286" y="568"/>
                    <a:pt x="589" y="899"/>
                    <a:pt x="893" y="1229"/>
                  </a:cubicBezTo>
                  <a:cubicBezTo>
                    <a:pt x="1847" y="1202"/>
                    <a:pt x="2918" y="890"/>
                    <a:pt x="3051" y="506"/>
                  </a:cubicBezTo>
                  <a:cubicBezTo>
                    <a:pt x="3069" y="461"/>
                    <a:pt x="3087" y="399"/>
                    <a:pt x="3096" y="328"/>
                  </a:cubicBezTo>
                  <a:cubicBezTo>
                    <a:pt x="2850" y="111"/>
                    <a:pt x="2230" y="0"/>
                    <a:pt x="15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5" name="Google Shape;1735;p44"/>
            <p:cNvSpPr/>
            <p:nvPr/>
          </p:nvSpPr>
          <p:spPr>
            <a:xfrm>
              <a:off x="4387075" y="1134050"/>
              <a:ext cx="38600" cy="25250"/>
            </a:xfrm>
            <a:custGeom>
              <a:avLst/>
              <a:gdLst/>
              <a:ahLst/>
              <a:cxnLst/>
              <a:rect l="l" t="t" r="r" b="b"/>
              <a:pathLst>
                <a:path w="1544" h="1010" extrusionOk="0">
                  <a:moveTo>
                    <a:pt x="651" y="1"/>
                  </a:moveTo>
                  <a:cubicBezTo>
                    <a:pt x="348" y="108"/>
                    <a:pt x="107" y="250"/>
                    <a:pt x="0" y="438"/>
                  </a:cubicBezTo>
                  <a:cubicBezTo>
                    <a:pt x="36" y="500"/>
                    <a:pt x="81" y="563"/>
                    <a:pt x="116" y="616"/>
                  </a:cubicBezTo>
                  <a:cubicBezTo>
                    <a:pt x="339" y="899"/>
                    <a:pt x="876" y="1009"/>
                    <a:pt x="1473" y="1009"/>
                  </a:cubicBezTo>
                  <a:cubicBezTo>
                    <a:pt x="1496" y="1009"/>
                    <a:pt x="1520" y="1009"/>
                    <a:pt x="1544" y="1009"/>
                  </a:cubicBezTo>
                  <a:cubicBezTo>
                    <a:pt x="1240" y="679"/>
                    <a:pt x="937" y="348"/>
                    <a:pt x="6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6" name="Google Shape;1736;p44"/>
            <p:cNvSpPr/>
            <p:nvPr/>
          </p:nvSpPr>
          <p:spPr>
            <a:xfrm>
              <a:off x="4371450" y="1032350"/>
              <a:ext cx="111100" cy="104400"/>
            </a:xfrm>
            <a:custGeom>
              <a:avLst/>
              <a:gdLst/>
              <a:ahLst/>
              <a:cxnLst/>
              <a:rect l="l" t="t" r="r" b="b"/>
              <a:pathLst>
                <a:path w="4444" h="4176" extrusionOk="0">
                  <a:moveTo>
                    <a:pt x="1687" y="1"/>
                  </a:moveTo>
                  <a:cubicBezTo>
                    <a:pt x="946" y="188"/>
                    <a:pt x="286" y="464"/>
                    <a:pt x="126" y="625"/>
                  </a:cubicBezTo>
                  <a:cubicBezTo>
                    <a:pt x="45" y="696"/>
                    <a:pt x="10" y="910"/>
                    <a:pt x="1" y="1214"/>
                  </a:cubicBezTo>
                  <a:cubicBezTo>
                    <a:pt x="1517" y="1981"/>
                    <a:pt x="2891" y="2989"/>
                    <a:pt x="4203" y="4077"/>
                  </a:cubicBezTo>
                  <a:cubicBezTo>
                    <a:pt x="4274" y="4104"/>
                    <a:pt x="4327" y="4140"/>
                    <a:pt x="4372" y="4176"/>
                  </a:cubicBezTo>
                  <a:cubicBezTo>
                    <a:pt x="4443" y="3712"/>
                    <a:pt x="4426" y="2695"/>
                    <a:pt x="4310" y="1767"/>
                  </a:cubicBezTo>
                  <a:cubicBezTo>
                    <a:pt x="3712" y="1258"/>
                    <a:pt x="3078" y="786"/>
                    <a:pt x="2401" y="384"/>
                  </a:cubicBezTo>
                  <a:cubicBezTo>
                    <a:pt x="2169" y="241"/>
                    <a:pt x="1928" y="117"/>
                    <a:pt x="16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7" name="Google Shape;1737;p44"/>
            <p:cNvSpPr/>
            <p:nvPr/>
          </p:nvSpPr>
          <p:spPr>
            <a:xfrm>
              <a:off x="4413600" y="1027275"/>
              <a:ext cx="65600" cy="49250"/>
            </a:xfrm>
            <a:custGeom>
              <a:avLst/>
              <a:gdLst/>
              <a:ahLst/>
              <a:cxnLst/>
              <a:rect l="l" t="t" r="r" b="b"/>
              <a:pathLst>
                <a:path w="2624" h="1970" extrusionOk="0">
                  <a:moveTo>
                    <a:pt x="1356" y="0"/>
                  </a:moveTo>
                  <a:cubicBezTo>
                    <a:pt x="944" y="0"/>
                    <a:pt x="458" y="84"/>
                    <a:pt x="1" y="204"/>
                  </a:cubicBezTo>
                  <a:cubicBezTo>
                    <a:pt x="242" y="320"/>
                    <a:pt x="483" y="444"/>
                    <a:pt x="715" y="587"/>
                  </a:cubicBezTo>
                  <a:cubicBezTo>
                    <a:pt x="1392" y="989"/>
                    <a:pt x="2026" y="1461"/>
                    <a:pt x="2624" y="1970"/>
                  </a:cubicBezTo>
                  <a:cubicBezTo>
                    <a:pt x="2499" y="1042"/>
                    <a:pt x="2285" y="195"/>
                    <a:pt x="1963" y="88"/>
                  </a:cubicBezTo>
                  <a:cubicBezTo>
                    <a:pt x="1797" y="27"/>
                    <a:pt x="1588" y="0"/>
                    <a:pt x="1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8" name="Google Shape;1738;p44"/>
            <p:cNvSpPr/>
            <p:nvPr/>
          </p:nvSpPr>
          <p:spPr>
            <a:xfrm>
              <a:off x="4371000" y="1062675"/>
              <a:ext cx="105525" cy="71625"/>
            </a:xfrm>
            <a:custGeom>
              <a:avLst/>
              <a:gdLst/>
              <a:ahLst/>
              <a:cxnLst/>
              <a:rect l="l" t="t" r="r" b="b"/>
              <a:pathLst>
                <a:path w="4221" h="2865" extrusionOk="0">
                  <a:moveTo>
                    <a:pt x="19" y="1"/>
                  </a:moveTo>
                  <a:cubicBezTo>
                    <a:pt x="1" y="607"/>
                    <a:pt x="117" y="1553"/>
                    <a:pt x="304" y="2320"/>
                  </a:cubicBezTo>
                  <a:cubicBezTo>
                    <a:pt x="643" y="2481"/>
                    <a:pt x="964" y="2668"/>
                    <a:pt x="1277" y="2864"/>
                  </a:cubicBezTo>
                  <a:cubicBezTo>
                    <a:pt x="1718" y="2713"/>
                    <a:pt x="2305" y="2637"/>
                    <a:pt x="2856" y="2637"/>
                  </a:cubicBezTo>
                  <a:cubicBezTo>
                    <a:pt x="3407" y="2637"/>
                    <a:pt x="3922" y="2713"/>
                    <a:pt x="4221" y="2864"/>
                  </a:cubicBezTo>
                  <a:cubicBezTo>
                    <a:pt x="2909" y="1776"/>
                    <a:pt x="1535" y="768"/>
                    <a:pt x="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9" name="Google Shape;1739;p44"/>
            <p:cNvSpPr/>
            <p:nvPr/>
          </p:nvSpPr>
          <p:spPr>
            <a:xfrm>
              <a:off x="4378600" y="11206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0" y="0"/>
                  </a:moveTo>
                  <a:cubicBezTo>
                    <a:pt x="98" y="384"/>
                    <a:pt x="214" y="732"/>
                    <a:pt x="339" y="973"/>
                  </a:cubicBezTo>
                  <a:cubicBezTo>
                    <a:pt x="446" y="794"/>
                    <a:pt x="678" y="651"/>
                    <a:pt x="973" y="544"/>
                  </a:cubicBezTo>
                  <a:cubicBezTo>
                    <a:pt x="660" y="348"/>
                    <a:pt x="339" y="16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0" name="Google Shape;1740;p44"/>
            <p:cNvSpPr/>
            <p:nvPr/>
          </p:nvSpPr>
          <p:spPr>
            <a:xfrm>
              <a:off x="4428100" y="1145350"/>
              <a:ext cx="17200" cy="58975"/>
            </a:xfrm>
            <a:custGeom>
              <a:avLst/>
              <a:gdLst/>
              <a:ahLst/>
              <a:cxnLst/>
              <a:rect l="l" t="t" r="r" b="b"/>
              <a:pathLst>
                <a:path w="688" h="2359" extrusionOk="0">
                  <a:moveTo>
                    <a:pt x="168" y="0"/>
                  </a:moveTo>
                  <a:cubicBezTo>
                    <a:pt x="157" y="0"/>
                    <a:pt x="146" y="1"/>
                    <a:pt x="135" y="3"/>
                  </a:cubicBezTo>
                  <a:cubicBezTo>
                    <a:pt x="54" y="12"/>
                    <a:pt x="1" y="93"/>
                    <a:pt x="10" y="173"/>
                  </a:cubicBezTo>
                  <a:lnTo>
                    <a:pt x="366" y="2225"/>
                  </a:lnTo>
                  <a:cubicBezTo>
                    <a:pt x="384" y="2305"/>
                    <a:pt x="447" y="2359"/>
                    <a:pt x="518" y="2359"/>
                  </a:cubicBezTo>
                  <a:cubicBezTo>
                    <a:pt x="527" y="2359"/>
                    <a:pt x="536" y="2350"/>
                    <a:pt x="545" y="2350"/>
                  </a:cubicBezTo>
                  <a:cubicBezTo>
                    <a:pt x="625" y="2341"/>
                    <a:pt x="688" y="2260"/>
                    <a:pt x="670" y="2171"/>
                  </a:cubicBezTo>
                  <a:lnTo>
                    <a:pt x="313" y="128"/>
                  </a:lnTo>
                  <a:cubicBezTo>
                    <a:pt x="305" y="51"/>
                    <a:pt x="243" y="0"/>
                    <a:pt x="1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1" name="Google Shape;1741;p44"/>
            <p:cNvSpPr/>
            <p:nvPr/>
          </p:nvSpPr>
          <p:spPr>
            <a:xfrm>
              <a:off x="4385950" y="1177225"/>
              <a:ext cx="111550" cy="111625"/>
            </a:xfrm>
            <a:custGeom>
              <a:avLst/>
              <a:gdLst/>
              <a:ahLst/>
              <a:cxnLst/>
              <a:rect l="l" t="t" r="r" b="b"/>
              <a:pathLst>
                <a:path w="4462" h="4465" extrusionOk="0">
                  <a:moveTo>
                    <a:pt x="3056" y="1"/>
                  </a:moveTo>
                  <a:cubicBezTo>
                    <a:pt x="2030" y="1"/>
                    <a:pt x="543" y="538"/>
                    <a:pt x="286" y="780"/>
                  </a:cubicBezTo>
                  <a:cubicBezTo>
                    <a:pt x="1" y="1057"/>
                    <a:pt x="277" y="3555"/>
                    <a:pt x="768" y="4465"/>
                  </a:cubicBezTo>
                  <a:cubicBezTo>
                    <a:pt x="1016" y="4046"/>
                    <a:pt x="1981" y="3843"/>
                    <a:pt x="2857" y="3843"/>
                  </a:cubicBezTo>
                  <a:cubicBezTo>
                    <a:pt x="3495" y="3843"/>
                    <a:pt x="4085" y="3951"/>
                    <a:pt x="4318" y="4161"/>
                  </a:cubicBezTo>
                  <a:cubicBezTo>
                    <a:pt x="4461" y="3260"/>
                    <a:pt x="4238" y="299"/>
                    <a:pt x="3640" y="84"/>
                  </a:cubicBezTo>
                  <a:cubicBezTo>
                    <a:pt x="3479" y="26"/>
                    <a:pt x="3278" y="1"/>
                    <a:pt x="3056" y="1"/>
                  </a:cubicBezTo>
                  <a:close/>
                </a:path>
              </a:pathLst>
            </a:custGeom>
            <a:solidFill>
              <a:srgbClr val="A3E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2" name="Google Shape;1742;p44"/>
            <p:cNvSpPr/>
            <p:nvPr/>
          </p:nvSpPr>
          <p:spPr>
            <a:xfrm>
              <a:off x="4420525" y="1273325"/>
              <a:ext cx="73400" cy="29125"/>
            </a:xfrm>
            <a:custGeom>
              <a:avLst/>
              <a:gdLst/>
              <a:ahLst/>
              <a:cxnLst/>
              <a:rect l="l" t="t" r="r" b="b"/>
              <a:pathLst>
                <a:path w="2936" h="1165" extrusionOk="0">
                  <a:moveTo>
                    <a:pt x="1483" y="0"/>
                  </a:moveTo>
                  <a:cubicBezTo>
                    <a:pt x="966" y="0"/>
                    <a:pt x="417" y="70"/>
                    <a:pt x="0" y="210"/>
                  </a:cubicBezTo>
                  <a:cubicBezTo>
                    <a:pt x="277" y="540"/>
                    <a:pt x="553" y="853"/>
                    <a:pt x="848" y="1165"/>
                  </a:cubicBezTo>
                  <a:cubicBezTo>
                    <a:pt x="1749" y="1138"/>
                    <a:pt x="2766" y="844"/>
                    <a:pt x="2900" y="478"/>
                  </a:cubicBezTo>
                  <a:cubicBezTo>
                    <a:pt x="2909" y="433"/>
                    <a:pt x="2926" y="380"/>
                    <a:pt x="2935" y="317"/>
                  </a:cubicBezTo>
                  <a:cubicBezTo>
                    <a:pt x="2704" y="106"/>
                    <a:pt x="2118" y="0"/>
                    <a:pt x="14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3" name="Google Shape;1743;p44"/>
            <p:cNvSpPr/>
            <p:nvPr/>
          </p:nvSpPr>
          <p:spPr>
            <a:xfrm>
              <a:off x="4405125" y="1278575"/>
              <a:ext cx="36600" cy="23900"/>
            </a:xfrm>
            <a:custGeom>
              <a:avLst/>
              <a:gdLst/>
              <a:ahLst/>
              <a:cxnLst/>
              <a:rect l="l" t="t" r="r" b="b"/>
              <a:pathLst>
                <a:path w="1464" h="956" extrusionOk="0">
                  <a:moveTo>
                    <a:pt x="616" y="0"/>
                  </a:moveTo>
                  <a:cubicBezTo>
                    <a:pt x="331" y="98"/>
                    <a:pt x="99" y="232"/>
                    <a:pt x="1" y="411"/>
                  </a:cubicBezTo>
                  <a:cubicBezTo>
                    <a:pt x="37" y="473"/>
                    <a:pt x="72" y="536"/>
                    <a:pt x="108" y="580"/>
                  </a:cubicBezTo>
                  <a:cubicBezTo>
                    <a:pt x="322" y="846"/>
                    <a:pt x="834" y="955"/>
                    <a:pt x="1397" y="955"/>
                  </a:cubicBezTo>
                  <a:cubicBezTo>
                    <a:pt x="1419" y="955"/>
                    <a:pt x="1441" y="955"/>
                    <a:pt x="1464" y="955"/>
                  </a:cubicBezTo>
                  <a:cubicBezTo>
                    <a:pt x="1169" y="643"/>
                    <a:pt x="893" y="330"/>
                    <a:pt x="6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4" name="Google Shape;1744;p44"/>
            <p:cNvSpPr/>
            <p:nvPr/>
          </p:nvSpPr>
          <p:spPr>
            <a:xfrm>
              <a:off x="4390200" y="1182000"/>
              <a:ext cx="105500" cy="99275"/>
            </a:xfrm>
            <a:custGeom>
              <a:avLst/>
              <a:gdLst/>
              <a:ahLst/>
              <a:cxnLst/>
              <a:rect l="l" t="t" r="r" b="b"/>
              <a:pathLst>
                <a:path w="4220" h="3971" extrusionOk="0">
                  <a:moveTo>
                    <a:pt x="1597" y="1"/>
                  </a:moveTo>
                  <a:cubicBezTo>
                    <a:pt x="901" y="179"/>
                    <a:pt x="277" y="438"/>
                    <a:pt x="116" y="589"/>
                  </a:cubicBezTo>
                  <a:cubicBezTo>
                    <a:pt x="45" y="661"/>
                    <a:pt x="9" y="875"/>
                    <a:pt x="0" y="1160"/>
                  </a:cubicBezTo>
                  <a:cubicBezTo>
                    <a:pt x="1436" y="1874"/>
                    <a:pt x="2748" y="2837"/>
                    <a:pt x="3988" y="3863"/>
                  </a:cubicBezTo>
                  <a:cubicBezTo>
                    <a:pt x="4050" y="3899"/>
                    <a:pt x="4104" y="3926"/>
                    <a:pt x="4148" y="3970"/>
                  </a:cubicBezTo>
                  <a:cubicBezTo>
                    <a:pt x="4220" y="3515"/>
                    <a:pt x="4202" y="2552"/>
                    <a:pt x="4086" y="1678"/>
                  </a:cubicBezTo>
                  <a:cubicBezTo>
                    <a:pt x="3515" y="1196"/>
                    <a:pt x="2926" y="741"/>
                    <a:pt x="2284" y="366"/>
                  </a:cubicBezTo>
                  <a:cubicBezTo>
                    <a:pt x="2061" y="232"/>
                    <a:pt x="1829" y="116"/>
                    <a:pt x="15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5" name="Google Shape;1745;p44"/>
            <p:cNvSpPr/>
            <p:nvPr/>
          </p:nvSpPr>
          <p:spPr>
            <a:xfrm>
              <a:off x="4430100" y="1177275"/>
              <a:ext cx="62250" cy="46675"/>
            </a:xfrm>
            <a:custGeom>
              <a:avLst/>
              <a:gdLst/>
              <a:ahLst/>
              <a:cxnLst/>
              <a:rect l="l" t="t" r="r" b="b"/>
              <a:pathLst>
                <a:path w="2490" h="1867" extrusionOk="0">
                  <a:moveTo>
                    <a:pt x="1295" y="1"/>
                  </a:moveTo>
                  <a:cubicBezTo>
                    <a:pt x="900" y="1"/>
                    <a:pt x="437" y="80"/>
                    <a:pt x="1" y="190"/>
                  </a:cubicBezTo>
                  <a:cubicBezTo>
                    <a:pt x="233" y="305"/>
                    <a:pt x="465" y="421"/>
                    <a:pt x="688" y="555"/>
                  </a:cubicBezTo>
                  <a:cubicBezTo>
                    <a:pt x="1330" y="930"/>
                    <a:pt x="1919" y="1385"/>
                    <a:pt x="2490" y="1867"/>
                  </a:cubicBezTo>
                  <a:cubicBezTo>
                    <a:pt x="2374" y="983"/>
                    <a:pt x="2169" y="190"/>
                    <a:pt x="1874" y="82"/>
                  </a:cubicBezTo>
                  <a:cubicBezTo>
                    <a:pt x="1712" y="25"/>
                    <a:pt x="1514" y="1"/>
                    <a:pt x="12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6" name="Google Shape;1746;p44"/>
            <p:cNvSpPr/>
            <p:nvPr/>
          </p:nvSpPr>
          <p:spPr>
            <a:xfrm>
              <a:off x="4389975" y="1211000"/>
              <a:ext cx="99925" cy="67825"/>
            </a:xfrm>
            <a:custGeom>
              <a:avLst/>
              <a:gdLst/>
              <a:ahLst/>
              <a:cxnLst/>
              <a:rect l="l" t="t" r="r" b="b"/>
              <a:pathLst>
                <a:path w="3997" h="2713" extrusionOk="0">
                  <a:moveTo>
                    <a:pt x="9" y="0"/>
                  </a:moveTo>
                  <a:lnTo>
                    <a:pt x="9" y="0"/>
                  </a:lnTo>
                  <a:cubicBezTo>
                    <a:pt x="0" y="571"/>
                    <a:pt x="107" y="1463"/>
                    <a:pt x="286" y="2195"/>
                  </a:cubicBezTo>
                  <a:cubicBezTo>
                    <a:pt x="607" y="2346"/>
                    <a:pt x="910" y="2516"/>
                    <a:pt x="1205" y="2712"/>
                  </a:cubicBezTo>
                  <a:cubicBezTo>
                    <a:pt x="1624" y="2565"/>
                    <a:pt x="2179" y="2494"/>
                    <a:pt x="2701" y="2494"/>
                  </a:cubicBezTo>
                  <a:cubicBezTo>
                    <a:pt x="3223" y="2494"/>
                    <a:pt x="3711" y="2565"/>
                    <a:pt x="3997" y="2703"/>
                  </a:cubicBezTo>
                  <a:cubicBezTo>
                    <a:pt x="2757" y="1677"/>
                    <a:pt x="1445" y="714"/>
                    <a:pt x="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7" name="Google Shape;1747;p44"/>
            <p:cNvSpPr/>
            <p:nvPr/>
          </p:nvSpPr>
          <p:spPr>
            <a:xfrm>
              <a:off x="4397100" y="1265850"/>
              <a:ext cx="23000" cy="23000"/>
            </a:xfrm>
            <a:custGeom>
              <a:avLst/>
              <a:gdLst/>
              <a:ahLst/>
              <a:cxnLst/>
              <a:rect l="l" t="t" r="r" b="b"/>
              <a:pathLst>
                <a:path w="920" h="920" extrusionOk="0">
                  <a:moveTo>
                    <a:pt x="1" y="1"/>
                  </a:moveTo>
                  <a:lnTo>
                    <a:pt x="1" y="1"/>
                  </a:lnTo>
                  <a:cubicBezTo>
                    <a:pt x="90" y="367"/>
                    <a:pt x="197" y="688"/>
                    <a:pt x="322" y="920"/>
                  </a:cubicBezTo>
                  <a:cubicBezTo>
                    <a:pt x="420" y="750"/>
                    <a:pt x="643" y="616"/>
                    <a:pt x="920" y="518"/>
                  </a:cubicBezTo>
                  <a:cubicBezTo>
                    <a:pt x="625" y="322"/>
                    <a:pt x="322" y="152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8" name="Google Shape;1748;p44"/>
            <p:cNvSpPr/>
            <p:nvPr/>
          </p:nvSpPr>
          <p:spPr>
            <a:xfrm>
              <a:off x="4446850" y="1286525"/>
              <a:ext cx="17175" cy="58975"/>
            </a:xfrm>
            <a:custGeom>
              <a:avLst/>
              <a:gdLst/>
              <a:ahLst/>
              <a:cxnLst/>
              <a:rect l="l" t="t" r="r" b="b"/>
              <a:pathLst>
                <a:path w="687" h="2359" extrusionOk="0">
                  <a:moveTo>
                    <a:pt x="171" y="0"/>
                  </a:moveTo>
                  <a:cubicBezTo>
                    <a:pt x="161" y="0"/>
                    <a:pt x="152" y="1"/>
                    <a:pt x="143" y="3"/>
                  </a:cubicBezTo>
                  <a:cubicBezTo>
                    <a:pt x="54" y="21"/>
                    <a:pt x="0" y="102"/>
                    <a:pt x="18" y="182"/>
                  </a:cubicBezTo>
                  <a:lnTo>
                    <a:pt x="366" y="2234"/>
                  </a:lnTo>
                  <a:cubicBezTo>
                    <a:pt x="384" y="2305"/>
                    <a:pt x="446" y="2359"/>
                    <a:pt x="517" y="2359"/>
                  </a:cubicBezTo>
                  <a:lnTo>
                    <a:pt x="544" y="2359"/>
                  </a:lnTo>
                  <a:cubicBezTo>
                    <a:pt x="633" y="2341"/>
                    <a:pt x="687" y="2260"/>
                    <a:pt x="669" y="2180"/>
                  </a:cubicBezTo>
                  <a:lnTo>
                    <a:pt x="312" y="128"/>
                  </a:lnTo>
                  <a:cubicBezTo>
                    <a:pt x="304" y="57"/>
                    <a:pt x="241" y="0"/>
                    <a:pt x="1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49" name="Google Shape;1749;p44"/>
          <p:cNvGrpSpPr/>
          <p:nvPr/>
        </p:nvGrpSpPr>
        <p:grpSpPr>
          <a:xfrm rot="-1705116" flipH="1">
            <a:off x="4823614" y="3379099"/>
            <a:ext cx="910776" cy="372379"/>
            <a:chOff x="6810700" y="1337175"/>
            <a:chExt cx="300650" cy="122925"/>
          </a:xfrm>
        </p:grpSpPr>
        <p:sp>
          <p:nvSpPr>
            <p:cNvPr id="1750" name="Google Shape;1750;p44"/>
            <p:cNvSpPr/>
            <p:nvPr/>
          </p:nvSpPr>
          <p:spPr>
            <a:xfrm>
              <a:off x="6810700" y="1340300"/>
              <a:ext cx="113750" cy="119800"/>
            </a:xfrm>
            <a:custGeom>
              <a:avLst/>
              <a:gdLst/>
              <a:ahLst/>
              <a:cxnLst/>
              <a:rect l="l" t="t" r="r" b="b"/>
              <a:pathLst>
                <a:path w="4550" h="4792" extrusionOk="0">
                  <a:moveTo>
                    <a:pt x="2489" y="0"/>
                  </a:moveTo>
                  <a:cubicBezTo>
                    <a:pt x="2294" y="0"/>
                    <a:pt x="2091" y="60"/>
                    <a:pt x="1900" y="190"/>
                  </a:cubicBezTo>
                  <a:cubicBezTo>
                    <a:pt x="1026" y="787"/>
                    <a:pt x="0" y="1804"/>
                    <a:pt x="205" y="2982"/>
                  </a:cubicBezTo>
                  <a:cubicBezTo>
                    <a:pt x="399" y="4093"/>
                    <a:pt x="1292" y="4792"/>
                    <a:pt x="1932" y="4792"/>
                  </a:cubicBezTo>
                  <a:cubicBezTo>
                    <a:pt x="1970" y="4792"/>
                    <a:pt x="2007" y="4789"/>
                    <a:pt x="2043" y="4784"/>
                  </a:cubicBezTo>
                  <a:cubicBezTo>
                    <a:pt x="2677" y="4695"/>
                    <a:pt x="4238" y="4588"/>
                    <a:pt x="4389" y="3607"/>
                  </a:cubicBezTo>
                  <a:cubicBezTo>
                    <a:pt x="4550" y="2616"/>
                    <a:pt x="4113" y="2099"/>
                    <a:pt x="3471" y="1831"/>
                  </a:cubicBezTo>
                  <a:cubicBezTo>
                    <a:pt x="3791" y="753"/>
                    <a:pt x="3183" y="0"/>
                    <a:pt x="2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1" name="Google Shape;1751;p44"/>
            <p:cNvSpPr/>
            <p:nvPr/>
          </p:nvSpPr>
          <p:spPr>
            <a:xfrm>
              <a:off x="6887850" y="1337175"/>
              <a:ext cx="223500" cy="121350"/>
            </a:xfrm>
            <a:custGeom>
              <a:avLst/>
              <a:gdLst/>
              <a:ahLst/>
              <a:cxnLst/>
              <a:rect l="l" t="t" r="r" b="b"/>
              <a:pathLst>
                <a:path w="8940" h="4854" extrusionOk="0">
                  <a:moveTo>
                    <a:pt x="4793" y="1"/>
                  </a:moveTo>
                  <a:cubicBezTo>
                    <a:pt x="4593" y="1"/>
                    <a:pt x="4393" y="16"/>
                    <a:pt x="4194" y="47"/>
                  </a:cubicBezTo>
                  <a:cubicBezTo>
                    <a:pt x="3061" y="234"/>
                    <a:pt x="1999" y="698"/>
                    <a:pt x="1089" y="1367"/>
                  </a:cubicBezTo>
                  <a:cubicBezTo>
                    <a:pt x="875" y="1528"/>
                    <a:pt x="652" y="1671"/>
                    <a:pt x="385" y="1751"/>
                  </a:cubicBezTo>
                  <a:cubicBezTo>
                    <a:pt x="197" y="1813"/>
                    <a:pt x="1" y="1938"/>
                    <a:pt x="99" y="2322"/>
                  </a:cubicBezTo>
                  <a:cubicBezTo>
                    <a:pt x="206" y="2277"/>
                    <a:pt x="277" y="2260"/>
                    <a:pt x="340" y="2215"/>
                  </a:cubicBezTo>
                  <a:cubicBezTo>
                    <a:pt x="474" y="2126"/>
                    <a:pt x="599" y="2019"/>
                    <a:pt x="732" y="1921"/>
                  </a:cubicBezTo>
                  <a:cubicBezTo>
                    <a:pt x="1054" y="1689"/>
                    <a:pt x="1393" y="1466"/>
                    <a:pt x="1732" y="1251"/>
                  </a:cubicBezTo>
                  <a:cubicBezTo>
                    <a:pt x="1964" y="1109"/>
                    <a:pt x="2187" y="948"/>
                    <a:pt x="2427" y="841"/>
                  </a:cubicBezTo>
                  <a:cubicBezTo>
                    <a:pt x="2945" y="600"/>
                    <a:pt x="3489" y="431"/>
                    <a:pt x="4042" y="333"/>
                  </a:cubicBezTo>
                  <a:cubicBezTo>
                    <a:pt x="4351" y="273"/>
                    <a:pt x="4662" y="237"/>
                    <a:pt x="4971" y="237"/>
                  </a:cubicBezTo>
                  <a:cubicBezTo>
                    <a:pt x="5259" y="237"/>
                    <a:pt x="5546" y="268"/>
                    <a:pt x="5826" y="342"/>
                  </a:cubicBezTo>
                  <a:cubicBezTo>
                    <a:pt x="6388" y="484"/>
                    <a:pt x="6897" y="779"/>
                    <a:pt x="7361" y="1136"/>
                  </a:cubicBezTo>
                  <a:cubicBezTo>
                    <a:pt x="7628" y="1350"/>
                    <a:pt x="7887" y="1590"/>
                    <a:pt x="8119" y="1867"/>
                  </a:cubicBezTo>
                  <a:cubicBezTo>
                    <a:pt x="8342" y="2135"/>
                    <a:pt x="8556" y="2429"/>
                    <a:pt x="8681" y="2750"/>
                  </a:cubicBezTo>
                  <a:cubicBezTo>
                    <a:pt x="8699" y="2804"/>
                    <a:pt x="8690" y="2848"/>
                    <a:pt x="8699" y="2893"/>
                  </a:cubicBezTo>
                  <a:cubicBezTo>
                    <a:pt x="8690" y="2938"/>
                    <a:pt x="8681" y="2982"/>
                    <a:pt x="8672" y="3027"/>
                  </a:cubicBezTo>
                  <a:cubicBezTo>
                    <a:pt x="8654" y="3152"/>
                    <a:pt x="8610" y="3285"/>
                    <a:pt x="8556" y="3410"/>
                  </a:cubicBezTo>
                  <a:cubicBezTo>
                    <a:pt x="8512" y="3535"/>
                    <a:pt x="8440" y="3660"/>
                    <a:pt x="8378" y="3776"/>
                  </a:cubicBezTo>
                  <a:cubicBezTo>
                    <a:pt x="8235" y="4017"/>
                    <a:pt x="8066" y="4240"/>
                    <a:pt x="7860" y="4418"/>
                  </a:cubicBezTo>
                  <a:cubicBezTo>
                    <a:pt x="7771" y="4499"/>
                    <a:pt x="7673" y="4543"/>
                    <a:pt x="7566" y="4579"/>
                  </a:cubicBezTo>
                  <a:cubicBezTo>
                    <a:pt x="7517" y="4588"/>
                    <a:pt x="7463" y="4592"/>
                    <a:pt x="7409" y="4592"/>
                  </a:cubicBezTo>
                  <a:cubicBezTo>
                    <a:pt x="7354" y="4592"/>
                    <a:pt x="7298" y="4588"/>
                    <a:pt x="7245" y="4579"/>
                  </a:cubicBezTo>
                  <a:cubicBezTo>
                    <a:pt x="7040" y="4552"/>
                    <a:pt x="6826" y="4454"/>
                    <a:pt x="6674" y="4302"/>
                  </a:cubicBezTo>
                  <a:cubicBezTo>
                    <a:pt x="6513" y="4151"/>
                    <a:pt x="6406" y="3937"/>
                    <a:pt x="6397" y="3714"/>
                  </a:cubicBezTo>
                  <a:cubicBezTo>
                    <a:pt x="6397" y="3375"/>
                    <a:pt x="6576" y="3045"/>
                    <a:pt x="6826" y="2830"/>
                  </a:cubicBezTo>
                  <a:cubicBezTo>
                    <a:pt x="6888" y="2777"/>
                    <a:pt x="6959" y="2732"/>
                    <a:pt x="7031" y="2697"/>
                  </a:cubicBezTo>
                  <a:cubicBezTo>
                    <a:pt x="7090" y="2667"/>
                    <a:pt x="7155" y="2650"/>
                    <a:pt x="7206" y="2650"/>
                  </a:cubicBezTo>
                  <a:cubicBezTo>
                    <a:pt x="7217" y="2650"/>
                    <a:pt x="7227" y="2651"/>
                    <a:pt x="7236" y="2652"/>
                  </a:cubicBezTo>
                  <a:cubicBezTo>
                    <a:pt x="7316" y="2661"/>
                    <a:pt x="7396" y="2679"/>
                    <a:pt x="7450" y="2715"/>
                  </a:cubicBezTo>
                  <a:cubicBezTo>
                    <a:pt x="7503" y="2741"/>
                    <a:pt x="7530" y="2786"/>
                    <a:pt x="7557" y="2857"/>
                  </a:cubicBezTo>
                  <a:cubicBezTo>
                    <a:pt x="7566" y="2884"/>
                    <a:pt x="7557" y="2929"/>
                    <a:pt x="7584" y="2955"/>
                  </a:cubicBezTo>
                  <a:cubicBezTo>
                    <a:pt x="7619" y="2982"/>
                    <a:pt x="7682" y="3036"/>
                    <a:pt x="7735" y="3036"/>
                  </a:cubicBezTo>
                  <a:cubicBezTo>
                    <a:pt x="7798" y="3027"/>
                    <a:pt x="7896" y="2964"/>
                    <a:pt x="7905" y="2920"/>
                  </a:cubicBezTo>
                  <a:cubicBezTo>
                    <a:pt x="7923" y="2848"/>
                    <a:pt x="7878" y="2768"/>
                    <a:pt x="7825" y="2688"/>
                  </a:cubicBezTo>
                  <a:cubicBezTo>
                    <a:pt x="7789" y="2625"/>
                    <a:pt x="7727" y="2563"/>
                    <a:pt x="7655" y="2527"/>
                  </a:cubicBezTo>
                  <a:cubicBezTo>
                    <a:pt x="7584" y="2483"/>
                    <a:pt x="7512" y="2465"/>
                    <a:pt x="7450" y="2447"/>
                  </a:cubicBezTo>
                  <a:cubicBezTo>
                    <a:pt x="7396" y="2429"/>
                    <a:pt x="7343" y="2420"/>
                    <a:pt x="7289" y="2411"/>
                  </a:cubicBezTo>
                  <a:cubicBezTo>
                    <a:pt x="7272" y="2411"/>
                    <a:pt x="7236" y="2402"/>
                    <a:pt x="7200" y="2402"/>
                  </a:cubicBezTo>
                  <a:cubicBezTo>
                    <a:pt x="7156" y="2402"/>
                    <a:pt x="7129" y="2411"/>
                    <a:pt x="7093" y="2420"/>
                  </a:cubicBezTo>
                  <a:cubicBezTo>
                    <a:pt x="6977" y="2447"/>
                    <a:pt x="6870" y="2500"/>
                    <a:pt x="6781" y="2563"/>
                  </a:cubicBezTo>
                  <a:cubicBezTo>
                    <a:pt x="6602" y="2688"/>
                    <a:pt x="6460" y="2848"/>
                    <a:pt x="6344" y="3036"/>
                  </a:cubicBezTo>
                  <a:cubicBezTo>
                    <a:pt x="6237" y="3223"/>
                    <a:pt x="6165" y="3437"/>
                    <a:pt x="6156" y="3669"/>
                  </a:cubicBezTo>
                  <a:cubicBezTo>
                    <a:pt x="6148" y="3910"/>
                    <a:pt x="6237" y="4142"/>
                    <a:pt x="6362" y="4329"/>
                  </a:cubicBezTo>
                  <a:cubicBezTo>
                    <a:pt x="6540" y="4570"/>
                    <a:pt x="6790" y="4749"/>
                    <a:pt x="7075" y="4820"/>
                  </a:cubicBezTo>
                  <a:cubicBezTo>
                    <a:pt x="7167" y="4841"/>
                    <a:pt x="7256" y="4853"/>
                    <a:pt x="7347" y="4853"/>
                  </a:cubicBezTo>
                  <a:cubicBezTo>
                    <a:pt x="7406" y="4853"/>
                    <a:pt x="7467" y="4848"/>
                    <a:pt x="7530" y="4838"/>
                  </a:cubicBezTo>
                  <a:cubicBezTo>
                    <a:pt x="7700" y="4811"/>
                    <a:pt x="7825" y="4731"/>
                    <a:pt x="7941" y="4650"/>
                  </a:cubicBezTo>
                  <a:cubicBezTo>
                    <a:pt x="8164" y="4481"/>
                    <a:pt x="8333" y="4276"/>
                    <a:pt x="8476" y="4062"/>
                  </a:cubicBezTo>
                  <a:cubicBezTo>
                    <a:pt x="8628" y="3847"/>
                    <a:pt x="8744" y="3624"/>
                    <a:pt x="8833" y="3375"/>
                  </a:cubicBezTo>
                  <a:cubicBezTo>
                    <a:pt x="8886" y="3214"/>
                    <a:pt x="8940" y="3054"/>
                    <a:pt x="8913" y="2866"/>
                  </a:cubicBezTo>
                  <a:cubicBezTo>
                    <a:pt x="8886" y="2670"/>
                    <a:pt x="8806" y="2536"/>
                    <a:pt x="8735" y="2393"/>
                  </a:cubicBezTo>
                  <a:cubicBezTo>
                    <a:pt x="8583" y="2117"/>
                    <a:pt x="8396" y="1867"/>
                    <a:pt x="8190" y="1635"/>
                  </a:cubicBezTo>
                  <a:cubicBezTo>
                    <a:pt x="7593" y="921"/>
                    <a:pt x="6790" y="350"/>
                    <a:pt x="5871" y="136"/>
                  </a:cubicBezTo>
                  <a:cubicBezTo>
                    <a:pt x="5520" y="50"/>
                    <a:pt x="5157" y="1"/>
                    <a:pt x="4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2" name="Google Shape;1752;p44"/>
            <p:cNvSpPr/>
            <p:nvPr/>
          </p:nvSpPr>
          <p:spPr>
            <a:xfrm>
              <a:off x="6842750" y="1350575"/>
              <a:ext cx="36925" cy="18075"/>
            </a:xfrm>
            <a:custGeom>
              <a:avLst/>
              <a:gdLst/>
              <a:ahLst/>
              <a:cxnLst/>
              <a:rect l="l" t="t" r="r" b="b"/>
              <a:pathLst>
                <a:path w="1477" h="723" extrusionOk="0">
                  <a:moveTo>
                    <a:pt x="1114" y="0"/>
                  </a:moveTo>
                  <a:cubicBezTo>
                    <a:pt x="695" y="0"/>
                    <a:pt x="341" y="306"/>
                    <a:pt x="47" y="600"/>
                  </a:cubicBezTo>
                  <a:cubicBezTo>
                    <a:pt x="0" y="653"/>
                    <a:pt x="50" y="722"/>
                    <a:pt x="107" y="722"/>
                  </a:cubicBezTo>
                  <a:cubicBezTo>
                    <a:pt x="126" y="722"/>
                    <a:pt x="146" y="715"/>
                    <a:pt x="163" y="698"/>
                  </a:cubicBezTo>
                  <a:cubicBezTo>
                    <a:pt x="429" y="432"/>
                    <a:pt x="743" y="149"/>
                    <a:pt x="1121" y="149"/>
                  </a:cubicBezTo>
                  <a:cubicBezTo>
                    <a:pt x="1200" y="149"/>
                    <a:pt x="1282" y="161"/>
                    <a:pt x="1368" y="189"/>
                  </a:cubicBezTo>
                  <a:cubicBezTo>
                    <a:pt x="1375" y="191"/>
                    <a:pt x="1382" y="192"/>
                    <a:pt x="1389" y="192"/>
                  </a:cubicBezTo>
                  <a:cubicBezTo>
                    <a:pt x="1461" y="192"/>
                    <a:pt x="1476" y="71"/>
                    <a:pt x="1395" y="46"/>
                  </a:cubicBezTo>
                  <a:cubicBezTo>
                    <a:pt x="1298" y="15"/>
                    <a:pt x="1204" y="0"/>
                    <a:pt x="1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3" name="Google Shape;1753;p44"/>
            <p:cNvSpPr/>
            <p:nvPr/>
          </p:nvSpPr>
          <p:spPr>
            <a:xfrm>
              <a:off x="6880500" y="1355525"/>
              <a:ext cx="5150" cy="3800"/>
            </a:xfrm>
            <a:custGeom>
              <a:avLst/>
              <a:gdLst/>
              <a:ahLst/>
              <a:cxnLst/>
              <a:rect l="l" t="t" r="r" b="b"/>
              <a:pathLst>
                <a:path w="206" h="152" extrusionOk="0">
                  <a:moveTo>
                    <a:pt x="99" y="0"/>
                  </a:moveTo>
                  <a:cubicBezTo>
                    <a:pt x="1" y="0"/>
                    <a:pt x="9" y="152"/>
                    <a:pt x="108" y="152"/>
                  </a:cubicBezTo>
                  <a:cubicBezTo>
                    <a:pt x="206" y="152"/>
                    <a:pt x="197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54" name="Google Shape;1754;p44"/>
          <p:cNvGrpSpPr/>
          <p:nvPr/>
        </p:nvGrpSpPr>
        <p:grpSpPr>
          <a:xfrm rot="-7538857" flipH="1">
            <a:off x="2830625" y="4659773"/>
            <a:ext cx="910774" cy="372380"/>
            <a:chOff x="6810700" y="1337175"/>
            <a:chExt cx="300650" cy="122925"/>
          </a:xfrm>
        </p:grpSpPr>
        <p:sp>
          <p:nvSpPr>
            <p:cNvPr id="1755" name="Google Shape;1755;p44"/>
            <p:cNvSpPr/>
            <p:nvPr/>
          </p:nvSpPr>
          <p:spPr>
            <a:xfrm>
              <a:off x="6810700" y="1340300"/>
              <a:ext cx="113750" cy="119800"/>
            </a:xfrm>
            <a:custGeom>
              <a:avLst/>
              <a:gdLst/>
              <a:ahLst/>
              <a:cxnLst/>
              <a:rect l="l" t="t" r="r" b="b"/>
              <a:pathLst>
                <a:path w="4550" h="4792" extrusionOk="0">
                  <a:moveTo>
                    <a:pt x="2489" y="0"/>
                  </a:moveTo>
                  <a:cubicBezTo>
                    <a:pt x="2294" y="0"/>
                    <a:pt x="2091" y="60"/>
                    <a:pt x="1900" y="190"/>
                  </a:cubicBezTo>
                  <a:cubicBezTo>
                    <a:pt x="1026" y="787"/>
                    <a:pt x="0" y="1804"/>
                    <a:pt x="205" y="2982"/>
                  </a:cubicBezTo>
                  <a:cubicBezTo>
                    <a:pt x="399" y="4093"/>
                    <a:pt x="1292" y="4792"/>
                    <a:pt x="1932" y="4792"/>
                  </a:cubicBezTo>
                  <a:cubicBezTo>
                    <a:pt x="1970" y="4792"/>
                    <a:pt x="2007" y="4789"/>
                    <a:pt x="2043" y="4784"/>
                  </a:cubicBezTo>
                  <a:cubicBezTo>
                    <a:pt x="2677" y="4695"/>
                    <a:pt x="4238" y="4588"/>
                    <a:pt x="4389" y="3607"/>
                  </a:cubicBezTo>
                  <a:cubicBezTo>
                    <a:pt x="4550" y="2616"/>
                    <a:pt x="4113" y="2099"/>
                    <a:pt x="3471" y="1831"/>
                  </a:cubicBezTo>
                  <a:cubicBezTo>
                    <a:pt x="3791" y="753"/>
                    <a:pt x="3183" y="0"/>
                    <a:pt x="2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6" name="Google Shape;1756;p44"/>
            <p:cNvSpPr/>
            <p:nvPr/>
          </p:nvSpPr>
          <p:spPr>
            <a:xfrm>
              <a:off x="6887850" y="1337175"/>
              <a:ext cx="223500" cy="121350"/>
            </a:xfrm>
            <a:custGeom>
              <a:avLst/>
              <a:gdLst/>
              <a:ahLst/>
              <a:cxnLst/>
              <a:rect l="l" t="t" r="r" b="b"/>
              <a:pathLst>
                <a:path w="8940" h="4854" extrusionOk="0">
                  <a:moveTo>
                    <a:pt x="4793" y="1"/>
                  </a:moveTo>
                  <a:cubicBezTo>
                    <a:pt x="4593" y="1"/>
                    <a:pt x="4393" y="16"/>
                    <a:pt x="4194" y="47"/>
                  </a:cubicBezTo>
                  <a:cubicBezTo>
                    <a:pt x="3061" y="234"/>
                    <a:pt x="1999" y="698"/>
                    <a:pt x="1089" y="1367"/>
                  </a:cubicBezTo>
                  <a:cubicBezTo>
                    <a:pt x="875" y="1528"/>
                    <a:pt x="652" y="1671"/>
                    <a:pt x="385" y="1751"/>
                  </a:cubicBezTo>
                  <a:cubicBezTo>
                    <a:pt x="197" y="1813"/>
                    <a:pt x="1" y="1938"/>
                    <a:pt x="99" y="2322"/>
                  </a:cubicBezTo>
                  <a:cubicBezTo>
                    <a:pt x="206" y="2277"/>
                    <a:pt x="277" y="2260"/>
                    <a:pt x="340" y="2215"/>
                  </a:cubicBezTo>
                  <a:cubicBezTo>
                    <a:pt x="474" y="2126"/>
                    <a:pt x="599" y="2019"/>
                    <a:pt x="732" y="1921"/>
                  </a:cubicBezTo>
                  <a:cubicBezTo>
                    <a:pt x="1054" y="1689"/>
                    <a:pt x="1393" y="1466"/>
                    <a:pt x="1732" y="1251"/>
                  </a:cubicBezTo>
                  <a:cubicBezTo>
                    <a:pt x="1964" y="1109"/>
                    <a:pt x="2187" y="948"/>
                    <a:pt x="2427" y="841"/>
                  </a:cubicBezTo>
                  <a:cubicBezTo>
                    <a:pt x="2945" y="600"/>
                    <a:pt x="3489" y="431"/>
                    <a:pt x="4042" y="333"/>
                  </a:cubicBezTo>
                  <a:cubicBezTo>
                    <a:pt x="4351" y="273"/>
                    <a:pt x="4662" y="237"/>
                    <a:pt x="4971" y="237"/>
                  </a:cubicBezTo>
                  <a:cubicBezTo>
                    <a:pt x="5259" y="237"/>
                    <a:pt x="5546" y="268"/>
                    <a:pt x="5826" y="342"/>
                  </a:cubicBezTo>
                  <a:cubicBezTo>
                    <a:pt x="6388" y="484"/>
                    <a:pt x="6897" y="779"/>
                    <a:pt x="7361" y="1136"/>
                  </a:cubicBezTo>
                  <a:cubicBezTo>
                    <a:pt x="7628" y="1350"/>
                    <a:pt x="7887" y="1590"/>
                    <a:pt x="8119" y="1867"/>
                  </a:cubicBezTo>
                  <a:cubicBezTo>
                    <a:pt x="8342" y="2135"/>
                    <a:pt x="8556" y="2429"/>
                    <a:pt x="8681" y="2750"/>
                  </a:cubicBezTo>
                  <a:cubicBezTo>
                    <a:pt x="8699" y="2804"/>
                    <a:pt x="8690" y="2848"/>
                    <a:pt x="8699" y="2893"/>
                  </a:cubicBezTo>
                  <a:cubicBezTo>
                    <a:pt x="8690" y="2938"/>
                    <a:pt x="8681" y="2982"/>
                    <a:pt x="8672" y="3027"/>
                  </a:cubicBezTo>
                  <a:cubicBezTo>
                    <a:pt x="8654" y="3152"/>
                    <a:pt x="8610" y="3285"/>
                    <a:pt x="8556" y="3410"/>
                  </a:cubicBezTo>
                  <a:cubicBezTo>
                    <a:pt x="8512" y="3535"/>
                    <a:pt x="8440" y="3660"/>
                    <a:pt x="8378" y="3776"/>
                  </a:cubicBezTo>
                  <a:cubicBezTo>
                    <a:pt x="8235" y="4017"/>
                    <a:pt x="8066" y="4240"/>
                    <a:pt x="7860" y="4418"/>
                  </a:cubicBezTo>
                  <a:cubicBezTo>
                    <a:pt x="7771" y="4499"/>
                    <a:pt x="7673" y="4543"/>
                    <a:pt x="7566" y="4579"/>
                  </a:cubicBezTo>
                  <a:cubicBezTo>
                    <a:pt x="7517" y="4588"/>
                    <a:pt x="7463" y="4592"/>
                    <a:pt x="7409" y="4592"/>
                  </a:cubicBezTo>
                  <a:cubicBezTo>
                    <a:pt x="7354" y="4592"/>
                    <a:pt x="7298" y="4588"/>
                    <a:pt x="7245" y="4579"/>
                  </a:cubicBezTo>
                  <a:cubicBezTo>
                    <a:pt x="7040" y="4552"/>
                    <a:pt x="6826" y="4454"/>
                    <a:pt x="6674" y="4302"/>
                  </a:cubicBezTo>
                  <a:cubicBezTo>
                    <a:pt x="6513" y="4151"/>
                    <a:pt x="6406" y="3937"/>
                    <a:pt x="6397" y="3714"/>
                  </a:cubicBezTo>
                  <a:cubicBezTo>
                    <a:pt x="6397" y="3375"/>
                    <a:pt x="6576" y="3045"/>
                    <a:pt x="6826" y="2830"/>
                  </a:cubicBezTo>
                  <a:cubicBezTo>
                    <a:pt x="6888" y="2777"/>
                    <a:pt x="6959" y="2732"/>
                    <a:pt x="7031" y="2697"/>
                  </a:cubicBezTo>
                  <a:cubicBezTo>
                    <a:pt x="7090" y="2667"/>
                    <a:pt x="7155" y="2650"/>
                    <a:pt x="7206" y="2650"/>
                  </a:cubicBezTo>
                  <a:cubicBezTo>
                    <a:pt x="7217" y="2650"/>
                    <a:pt x="7227" y="2651"/>
                    <a:pt x="7236" y="2652"/>
                  </a:cubicBezTo>
                  <a:cubicBezTo>
                    <a:pt x="7316" y="2661"/>
                    <a:pt x="7396" y="2679"/>
                    <a:pt x="7450" y="2715"/>
                  </a:cubicBezTo>
                  <a:cubicBezTo>
                    <a:pt x="7503" y="2741"/>
                    <a:pt x="7530" y="2786"/>
                    <a:pt x="7557" y="2857"/>
                  </a:cubicBezTo>
                  <a:cubicBezTo>
                    <a:pt x="7566" y="2884"/>
                    <a:pt x="7557" y="2929"/>
                    <a:pt x="7584" y="2955"/>
                  </a:cubicBezTo>
                  <a:cubicBezTo>
                    <a:pt x="7619" y="2982"/>
                    <a:pt x="7682" y="3036"/>
                    <a:pt x="7735" y="3036"/>
                  </a:cubicBezTo>
                  <a:cubicBezTo>
                    <a:pt x="7798" y="3027"/>
                    <a:pt x="7896" y="2964"/>
                    <a:pt x="7905" y="2920"/>
                  </a:cubicBezTo>
                  <a:cubicBezTo>
                    <a:pt x="7923" y="2848"/>
                    <a:pt x="7878" y="2768"/>
                    <a:pt x="7825" y="2688"/>
                  </a:cubicBezTo>
                  <a:cubicBezTo>
                    <a:pt x="7789" y="2625"/>
                    <a:pt x="7727" y="2563"/>
                    <a:pt x="7655" y="2527"/>
                  </a:cubicBezTo>
                  <a:cubicBezTo>
                    <a:pt x="7584" y="2483"/>
                    <a:pt x="7512" y="2465"/>
                    <a:pt x="7450" y="2447"/>
                  </a:cubicBezTo>
                  <a:cubicBezTo>
                    <a:pt x="7396" y="2429"/>
                    <a:pt x="7343" y="2420"/>
                    <a:pt x="7289" y="2411"/>
                  </a:cubicBezTo>
                  <a:cubicBezTo>
                    <a:pt x="7272" y="2411"/>
                    <a:pt x="7236" y="2402"/>
                    <a:pt x="7200" y="2402"/>
                  </a:cubicBezTo>
                  <a:cubicBezTo>
                    <a:pt x="7156" y="2402"/>
                    <a:pt x="7129" y="2411"/>
                    <a:pt x="7093" y="2420"/>
                  </a:cubicBezTo>
                  <a:cubicBezTo>
                    <a:pt x="6977" y="2447"/>
                    <a:pt x="6870" y="2500"/>
                    <a:pt x="6781" y="2563"/>
                  </a:cubicBezTo>
                  <a:cubicBezTo>
                    <a:pt x="6602" y="2688"/>
                    <a:pt x="6460" y="2848"/>
                    <a:pt x="6344" y="3036"/>
                  </a:cubicBezTo>
                  <a:cubicBezTo>
                    <a:pt x="6237" y="3223"/>
                    <a:pt x="6165" y="3437"/>
                    <a:pt x="6156" y="3669"/>
                  </a:cubicBezTo>
                  <a:cubicBezTo>
                    <a:pt x="6148" y="3910"/>
                    <a:pt x="6237" y="4142"/>
                    <a:pt x="6362" y="4329"/>
                  </a:cubicBezTo>
                  <a:cubicBezTo>
                    <a:pt x="6540" y="4570"/>
                    <a:pt x="6790" y="4749"/>
                    <a:pt x="7075" y="4820"/>
                  </a:cubicBezTo>
                  <a:cubicBezTo>
                    <a:pt x="7167" y="4841"/>
                    <a:pt x="7256" y="4853"/>
                    <a:pt x="7347" y="4853"/>
                  </a:cubicBezTo>
                  <a:cubicBezTo>
                    <a:pt x="7406" y="4853"/>
                    <a:pt x="7467" y="4848"/>
                    <a:pt x="7530" y="4838"/>
                  </a:cubicBezTo>
                  <a:cubicBezTo>
                    <a:pt x="7700" y="4811"/>
                    <a:pt x="7825" y="4731"/>
                    <a:pt x="7941" y="4650"/>
                  </a:cubicBezTo>
                  <a:cubicBezTo>
                    <a:pt x="8164" y="4481"/>
                    <a:pt x="8333" y="4276"/>
                    <a:pt x="8476" y="4062"/>
                  </a:cubicBezTo>
                  <a:cubicBezTo>
                    <a:pt x="8628" y="3847"/>
                    <a:pt x="8744" y="3624"/>
                    <a:pt x="8833" y="3375"/>
                  </a:cubicBezTo>
                  <a:cubicBezTo>
                    <a:pt x="8886" y="3214"/>
                    <a:pt x="8940" y="3054"/>
                    <a:pt x="8913" y="2866"/>
                  </a:cubicBezTo>
                  <a:cubicBezTo>
                    <a:pt x="8886" y="2670"/>
                    <a:pt x="8806" y="2536"/>
                    <a:pt x="8735" y="2393"/>
                  </a:cubicBezTo>
                  <a:cubicBezTo>
                    <a:pt x="8583" y="2117"/>
                    <a:pt x="8396" y="1867"/>
                    <a:pt x="8190" y="1635"/>
                  </a:cubicBezTo>
                  <a:cubicBezTo>
                    <a:pt x="7593" y="921"/>
                    <a:pt x="6790" y="350"/>
                    <a:pt x="5871" y="136"/>
                  </a:cubicBezTo>
                  <a:cubicBezTo>
                    <a:pt x="5520" y="50"/>
                    <a:pt x="5157" y="1"/>
                    <a:pt x="4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7" name="Google Shape;1757;p44"/>
            <p:cNvSpPr/>
            <p:nvPr/>
          </p:nvSpPr>
          <p:spPr>
            <a:xfrm>
              <a:off x="6842750" y="1350575"/>
              <a:ext cx="36925" cy="18075"/>
            </a:xfrm>
            <a:custGeom>
              <a:avLst/>
              <a:gdLst/>
              <a:ahLst/>
              <a:cxnLst/>
              <a:rect l="l" t="t" r="r" b="b"/>
              <a:pathLst>
                <a:path w="1477" h="723" extrusionOk="0">
                  <a:moveTo>
                    <a:pt x="1114" y="0"/>
                  </a:moveTo>
                  <a:cubicBezTo>
                    <a:pt x="695" y="0"/>
                    <a:pt x="341" y="306"/>
                    <a:pt x="47" y="600"/>
                  </a:cubicBezTo>
                  <a:cubicBezTo>
                    <a:pt x="0" y="653"/>
                    <a:pt x="50" y="722"/>
                    <a:pt x="107" y="722"/>
                  </a:cubicBezTo>
                  <a:cubicBezTo>
                    <a:pt x="126" y="722"/>
                    <a:pt x="146" y="715"/>
                    <a:pt x="163" y="698"/>
                  </a:cubicBezTo>
                  <a:cubicBezTo>
                    <a:pt x="429" y="432"/>
                    <a:pt x="743" y="149"/>
                    <a:pt x="1121" y="149"/>
                  </a:cubicBezTo>
                  <a:cubicBezTo>
                    <a:pt x="1200" y="149"/>
                    <a:pt x="1282" y="161"/>
                    <a:pt x="1368" y="189"/>
                  </a:cubicBezTo>
                  <a:cubicBezTo>
                    <a:pt x="1375" y="191"/>
                    <a:pt x="1382" y="192"/>
                    <a:pt x="1389" y="192"/>
                  </a:cubicBezTo>
                  <a:cubicBezTo>
                    <a:pt x="1461" y="192"/>
                    <a:pt x="1476" y="71"/>
                    <a:pt x="1395" y="46"/>
                  </a:cubicBezTo>
                  <a:cubicBezTo>
                    <a:pt x="1298" y="15"/>
                    <a:pt x="1204" y="0"/>
                    <a:pt x="1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8" name="Google Shape;1758;p44"/>
            <p:cNvSpPr/>
            <p:nvPr/>
          </p:nvSpPr>
          <p:spPr>
            <a:xfrm>
              <a:off x="6880500" y="1355525"/>
              <a:ext cx="5150" cy="3800"/>
            </a:xfrm>
            <a:custGeom>
              <a:avLst/>
              <a:gdLst/>
              <a:ahLst/>
              <a:cxnLst/>
              <a:rect l="l" t="t" r="r" b="b"/>
              <a:pathLst>
                <a:path w="206" h="152" extrusionOk="0">
                  <a:moveTo>
                    <a:pt x="99" y="0"/>
                  </a:moveTo>
                  <a:cubicBezTo>
                    <a:pt x="1" y="0"/>
                    <a:pt x="9" y="152"/>
                    <a:pt x="108" y="152"/>
                  </a:cubicBezTo>
                  <a:cubicBezTo>
                    <a:pt x="206" y="152"/>
                    <a:pt x="197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45"/>
          <p:cNvSpPr txBox="1"/>
          <p:nvPr>
            <p:ph type="title"/>
          </p:nvPr>
        </p:nvSpPr>
        <p:spPr>
          <a:xfrm>
            <a:off x="3115945" y="1491615"/>
            <a:ext cx="5052060" cy="124333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MEDIA USAGE</a:t>
            </a:r>
            <a:endParaRPr lang="en-US" altLang="en-GB"/>
          </a:p>
        </p:txBody>
      </p:sp>
      <p:grpSp>
        <p:nvGrpSpPr>
          <p:cNvPr id="1766" name="Google Shape;1766;p45"/>
          <p:cNvGrpSpPr/>
          <p:nvPr/>
        </p:nvGrpSpPr>
        <p:grpSpPr>
          <a:xfrm rot="-1705116" flipH="1">
            <a:off x="399929" y="1388569"/>
            <a:ext cx="910776" cy="372379"/>
            <a:chOff x="6810700" y="1337175"/>
            <a:chExt cx="300650" cy="122925"/>
          </a:xfrm>
        </p:grpSpPr>
        <p:sp>
          <p:nvSpPr>
            <p:cNvPr id="1767" name="Google Shape;1767;p45"/>
            <p:cNvSpPr/>
            <p:nvPr/>
          </p:nvSpPr>
          <p:spPr>
            <a:xfrm>
              <a:off x="6810700" y="1340300"/>
              <a:ext cx="113750" cy="119800"/>
            </a:xfrm>
            <a:custGeom>
              <a:avLst/>
              <a:gdLst/>
              <a:ahLst/>
              <a:cxnLst/>
              <a:rect l="l" t="t" r="r" b="b"/>
              <a:pathLst>
                <a:path w="4550" h="4792" extrusionOk="0">
                  <a:moveTo>
                    <a:pt x="2489" y="0"/>
                  </a:moveTo>
                  <a:cubicBezTo>
                    <a:pt x="2294" y="0"/>
                    <a:pt x="2091" y="60"/>
                    <a:pt x="1900" y="190"/>
                  </a:cubicBezTo>
                  <a:cubicBezTo>
                    <a:pt x="1026" y="787"/>
                    <a:pt x="0" y="1804"/>
                    <a:pt x="205" y="2982"/>
                  </a:cubicBezTo>
                  <a:cubicBezTo>
                    <a:pt x="399" y="4093"/>
                    <a:pt x="1292" y="4792"/>
                    <a:pt x="1932" y="4792"/>
                  </a:cubicBezTo>
                  <a:cubicBezTo>
                    <a:pt x="1970" y="4792"/>
                    <a:pt x="2007" y="4789"/>
                    <a:pt x="2043" y="4784"/>
                  </a:cubicBezTo>
                  <a:cubicBezTo>
                    <a:pt x="2677" y="4695"/>
                    <a:pt x="4238" y="4588"/>
                    <a:pt x="4389" y="3607"/>
                  </a:cubicBezTo>
                  <a:cubicBezTo>
                    <a:pt x="4550" y="2616"/>
                    <a:pt x="4113" y="2099"/>
                    <a:pt x="3471" y="1831"/>
                  </a:cubicBezTo>
                  <a:cubicBezTo>
                    <a:pt x="3791" y="753"/>
                    <a:pt x="3183" y="0"/>
                    <a:pt x="2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8" name="Google Shape;1768;p45"/>
            <p:cNvSpPr/>
            <p:nvPr/>
          </p:nvSpPr>
          <p:spPr>
            <a:xfrm>
              <a:off x="6887850" y="1337175"/>
              <a:ext cx="223500" cy="121350"/>
            </a:xfrm>
            <a:custGeom>
              <a:avLst/>
              <a:gdLst/>
              <a:ahLst/>
              <a:cxnLst/>
              <a:rect l="l" t="t" r="r" b="b"/>
              <a:pathLst>
                <a:path w="8940" h="4854" extrusionOk="0">
                  <a:moveTo>
                    <a:pt x="4793" y="1"/>
                  </a:moveTo>
                  <a:cubicBezTo>
                    <a:pt x="4593" y="1"/>
                    <a:pt x="4393" y="16"/>
                    <a:pt x="4194" y="47"/>
                  </a:cubicBezTo>
                  <a:cubicBezTo>
                    <a:pt x="3061" y="234"/>
                    <a:pt x="1999" y="698"/>
                    <a:pt x="1089" y="1367"/>
                  </a:cubicBezTo>
                  <a:cubicBezTo>
                    <a:pt x="875" y="1528"/>
                    <a:pt x="652" y="1671"/>
                    <a:pt x="385" y="1751"/>
                  </a:cubicBezTo>
                  <a:cubicBezTo>
                    <a:pt x="197" y="1813"/>
                    <a:pt x="1" y="1938"/>
                    <a:pt x="99" y="2322"/>
                  </a:cubicBezTo>
                  <a:cubicBezTo>
                    <a:pt x="206" y="2277"/>
                    <a:pt x="277" y="2260"/>
                    <a:pt x="340" y="2215"/>
                  </a:cubicBezTo>
                  <a:cubicBezTo>
                    <a:pt x="474" y="2126"/>
                    <a:pt x="599" y="2019"/>
                    <a:pt x="732" y="1921"/>
                  </a:cubicBezTo>
                  <a:cubicBezTo>
                    <a:pt x="1054" y="1689"/>
                    <a:pt x="1393" y="1466"/>
                    <a:pt x="1732" y="1251"/>
                  </a:cubicBezTo>
                  <a:cubicBezTo>
                    <a:pt x="1964" y="1109"/>
                    <a:pt x="2187" y="948"/>
                    <a:pt x="2427" y="841"/>
                  </a:cubicBezTo>
                  <a:cubicBezTo>
                    <a:pt x="2945" y="600"/>
                    <a:pt x="3489" y="431"/>
                    <a:pt x="4042" y="333"/>
                  </a:cubicBezTo>
                  <a:cubicBezTo>
                    <a:pt x="4351" y="273"/>
                    <a:pt x="4662" y="237"/>
                    <a:pt x="4971" y="237"/>
                  </a:cubicBezTo>
                  <a:cubicBezTo>
                    <a:pt x="5259" y="237"/>
                    <a:pt x="5546" y="268"/>
                    <a:pt x="5826" y="342"/>
                  </a:cubicBezTo>
                  <a:cubicBezTo>
                    <a:pt x="6388" y="484"/>
                    <a:pt x="6897" y="779"/>
                    <a:pt x="7361" y="1136"/>
                  </a:cubicBezTo>
                  <a:cubicBezTo>
                    <a:pt x="7628" y="1350"/>
                    <a:pt x="7887" y="1590"/>
                    <a:pt x="8119" y="1867"/>
                  </a:cubicBezTo>
                  <a:cubicBezTo>
                    <a:pt x="8342" y="2135"/>
                    <a:pt x="8556" y="2429"/>
                    <a:pt x="8681" y="2750"/>
                  </a:cubicBezTo>
                  <a:cubicBezTo>
                    <a:pt x="8699" y="2804"/>
                    <a:pt x="8690" y="2848"/>
                    <a:pt x="8699" y="2893"/>
                  </a:cubicBezTo>
                  <a:cubicBezTo>
                    <a:pt x="8690" y="2938"/>
                    <a:pt x="8681" y="2982"/>
                    <a:pt x="8672" y="3027"/>
                  </a:cubicBezTo>
                  <a:cubicBezTo>
                    <a:pt x="8654" y="3152"/>
                    <a:pt x="8610" y="3285"/>
                    <a:pt x="8556" y="3410"/>
                  </a:cubicBezTo>
                  <a:cubicBezTo>
                    <a:pt x="8512" y="3535"/>
                    <a:pt x="8440" y="3660"/>
                    <a:pt x="8378" y="3776"/>
                  </a:cubicBezTo>
                  <a:cubicBezTo>
                    <a:pt x="8235" y="4017"/>
                    <a:pt x="8066" y="4240"/>
                    <a:pt x="7860" y="4418"/>
                  </a:cubicBezTo>
                  <a:cubicBezTo>
                    <a:pt x="7771" y="4499"/>
                    <a:pt x="7673" y="4543"/>
                    <a:pt x="7566" y="4579"/>
                  </a:cubicBezTo>
                  <a:cubicBezTo>
                    <a:pt x="7517" y="4588"/>
                    <a:pt x="7463" y="4592"/>
                    <a:pt x="7409" y="4592"/>
                  </a:cubicBezTo>
                  <a:cubicBezTo>
                    <a:pt x="7354" y="4592"/>
                    <a:pt x="7298" y="4588"/>
                    <a:pt x="7245" y="4579"/>
                  </a:cubicBezTo>
                  <a:cubicBezTo>
                    <a:pt x="7040" y="4552"/>
                    <a:pt x="6826" y="4454"/>
                    <a:pt x="6674" y="4302"/>
                  </a:cubicBezTo>
                  <a:cubicBezTo>
                    <a:pt x="6513" y="4151"/>
                    <a:pt x="6406" y="3937"/>
                    <a:pt x="6397" y="3714"/>
                  </a:cubicBezTo>
                  <a:cubicBezTo>
                    <a:pt x="6397" y="3375"/>
                    <a:pt x="6576" y="3045"/>
                    <a:pt x="6826" y="2830"/>
                  </a:cubicBezTo>
                  <a:cubicBezTo>
                    <a:pt x="6888" y="2777"/>
                    <a:pt x="6959" y="2732"/>
                    <a:pt x="7031" y="2697"/>
                  </a:cubicBezTo>
                  <a:cubicBezTo>
                    <a:pt x="7090" y="2667"/>
                    <a:pt x="7155" y="2650"/>
                    <a:pt x="7206" y="2650"/>
                  </a:cubicBezTo>
                  <a:cubicBezTo>
                    <a:pt x="7217" y="2650"/>
                    <a:pt x="7227" y="2651"/>
                    <a:pt x="7236" y="2652"/>
                  </a:cubicBezTo>
                  <a:cubicBezTo>
                    <a:pt x="7316" y="2661"/>
                    <a:pt x="7396" y="2679"/>
                    <a:pt x="7450" y="2715"/>
                  </a:cubicBezTo>
                  <a:cubicBezTo>
                    <a:pt x="7503" y="2741"/>
                    <a:pt x="7530" y="2786"/>
                    <a:pt x="7557" y="2857"/>
                  </a:cubicBezTo>
                  <a:cubicBezTo>
                    <a:pt x="7566" y="2884"/>
                    <a:pt x="7557" y="2929"/>
                    <a:pt x="7584" y="2955"/>
                  </a:cubicBezTo>
                  <a:cubicBezTo>
                    <a:pt x="7619" y="2982"/>
                    <a:pt x="7682" y="3036"/>
                    <a:pt x="7735" y="3036"/>
                  </a:cubicBezTo>
                  <a:cubicBezTo>
                    <a:pt x="7798" y="3027"/>
                    <a:pt x="7896" y="2964"/>
                    <a:pt x="7905" y="2920"/>
                  </a:cubicBezTo>
                  <a:cubicBezTo>
                    <a:pt x="7923" y="2848"/>
                    <a:pt x="7878" y="2768"/>
                    <a:pt x="7825" y="2688"/>
                  </a:cubicBezTo>
                  <a:cubicBezTo>
                    <a:pt x="7789" y="2625"/>
                    <a:pt x="7727" y="2563"/>
                    <a:pt x="7655" y="2527"/>
                  </a:cubicBezTo>
                  <a:cubicBezTo>
                    <a:pt x="7584" y="2483"/>
                    <a:pt x="7512" y="2465"/>
                    <a:pt x="7450" y="2447"/>
                  </a:cubicBezTo>
                  <a:cubicBezTo>
                    <a:pt x="7396" y="2429"/>
                    <a:pt x="7343" y="2420"/>
                    <a:pt x="7289" y="2411"/>
                  </a:cubicBezTo>
                  <a:cubicBezTo>
                    <a:pt x="7272" y="2411"/>
                    <a:pt x="7236" y="2402"/>
                    <a:pt x="7200" y="2402"/>
                  </a:cubicBezTo>
                  <a:cubicBezTo>
                    <a:pt x="7156" y="2402"/>
                    <a:pt x="7129" y="2411"/>
                    <a:pt x="7093" y="2420"/>
                  </a:cubicBezTo>
                  <a:cubicBezTo>
                    <a:pt x="6977" y="2447"/>
                    <a:pt x="6870" y="2500"/>
                    <a:pt x="6781" y="2563"/>
                  </a:cubicBezTo>
                  <a:cubicBezTo>
                    <a:pt x="6602" y="2688"/>
                    <a:pt x="6460" y="2848"/>
                    <a:pt x="6344" y="3036"/>
                  </a:cubicBezTo>
                  <a:cubicBezTo>
                    <a:pt x="6237" y="3223"/>
                    <a:pt x="6165" y="3437"/>
                    <a:pt x="6156" y="3669"/>
                  </a:cubicBezTo>
                  <a:cubicBezTo>
                    <a:pt x="6148" y="3910"/>
                    <a:pt x="6237" y="4142"/>
                    <a:pt x="6362" y="4329"/>
                  </a:cubicBezTo>
                  <a:cubicBezTo>
                    <a:pt x="6540" y="4570"/>
                    <a:pt x="6790" y="4749"/>
                    <a:pt x="7075" y="4820"/>
                  </a:cubicBezTo>
                  <a:cubicBezTo>
                    <a:pt x="7167" y="4841"/>
                    <a:pt x="7256" y="4853"/>
                    <a:pt x="7347" y="4853"/>
                  </a:cubicBezTo>
                  <a:cubicBezTo>
                    <a:pt x="7406" y="4853"/>
                    <a:pt x="7467" y="4848"/>
                    <a:pt x="7530" y="4838"/>
                  </a:cubicBezTo>
                  <a:cubicBezTo>
                    <a:pt x="7700" y="4811"/>
                    <a:pt x="7825" y="4731"/>
                    <a:pt x="7941" y="4650"/>
                  </a:cubicBezTo>
                  <a:cubicBezTo>
                    <a:pt x="8164" y="4481"/>
                    <a:pt x="8333" y="4276"/>
                    <a:pt x="8476" y="4062"/>
                  </a:cubicBezTo>
                  <a:cubicBezTo>
                    <a:pt x="8628" y="3847"/>
                    <a:pt x="8744" y="3624"/>
                    <a:pt x="8833" y="3375"/>
                  </a:cubicBezTo>
                  <a:cubicBezTo>
                    <a:pt x="8886" y="3214"/>
                    <a:pt x="8940" y="3054"/>
                    <a:pt x="8913" y="2866"/>
                  </a:cubicBezTo>
                  <a:cubicBezTo>
                    <a:pt x="8886" y="2670"/>
                    <a:pt x="8806" y="2536"/>
                    <a:pt x="8735" y="2393"/>
                  </a:cubicBezTo>
                  <a:cubicBezTo>
                    <a:pt x="8583" y="2117"/>
                    <a:pt x="8396" y="1867"/>
                    <a:pt x="8190" y="1635"/>
                  </a:cubicBezTo>
                  <a:cubicBezTo>
                    <a:pt x="7593" y="921"/>
                    <a:pt x="6790" y="350"/>
                    <a:pt x="5871" y="136"/>
                  </a:cubicBezTo>
                  <a:cubicBezTo>
                    <a:pt x="5520" y="50"/>
                    <a:pt x="5157" y="1"/>
                    <a:pt x="4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9" name="Google Shape;1769;p45"/>
            <p:cNvSpPr/>
            <p:nvPr/>
          </p:nvSpPr>
          <p:spPr>
            <a:xfrm>
              <a:off x="6842750" y="1350575"/>
              <a:ext cx="36925" cy="18075"/>
            </a:xfrm>
            <a:custGeom>
              <a:avLst/>
              <a:gdLst/>
              <a:ahLst/>
              <a:cxnLst/>
              <a:rect l="l" t="t" r="r" b="b"/>
              <a:pathLst>
                <a:path w="1477" h="723" extrusionOk="0">
                  <a:moveTo>
                    <a:pt x="1114" y="0"/>
                  </a:moveTo>
                  <a:cubicBezTo>
                    <a:pt x="695" y="0"/>
                    <a:pt x="341" y="306"/>
                    <a:pt x="47" y="600"/>
                  </a:cubicBezTo>
                  <a:cubicBezTo>
                    <a:pt x="0" y="653"/>
                    <a:pt x="50" y="722"/>
                    <a:pt x="107" y="722"/>
                  </a:cubicBezTo>
                  <a:cubicBezTo>
                    <a:pt x="126" y="722"/>
                    <a:pt x="146" y="715"/>
                    <a:pt x="163" y="698"/>
                  </a:cubicBezTo>
                  <a:cubicBezTo>
                    <a:pt x="429" y="432"/>
                    <a:pt x="743" y="149"/>
                    <a:pt x="1121" y="149"/>
                  </a:cubicBezTo>
                  <a:cubicBezTo>
                    <a:pt x="1200" y="149"/>
                    <a:pt x="1282" y="161"/>
                    <a:pt x="1368" y="189"/>
                  </a:cubicBezTo>
                  <a:cubicBezTo>
                    <a:pt x="1375" y="191"/>
                    <a:pt x="1382" y="192"/>
                    <a:pt x="1389" y="192"/>
                  </a:cubicBezTo>
                  <a:cubicBezTo>
                    <a:pt x="1461" y="192"/>
                    <a:pt x="1476" y="71"/>
                    <a:pt x="1395" y="46"/>
                  </a:cubicBezTo>
                  <a:cubicBezTo>
                    <a:pt x="1298" y="15"/>
                    <a:pt x="1204" y="0"/>
                    <a:pt x="1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0" name="Google Shape;1770;p45"/>
            <p:cNvSpPr/>
            <p:nvPr/>
          </p:nvSpPr>
          <p:spPr>
            <a:xfrm>
              <a:off x="6880500" y="1355525"/>
              <a:ext cx="5150" cy="3800"/>
            </a:xfrm>
            <a:custGeom>
              <a:avLst/>
              <a:gdLst/>
              <a:ahLst/>
              <a:cxnLst/>
              <a:rect l="l" t="t" r="r" b="b"/>
              <a:pathLst>
                <a:path w="206" h="152" extrusionOk="0">
                  <a:moveTo>
                    <a:pt x="99" y="0"/>
                  </a:moveTo>
                  <a:cubicBezTo>
                    <a:pt x="1" y="0"/>
                    <a:pt x="9" y="152"/>
                    <a:pt x="108" y="152"/>
                  </a:cubicBezTo>
                  <a:cubicBezTo>
                    <a:pt x="206" y="152"/>
                    <a:pt x="197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71" name="Google Shape;1771;p45"/>
          <p:cNvGrpSpPr/>
          <p:nvPr/>
        </p:nvGrpSpPr>
        <p:grpSpPr>
          <a:xfrm rot="-8540684">
            <a:off x="7500041" y="2435219"/>
            <a:ext cx="1940689" cy="2961458"/>
            <a:chOff x="7342723" y="2584987"/>
            <a:chExt cx="1941672" cy="2962957"/>
          </a:xfrm>
        </p:grpSpPr>
        <p:sp>
          <p:nvSpPr>
            <p:cNvPr id="1772" name="Google Shape;1772;p45"/>
            <p:cNvSpPr/>
            <p:nvPr/>
          </p:nvSpPr>
          <p:spPr>
            <a:xfrm rot="1022249">
              <a:off x="7698233" y="3848229"/>
              <a:ext cx="1111713" cy="1571331"/>
            </a:xfrm>
            <a:custGeom>
              <a:avLst/>
              <a:gdLst/>
              <a:ahLst/>
              <a:cxnLst/>
              <a:rect l="l" t="t" r="r" b="b"/>
              <a:pathLst>
                <a:path w="12730" h="17993" extrusionOk="0">
                  <a:moveTo>
                    <a:pt x="9947" y="1"/>
                  </a:moveTo>
                  <a:lnTo>
                    <a:pt x="0" y="3516"/>
                  </a:lnTo>
                  <a:cubicBezTo>
                    <a:pt x="0" y="3516"/>
                    <a:pt x="9911" y="16861"/>
                    <a:pt x="11392" y="17896"/>
                  </a:cubicBezTo>
                  <a:cubicBezTo>
                    <a:pt x="11392" y="17896"/>
                    <a:pt x="11470" y="17992"/>
                    <a:pt x="11569" y="17992"/>
                  </a:cubicBezTo>
                  <a:cubicBezTo>
                    <a:pt x="11973" y="17992"/>
                    <a:pt x="12729" y="16384"/>
                    <a:pt x="99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3" name="Google Shape;1773;p45"/>
            <p:cNvSpPr/>
            <p:nvPr/>
          </p:nvSpPr>
          <p:spPr>
            <a:xfrm rot="1022249">
              <a:off x="8015094" y="4290491"/>
              <a:ext cx="190118" cy="39037"/>
            </a:xfrm>
            <a:custGeom>
              <a:avLst/>
              <a:gdLst/>
              <a:ahLst/>
              <a:cxnLst/>
              <a:rect l="l" t="t" r="r" b="b"/>
              <a:pathLst>
                <a:path w="2177" h="447" extrusionOk="0">
                  <a:moveTo>
                    <a:pt x="0" y="0"/>
                  </a:moveTo>
                  <a:lnTo>
                    <a:pt x="0" y="0"/>
                  </a:lnTo>
                  <a:cubicBezTo>
                    <a:pt x="18" y="72"/>
                    <a:pt x="27" y="143"/>
                    <a:pt x="36" y="214"/>
                  </a:cubicBezTo>
                  <a:lnTo>
                    <a:pt x="89" y="214"/>
                  </a:lnTo>
                  <a:cubicBezTo>
                    <a:pt x="214" y="223"/>
                    <a:pt x="339" y="241"/>
                    <a:pt x="455" y="250"/>
                  </a:cubicBezTo>
                  <a:cubicBezTo>
                    <a:pt x="705" y="277"/>
                    <a:pt x="937" y="286"/>
                    <a:pt x="1169" y="321"/>
                  </a:cubicBezTo>
                  <a:cubicBezTo>
                    <a:pt x="1410" y="348"/>
                    <a:pt x="1633" y="375"/>
                    <a:pt x="1856" y="402"/>
                  </a:cubicBezTo>
                  <a:cubicBezTo>
                    <a:pt x="1963" y="411"/>
                    <a:pt x="2070" y="428"/>
                    <a:pt x="2177" y="446"/>
                  </a:cubicBezTo>
                  <a:cubicBezTo>
                    <a:pt x="2177" y="402"/>
                    <a:pt x="2168" y="357"/>
                    <a:pt x="2168" y="312"/>
                  </a:cubicBezTo>
                  <a:cubicBezTo>
                    <a:pt x="2034" y="286"/>
                    <a:pt x="1900" y="259"/>
                    <a:pt x="1766" y="241"/>
                  </a:cubicBezTo>
                  <a:cubicBezTo>
                    <a:pt x="1534" y="196"/>
                    <a:pt x="1294" y="161"/>
                    <a:pt x="1053" y="125"/>
                  </a:cubicBezTo>
                  <a:cubicBezTo>
                    <a:pt x="803" y="80"/>
                    <a:pt x="553" y="63"/>
                    <a:pt x="303" y="36"/>
                  </a:cubicBezTo>
                  <a:cubicBezTo>
                    <a:pt x="205" y="27"/>
                    <a:pt x="107" y="9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4" name="Google Shape;1774;p45"/>
            <p:cNvSpPr/>
            <p:nvPr/>
          </p:nvSpPr>
          <p:spPr>
            <a:xfrm rot="1022249">
              <a:off x="8200412" y="4367813"/>
              <a:ext cx="123223" cy="31177"/>
            </a:xfrm>
            <a:custGeom>
              <a:avLst/>
              <a:gdLst/>
              <a:ahLst/>
              <a:cxnLst/>
              <a:rect l="l" t="t" r="r" b="b"/>
              <a:pathLst>
                <a:path w="1411" h="357" extrusionOk="0">
                  <a:moveTo>
                    <a:pt x="1" y="0"/>
                  </a:moveTo>
                  <a:lnTo>
                    <a:pt x="1" y="0"/>
                  </a:lnTo>
                  <a:cubicBezTo>
                    <a:pt x="10" y="45"/>
                    <a:pt x="10" y="89"/>
                    <a:pt x="19" y="125"/>
                  </a:cubicBezTo>
                  <a:cubicBezTo>
                    <a:pt x="72" y="134"/>
                    <a:pt x="126" y="152"/>
                    <a:pt x="179" y="152"/>
                  </a:cubicBezTo>
                  <a:cubicBezTo>
                    <a:pt x="375" y="188"/>
                    <a:pt x="545" y="205"/>
                    <a:pt x="714" y="241"/>
                  </a:cubicBezTo>
                  <a:cubicBezTo>
                    <a:pt x="875" y="268"/>
                    <a:pt x="1009" y="295"/>
                    <a:pt x="1125" y="312"/>
                  </a:cubicBezTo>
                  <a:cubicBezTo>
                    <a:pt x="1250" y="330"/>
                    <a:pt x="1348" y="348"/>
                    <a:pt x="1410" y="357"/>
                  </a:cubicBezTo>
                  <a:cubicBezTo>
                    <a:pt x="1410" y="357"/>
                    <a:pt x="1410" y="357"/>
                    <a:pt x="1410" y="348"/>
                  </a:cubicBezTo>
                  <a:cubicBezTo>
                    <a:pt x="1348" y="330"/>
                    <a:pt x="1250" y="303"/>
                    <a:pt x="1116" y="268"/>
                  </a:cubicBezTo>
                  <a:cubicBezTo>
                    <a:pt x="1000" y="241"/>
                    <a:pt x="848" y="196"/>
                    <a:pt x="688" y="161"/>
                  </a:cubicBezTo>
                  <a:cubicBezTo>
                    <a:pt x="518" y="107"/>
                    <a:pt x="331" y="72"/>
                    <a:pt x="126" y="27"/>
                  </a:cubicBezTo>
                  <a:cubicBezTo>
                    <a:pt x="90" y="27"/>
                    <a:pt x="45" y="9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5" name="Google Shape;1775;p45"/>
            <p:cNvSpPr/>
            <p:nvPr/>
          </p:nvSpPr>
          <p:spPr>
            <a:xfrm rot="1022249">
              <a:off x="7937148" y="4243649"/>
              <a:ext cx="74929" cy="22706"/>
            </a:xfrm>
            <a:custGeom>
              <a:avLst/>
              <a:gdLst/>
              <a:ahLst/>
              <a:cxnLst/>
              <a:rect l="l" t="t" r="r" b="b"/>
              <a:pathLst>
                <a:path w="858" h="260" extrusionOk="0">
                  <a:moveTo>
                    <a:pt x="1" y="1"/>
                  </a:moveTo>
                  <a:cubicBezTo>
                    <a:pt x="54" y="72"/>
                    <a:pt x="108" y="152"/>
                    <a:pt x="162" y="224"/>
                  </a:cubicBezTo>
                  <a:cubicBezTo>
                    <a:pt x="358" y="233"/>
                    <a:pt x="554" y="250"/>
                    <a:pt x="750" y="259"/>
                  </a:cubicBezTo>
                  <a:lnTo>
                    <a:pt x="857" y="259"/>
                  </a:lnTo>
                  <a:cubicBezTo>
                    <a:pt x="848" y="188"/>
                    <a:pt x="840" y="117"/>
                    <a:pt x="831" y="45"/>
                  </a:cubicBezTo>
                  <a:lnTo>
                    <a:pt x="563" y="27"/>
                  </a:lnTo>
                  <a:cubicBezTo>
                    <a:pt x="376" y="18"/>
                    <a:pt x="179" y="10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6" name="Google Shape;1776;p45"/>
            <p:cNvSpPr/>
            <p:nvPr/>
          </p:nvSpPr>
          <p:spPr>
            <a:xfrm rot="1022249">
              <a:off x="8572955" y="4602601"/>
              <a:ext cx="119293" cy="60083"/>
            </a:xfrm>
            <a:custGeom>
              <a:avLst/>
              <a:gdLst/>
              <a:ahLst/>
              <a:cxnLst/>
              <a:rect l="l" t="t" r="r" b="b"/>
              <a:pathLst>
                <a:path w="1366" h="688" extrusionOk="0">
                  <a:moveTo>
                    <a:pt x="27" y="0"/>
                  </a:moveTo>
                  <a:cubicBezTo>
                    <a:pt x="18" y="54"/>
                    <a:pt x="9" y="116"/>
                    <a:pt x="0" y="188"/>
                  </a:cubicBezTo>
                  <a:cubicBezTo>
                    <a:pt x="36" y="197"/>
                    <a:pt x="63" y="206"/>
                    <a:pt x="89" y="215"/>
                  </a:cubicBezTo>
                  <a:cubicBezTo>
                    <a:pt x="312" y="295"/>
                    <a:pt x="527" y="375"/>
                    <a:pt x="741" y="455"/>
                  </a:cubicBezTo>
                  <a:cubicBezTo>
                    <a:pt x="937" y="536"/>
                    <a:pt x="1133" y="607"/>
                    <a:pt x="1329" y="687"/>
                  </a:cubicBezTo>
                  <a:cubicBezTo>
                    <a:pt x="1338" y="643"/>
                    <a:pt x="1356" y="598"/>
                    <a:pt x="1365" y="545"/>
                  </a:cubicBezTo>
                  <a:cubicBezTo>
                    <a:pt x="1365" y="536"/>
                    <a:pt x="1365" y="536"/>
                    <a:pt x="1365" y="527"/>
                  </a:cubicBezTo>
                  <a:cubicBezTo>
                    <a:pt x="1178" y="447"/>
                    <a:pt x="999" y="366"/>
                    <a:pt x="803" y="295"/>
                  </a:cubicBezTo>
                  <a:cubicBezTo>
                    <a:pt x="589" y="206"/>
                    <a:pt x="366" y="125"/>
                    <a:pt x="143" y="45"/>
                  </a:cubicBezTo>
                  <a:cubicBezTo>
                    <a:pt x="107" y="27"/>
                    <a:pt x="63" y="18"/>
                    <a:pt x="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7" name="Google Shape;1777;p45"/>
            <p:cNvSpPr/>
            <p:nvPr/>
          </p:nvSpPr>
          <p:spPr>
            <a:xfrm rot="1022249">
              <a:off x="8453314" y="4521442"/>
              <a:ext cx="137196" cy="59297"/>
            </a:xfrm>
            <a:custGeom>
              <a:avLst/>
              <a:gdLst/>
              <a:ahLst/>
              <a:cxnLst/>
              <a:rect l="l" t="t" r="r" b="b"/>
              <a:pathLst>
                <a:path w="1571" h="679" extrusionOk="0">
                  <a:moveTo>
                    <a:pt x="9" y="0"/>
                  </a:moveTo>
                  <a:cubicBezTo>
                    <a:pt x="9" y="45"/>
                    <a:pt x="0" y="98"/>
                    <a:pt x="0" y="152"/>
                  </a:cubicBezTo>
                  <a:cubicBezTo>
                    <a:pt x="125" y="187"/>
                    <a:pt x="259" y="232"/>
                    <a:pt x="402" y="286"/>
                  </a:cubicBezTo>
                  <a:cubicBezTo>
                    <a:pt x="607" y="357"/>
                    <a:pt x="812" y="428"/>
                    <a:pt x="1026" y="500"/>
                  </a:cubicBezTo>
                  <a:cubicBezTo>
                    <a:pt x="1196" y="562"/>
                    <a:pt x="1356" y="616"/>
                    <a:pt x="1526" y="678"/>
                  </a:cubicBezTo>
                  <a:cubicBezTo>
                    <a:pt x="1535" y="616"/>
                    <a:pt x="1553" y="553"/>
                    <a:pt x="1570" y="500"/>
                  </a:cubicBezTo>
                  <a:cubicBezTo>
                    <a:pt x="1401" y="437"/>
                    <a:pt x="1231" y="384"/>
                    <a:pt x="1062" y="321"/>
                  </a:cubicBezTo>
                  <a:cubicBezTo>
                    <a:pt x="839" y="241"/>
                    <a:pt x="625" y="187"/>
                    <a:pt x="411" y="116"/>
                  </a:cubicBezTo>
                  <a:cubicBezTo>
                    <a:pt x="277" y="71"/>
                    <a:pt x="143" y="36"/>
                    <a:pt x="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8" name="Google Shape;1778;p45"/>
            <p:cNvSpPr/>
            <p:nvPr/>
          </p:nvSpPr>
          <p:spPr>
            <a:xfrm rot="1022249">
              <a:off x="8320658" y="4443274"/>
              <a:ext cx="139554" cy="44538"/>
            </a:xfrm>
            <a:custGeom>
              <a:avLst/>
              <a:gdLst/>
              <a:ahLst/>
              <a:cxnLst/>
              <a:rect l="l" t="t" r="r" b="b"/>
              <a:pathLst>
                <a:path w="1598" h="510" extrusionOk="0">
                  <a:moveTo>
                    <a:pt x="1" y="1"/>
                  </a:moveTo>
                  <a:cubicBezTo>
                    <a:pt x="1" y="1"/>
                    <a:pt x="1" y="10"/>
                    <a:pt x="1" y="10"/>
                  </a:cubicBezTo>
                  <a:cubicBezTo>
                    <a:pt x="54" y="27"/>
                    <a:pt x="126" y="45"/>
                    <a:pt x="215" y="81"/>
                  </a:cubicBezTo>
                  <a:cubicBezTo>
                    <a:pt x="304" y="108"/>
                    <a:pt x="429" y="143"/>
                    <a:pt x="563" y="188"/>
                  </a:cubicBezTo>
                  <a:cubicBezTo>
                    <a:pt x="697" y="224"/>
                    <a:pt x="848" y="277"/>
                    <a:pt x="1018" y="331"/>
                  </a:cubicBezTo>
                  <a:cubicBezTo>
                    <a:pt x="1178" y="375"/>
                    <a:pt x="1357" y="438"/>
                    <a:pt x="1544" y="500"/>
                  </a:cubicBezTo>
                  <a:cubicBezTo>
                    <a:pt x="1562" y="500"/>
                    <a:pt x="1571" y="500"/>
                    <a:pt x="1580" y="509"/>
                  </a:cubicBezTo>
                  <a:cubicBezTo>
                    <a:pt x="1589" y="465"/>
                    <a:pt x="1589" y="411"/>
                    <a:pt x="1598" y="366"/>
                  </a:cubicBezTo>
                  <a:cubicBezTo>
                    <a:pt x="1580" y="358"/>
                    <a:pt x="1562" y="358"/>
                    <a:pt x="1544" y="349"/>
                  </a:cubicBezTo>
                  <a:cubicBezTo>
                    <a:pt x="1348" y="295"/>
                    <a:pt x="1169" y="250"/>
                    <a:pt x="1000" y="215"/>
                  </a:cubicBezTo>
                  <a:cubicBezTo>
                    <a:pt x="670" y="126"/>
                    <a:pt x="393" y="72"/>
                    <a:pt x="206" y="36"/>
                  </a:cubicBezTo>
                  <a:cubicBezTo>
                    <a:pt x="117" y="19"/>
                    <a:pt x="45" y="10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9" name="Google Shape;1779;p45"/>
            <p:cNvSpPr/>
            <p:nvPr/>
          </p:nvSpPr>
          <p:spPr>
            <a:xfrm rot="1022249">
              <a:off x="8512863" y="5241544"/>
              <a:ext cx="58511" cy="32050"/>
            </a:xfrm>
            <a:custGeom>
              <a:avLst/>
              <a:gdLst/>
              <a:ahLst/>
              <a:cxnLst/>
              <a:rect l="l" t="t" r="r" b="b"/>
              <a:pathLst>
                <a:path w="670" h="367" extrusionOk="0">
                  <a:moveTo>
                    <a:pt x="54" y="1"/>
                  </a:moveTo>
                  <a:cubicBezTo>
                    <a:pt x="36" y="54"/>
                    <a:pt x="18" y="108"/>
                    <a:pt x="0" y="161"/>
                  </a:cubicBezTo>
                  <a:cubicBezTo>
                    <a:pt x="107" y="197"/>
                    <a:pt x="223" y="233"/>
                    <a:pt x="330" y="268"/>
                  </a:cubicBezTo>
                  <a:cubicBezTo>
                    <a:pt x="446" y="304"/>
                    <a:pt x="562" y="340"/>
                    <a:pt x="669" y="367"/>
                  </a:cubicBezTo>
                  <a:cubicBezTo>
                    <a:pt x="669" y="313"/>
                    <a:pt x="669" y="259"/>
                    <a:pt x="661" y="206"/>
                  </a:cubicBezTo>
                  <a:cubicBezTo>
                    <a:pt x="562" y="170"/>
                    <a:pt x="446" y="135"/>
                    <a:pt x="339" y="99"/>
                  </a:cubicBezTo>
                  <a:cubicBezTo>
                    <a:pt x="250" y="63"/>
                    <a:pt x="152" y="36"/>
                    <a:pt x="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0" name="Google Shape;1780;p45"/>
            <p:cNvSpPr/>
            <p:nvPr/>
          </p:nvSpPr>
          <p:spPr>
            <a:xfrm rot="1022249">
              <a:off x="8225284" y="5003458"/>
              <a:ext cx="13362" cy="11790"/>
            </a:xfrm>
            <a:custGeom>
              <a:avLst/>
              <a:gdLst/>
              <a:ahLst/>
              <a:cxnLst/>
              <a:rect l="l" t="t" r="r" b="b"/>
              <a:pathLst>
                <a:path w="153" h="135" extrusionOk="0">
                  <a:moveTo>
                    <a:pt x="0" y="1"/>
                  </a:moveTo>
                  <a:lnTo>
                    <a:pt x="0" y="1"/>
                  </a:lnTo>
                  <a:cubicBezTo>
                    <a:pt x="27" y="27"/>
                    <a:pt x="54" y="63"/>
                    <a:pt x="81" y="99"/>
                  </a:cubicBezTo>
                  <a:cubicBezTo>
                    <a:pt x="99" y="108"/>
                    <a:pt x="125" y="125"/>
                    <a:pt x="152" y="134"/>
                  </a:cubicBezTo>
                  <a:cubicBezTo>
                    <a:pt x="152" y="108"/>
                    <a:pt x="152" y="90"/>
                    <a:pt x="152" y="63"/>
                  </a:cubicBezTo>
                  <a:cubicBezTo>
                    <a:pt x="99" y="36"/>
                    <a:pt x="45" y="18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1" name="Google Shape;1781;p45"/>
            <p:cNvSpPr/>
            <p:nvPr/>
          </p:nvSpPr>
          <p:spPr>
            <a:xfrm rot="1022249">
              <a:off x="8305983" y="5085084"/>
              <a:ext cx="76501" cy="43665"/>
            </a:xfrm>
            <a:custGeom>
              <a:avLst/>
              <a:gdLst/>
              <a:ahLst/>
              <a:cxnLst/>
              <a:rect l="l" t="t" r="r" b="b"/>
              <a:pathLst>
                <a:path w="876" h="500" extrusionOk="0">
                  <a:moveTo>
                    <a:pt x="28" y="0"/>
                  </a:moveTo>
                  <a:cubicBezTo>
                    <a:pt x="19" y="45"/>
                    <a:pt x="10" y="89"/>
                    <a:pt x="1" y="143"/>
                  </a:cubicBezTo>
                  <a:cubicBezTo>
                    <a:pt x="153" y="214"/>
                    <a:pt x="313" y="286"/>
                    <a:pt x="492" y="357"/>
                  </a:cubicBezTo>
                  <a:cubicBezTo>
                    <a:pt x="599" y="402"/>
                    <a:pt x="706" y="455"/>
                    <a:pt x="822" y="500"/>
                  </a:cubicBezTo>
                  <a:cubicBezTo>
                    <a:pt x="839" y="446"/>
                    <a:pt x="857" y="393"/>
                    <a:pt x="875" y="339"/>
                  </a:cubicBezTo>
                  <a:cubicBezTo>
                    <a:pt x="768" y="294"/>
                    <a:pt x="661" y="259"/>
                    <a:pt x="563" y="214"/>
                  </a:cubicBezTo>
                  <a:cubicBezTo>
                    <a:pt x="376" y="143"/>
                    <a:pt x="197" y="71"/>
                    <a:pt x="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2" name="Google Shape;1782;p45"/>
            <p:cNvSpPr/>
            <p:nvPr/>
          </p:nvSpPr>
          <p:spPr>
            <a:xfrm rot="1022249">
              <a:off x="8241351" y="5030752"/>
              <a:ext cx="74929" cy="42180"/>
            </a:xfrm>
            <a:custGeom>
              <a:avLst/>
              <a:gdLst/>
              <a:ahLst/>
              <a:cxnLst/>
              <a:rect l="l" t="t" r="r" b="b"/>
              <a:pathLst>
                <a:path w="858" h="483" extrusionOk="0">
                  <a:moveTo>
                    <a:pt x="10" y="0"/>
                  </a:moveTo>
                  <a:cubicBezTo>
                    <a:pt x="10" y="27"/>
                    <a:pt x="10" y="54"/>
                    <a:pt x="1" y="81"/>
                  </a:cubicBezTo>
                  <a:cubicBezTo>
                    <a:pt x="90" y="125"/>
                    <a:pt x="188" y="179"/>
                    <a:pt x="286" y="223"/>
                  </a:cubicBezTo>
                  <a:cubicBezTo>
                    <a:pt x="438" y="304"/>
                    <a:pt x="616" y="384"/>
                    <a:pt x="795" y="473"/>
                  </a:cubicBezTo>
                  <a:cubicBezTo>
                    <a:pt x="804" y="473"/>
                    <a:pt x="813" y="482"/>
                    <a:pt x="822" y="482"/>
                  </a:cubicBezTo>
                  <a:cubicBezTo>
                    <a:pt x="830" y="438"/>
                    <a:pt x="839" y="393"/>
                    <a:pt x="857" y="348"/>
                  </a:cubicBezTo>
                  <a:cubicBezTo>
                    <a:pt x="679" y="277"/>
                    <a:pt x="509" y="206"/>
                    <a:pt x="358" y="143"/>
                  </a:cubicBezTo>
                  <a:cubicBezTo>
                    <a:pt x="233" y="90"/>
                    <a:pt x="117" y="45"/>
                    <a:pt x="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3" name="Google Shape;1783;p45"/>
            <p:cNvSpPr/>
            <p:nvPr/>
          </p:nvSpPr>
          <p:spPr>
            <a:xfrm rot="1022249">
              <a:off x="8372194" y="5152688"/>
              <a:ext cx="148112" cy="67070"/>
            </a:xfrm>
            <a:custGeom>
              <a:avLst/>
              <a:gdLst/>
              <a:ahLst/>
              <a:cxnLst/>
              <a:rect l="l" t="t" r="r" b="b"/>
              <a:pathLst>
                <a:path w="1696" h="768" extrusionOk="0">
                  <a:moveTo>
                    <a:pt x="54" y="1"/>
                  </a:moveTo>
                  <a:cubicBezTo>
                    <a:pt x="36" y="54"/>
                    <a:pt x="18" y="117"/>
                    <a:pt x="0" y="170"/>
                  </a:cubicBezTo>
                  <a:cubicBezTo>
                    <a:pt x="45" y="188"/>
                    <a:pt x="98" y="206"/>
                    <a:pt x="152" y="233"/>
                  </a:cubicBezTo>
                  <a:cubicBezTo>
                    <a:pt x="366" y="313"/>
                    <a:pt x="589" y="402"/>
                    <a:pt x="812" y="482"/>
                  </a:cubicBezTo>
                  <a:cubicBezTo>
                    <a:pt x="1035" y="572"/>
                    <a:pt x="1258" y="643"/>
                    <a:pt x="1481" y="714"/>
                  </a:cubicBezTo>
                  <a:cubicBezTo>
                    <a:pt x="1535" y="741"/>
                    <a:pt x="1588" y="750"/>
                    <a:pt x="1642" y="768"/>
                  </a:cubicBezTo>
                  <a:cubicBezTo>
                    <a:pt x="1660" y="714"/>
                    <a:pt x="1677" y="661"/>
                    <a:pt x="1695" y="607"/>
                  </a:cubicBezTo>
                  <a:cubicBezTo>
                    <a:pt x="1633" y="580"/>
                    <a:pt x="1570" y="563"/>
                    <a:pt x="1508" y="545"/>
                  </a:cubicBezTo>
                  <a:cubicBezTo>
                    <a:pt x="1294" y="465"/>
                    <a:pt x="1080" y="393"/>
                    <a:pt x="866" y="304"/>
                  </a:cubicBezTo>
                  <a:cubicBezTo>
                    <a:pt x="643" y="224"/>
                    <a:pt x="429" y="152"/>
                    <a:pt x="214" y="63"/>
                  </a:cubicBezTo>
                  <a:cubicBezTo>
                    <a:pt x="161" y="45"/>
                    <a:pt x="107" y="27"/>
                    <a:pt x="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4" name="Google Shape;1784;p45"/>
            <p:cNvSpPr/>
            <p:nvPr/>
          </p:nvSpPr>
          <p:spPr>
            <a:xfrm rot="1022249">
              <a:off x="8302579" y="4890158"/>
              <a:ext cx="95103" cy="28120"/>
            </a:xfrm>
            <a:custGeom>
              <a:avLst/>
              <a:gdLst/>
              <a:ahLst/>
              <a:cxnLst/>
              <a:rect l="l" t="t" r="r" b="b"/>
              <a:pathLst>
                <a:path w="1089" h="322" extrusionOk="0">
                  <a:moveTo>
                    <a:pt x="18" y="0"/>
                  </a:moveTo>
                  <a:lnTo>
                    <a:pt x="0" y="179"/>
                  </a:lnTo>
                  <a:cubicBezTo>
                    <a:pt x="161" y="214"/>
                    <a:pt x="321" y="241"/>
                    <a:pt x="491" y="268"/>
                  </a:cubicBezTo>
                  <a:cubicBezTo>
                    <a:pt x="678" y="286"/>
                    <a:pt x="866" y="303"/>
                    <a:pt x="1053" y="321"/>
                  </a:cubicBezTo>
                  <a:cubicBezTo>
                    <a:pt x="1062" y="259"/>
                    <a:pt x="1071" y="205"/>
                    <a:pt x="1089" y="143"/>
                  </a:cubicBezTo>
                  <a:cubicBezTo>
                    <a:pt x="892" y="134"/>
                    <a:pt x="705" y="107"/>
                    <a:pt x="509" y="80"/>
                  </a:cubicBezTo>
                  <a:cubicBezTo>
                    <a:pt x="348" y="63"/>
                    <a:pt x="179" y="27"/>
                    <a:pt x="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5" name="Google Shape;1785;p45"/>
            <p:cNvSpPr/>
            <p:nvPr/>
          </p:nvSpPr>
          <p:spPr>
            <a:xfrm rot="1022249">
              <a:off x="8134492" y="4763636"/>
              <a:ext cx="70912" cy="45237"/>
            </a:xfrm>
            <a:custGeom>
              <a:avLst/>
              <a:gdLst/>
              <a:ahLst/>
              <a:cxnLst/>
              <a:rect l="l" t="t" r="r" b="b"/>
              <a:pathLst>
                <a:path w="812" h="518" extrusionOk="0">
                  <a:moveTo>
                    <a:pt x="0" y="0"/>
                  </a:moveTo>
                  <a:cubicBezTo>
                    <a:pt x="9" y="54"/>
                    <a:pt x="18" y="98"/>
                    <a:pt x="27" y="143"/>
                  </a:cubicBezTo>
                  <a:cubicBezTo>
                    <a:pt x="125" y="196"/>
                    <a:pt x="223" y="250"/>
                    <a:pt x="330" y="303"/>
                  </a:cubicBezTo>
                  <a:cubicBezTo>
                    <a:pt x="482" y="384"/>
                    <a:pt x="642" y="455"/>
                    <a:pt x="812" y="518"/>
                  </a:cubicBezTo>
                  <a:cubicBezTo>
                    <a:pt x="812" y="464"/>
                    <a:pt x="803" y="410"/>
                    <a:pt x="803" y="357"/>
                  </a:cubicBezTo>
                  <a:cubicBezTo>
                    <a:pt x="660" y="303"/>
                    <a:pt x="517" y="241"/>
                    <a:pt x="384" y="187"/>
                  </a:cubicBezTo>
                  <a:cubicBezTo>
                    <a:pt x="250" y="125"/>
                    <a:pt x="125" y="6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6" name="Google Shape;1786;p45"/>
            <p:cNvSpPr/>
            <p:nvPr/>
          </p:nvSpPr>
          <p:spPr>
            <a:xfrm rot="1022249">
              <a:off x="8197991" y="4823953"/>
              <a:ext cx="103661" cy="46809"/>
            </a:xfrm>
            <a:custGeom>
              <a:avLst/>
              <a:gdLst/>
              <a:ahLst/>
              <a:cxnLst/>
              <a:rect l="l" t="t" r="r" b="b"/>
              <a:pathLst>
                <a:path w="1187" h="536" extrusionOk="0">
                  <a:moveTo>
                    <a:pt x="0" y="1"/>
                  </a:moveTo>
                  <a:lnTo>
                    <a:pt x="0" y="161"/>
                  </a:lnTo>
                  <a:cubicBezTo>
                    <a:pt x="54" y="188"/>
                    <a:pt x="107" y="206"/>
                    <a:pt x="161" y="233"/>
                  </a:cubicBezTo>
                  <a:cubicBezTo>
                    <a:pt x="419" y="322"/>
                    <a:pt x="687" y="420"/>
                    <a:pt x="973" y="482"/>
                  </a:cubicBezTo>
                  <a:cubicBezTo>
                    <a:pt x="1035" y="500"/>
                    <a:pt x="1097" y="518"/>
                    <a:pt x="1169" y="536"/>
                  </a:cubicBezTo>
                  <a:cubicBezTo>
                    <a:pt x="1169" y="473"/>
                    <a:pt x="1178" y="411"/>
                    <a:pt x="1187" y="349"/>
                  </a:cubicBezTo>
                  <a:cubicBezTo>
                    <a:pt x="1124" y="340"/>
                    <a:pt x="1071" y="331"/>
                    <a:pt x="1008" y="313"/>
                  </a:cubicBezTo>
                  <a:cubicBezTo>
                    <a:pt x="741" y="250"/>
                    <a:pt x="473" y="161"/>
                    <a:pt x="214" y="81"/>
                  </a:cubicBezTo>
                  <a:cubicBezTo>
                    <a:pt x="143" y="54"/>
                    <a:pt x="72" y="27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7" name="Google Shape;1787;p45"/>
            <p:cNvSpPr/>
            <p:nvPr/>
          </p:nvSpPr>
          <p:spPr>
            <a:xfrm rot="1022249">
              <a:off x="8398164" y="4931846"/>
              <a:ext cx="102962" cy="18339"/>
            </a:xfrm>
            <a:custGeom>
              <a:avLst/>
              <a:gdLst/>
              <a:ahLst/>
              <a:cxnLst/>
              <a:rect l="l" t="t" r="r" b="b"/>
              <a:pathLst>
                <a:path w="1179" h="210" extrusionOk="0">
                  <a:moveTo>
                    <a:pt x="1179" y="0"/>
                  </a:moveTo>
                  <a:cubicBezTo>
                    <a:pt x="1125" y="0"/>
                    <a:pt x="1080" y="9"/>
                    <a:pt x="1027" y="9"/>
                  </a:cubicBezTo>
                  <a:cubicBezTo>
                    <a:pt x="893" y="27"/>
                    <a:pt x="750" y="27"/>
                    <a:pt x="617" y="36"/>
                  </a:cubicBezTo>
                  <a:cubicBezTo>
                    <a:pt x="474" y="36"/>
                    <a:pt x="340" y="36"/>
                    <a:pt x="197" y="27"/>
                  </a:cubicBezTo>
                  <a:lnTo>
                    <a:pt x="46" y="27"/>
                  </a:lnTo>
                  <a:cubicBezTo>
                    <a:pt x="28" y="89"/>
                    <a:pt x="19" y="143"/>
                    <a:pt x="1" y="205"/>
                  </a:cubicBezTo>
                  <a:lnTo>
                    <a:pt x="188" y="205"/>
                  </a:lnTo>
                  <a:cubicBezTo>
                    <a:pt x="289" y="205"/>
                    <a:pt x="387" y="209"/>
                    <a:pt x="480" y="209"/>
                  </a:cubicBezTo>
                  <a:cubicBezTo>
                    <a:pt x="526" y="209"/>
                    <a:pt x="572" y="208"/>
                    <a:pt x="617" y="205"/>
                  </a:cubicBezTo>
                  <a:cubicBezTo>
                    <a:pt x="759" y="196"/>
                    <a:pt x="902" y="187"/>
                    <a:pt x="1036" y="170"/>
                  </a:cubicBezTo>
                  <a:cubicBezTo>
                    <a:pt x="1071" y="170"/>
                    <a:pt x="1098" y="161"/>
                    <a:pt x="1134" y="161"/>
                  </a:cubicBezTo>
                  <a:cubicBezTo>
                    <a:pt x="1143" y="107"/>
                    <a:pt x="1161" y="54"/>
                    <a:pt x="11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8" name="Google Shape;1788;p45"/>
            <p:cNvSpPr/>
            <p:nvPr/>
          </p:nvSpPr>
          <p:spPr>
            <a:xfrm rot="1022249">
              <a:off x="8127728" y="4740910"/>
              <a:ext cx="1659" cy="1659"/>
            </a:xfrm>
            <a:custGeom>
              <a:avLst/>
              <a:gdLst/>
              <a:ahLst/>
              <a:cxnLst/>
              <a:rect l="l" t="t" r="r" b="b"/>
              <a:pathLst>
                <a:path w="19" h="19" extrusionOk="0">
                  <a:moveTo>
                    <a:pt x="1" y="1"/>
                  </a:moveTo>
                  <a:cubicBezTo>
                    <a:pt x="10" y="10"/>
                    <a:pt x="19" y="10"/>
                    <a:pt x="19" y="19"/>
                  </a:cubicBezTo>
                  <a:lnTo>
                    <a:pt x="19" y="10"/>
                  </a:lnTo>
                  <a:cubicBezTo>
                    <a:pt x="10" y="1"/>
                    <a:pt x="10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9" name="Google Shape;1789;p45"/>
            <p:cNvSpPr/>
            <p:nvPr/>
          </p:nvSpPr>
          <p:spPr>
            <a:xfrm rot="1022249">
              <a:off x="8512965" y="4942218"/>
              <a:ext cx="119293" cy="38251"/>
            </a:xfrm>
            <a:custGeom>
              <a:avLst/>
              <a:gdLst/>
              <a:ahLst/>
              <a:cxnLst/>
              <a:rect l="l" t="t" r="r" b="b"/>
              <a:pathLst>
                <a:path w="1366" h="438" extrusionOk="0">
                  <a:moveTo>
                    <a:pt x="1356" y="1"/>
                  </a:moveTo>
                  <a:cubicBezTo>
                    <a:pt x="1285" y="27"/>
                    <a:pt x="1222" y="45"/>
                    <a:pt x="1151" y="63"/>
                  </a:cubicBezTo>
                  <a:cubicBezTo>
                    <a:pt x="1044" y="90"/>
                    <a:pt x="937" y="117"/>
                    <a:pt x="821" y="143"/>
                  </a:cubicBezTo>
                  <a:cubicBezTo>
                    <a:pt x="714" y="179"/>
                    <a:pt x="589" y="188"/>
                    <a:pt x="473" y="215"/>
                  </a:cubicBezTo>
                  <a:cubicBezTo>
                    <a:pt x="348" y="242"/>
                    <a:pt x="223" y="259"/>
                    <a:pt x="98" y="277"/>
                  </a:cubicBezTo>
                  <a:lnTo>
                    <a:pt x="54" y="277"/>
                  </a:lnTo>
                  <a:cubicBezTo>
                    <a:pt x="36" y="331"/>
                    <a:pt x="18" y="384"/>
                    <a:pt x="0" y="438"/>
                  </a:cubicBezTo>
                  <a:cubicBezTo>
                    <a:pt x="45" y="438"/>
                    <a:pt x="81" y="429"/>
                    <a:pt x="116" y="420"/>
                  </a:cubicBezTo>
                  <a:cubicBezTo>
                    <a:pt x="250" y="402"/>
                    <a:pt x="375" y="375"/>
                    <a:pt x="500" y="349"/>
                  </a:cubicBezTo>
                  <a:cubicBezTo>
                    <a:pt x="616" y="322"/>
                    <a:pt x="741" y="295"/>
                    <a:pt x="857" y="259"/>
                  </a:cubicBezTo>
                  <a:cubicBezTo>
                    <a:pt x="964" y="224"/>
                    <a:pt x="1080" y="197"/>
                    <a:pt x="1178" y="161"/>
                  </a:cubicBezTo>
                  <a:cubicBezTo>
                    <a:pt x="1240" y="143"/>
                    <a:pt x="1303" y="117"/>
                    <a:pt x="1365" y="99"/>
                  </a:cubicBezTo>
                  <a:cubicBezTo>
                    <a:pt x="1356" y="72"/>
                    <a:pt x="1356" y="36"/>
                    <a:pt x="1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0" name="Google Shape;1790;p45"/>
            <p:cNvSpPr/>
            <p:nvPr/>
          </p:nvSpPr>
          <p:spPr>
            <a:xfrm rot="1022249">
              <a:off x="8593659" y="4191124"/>
              <a:ext cx="161386" cy="35893"/>
            </a:xfrm>
            <a:custGeom>
              <a:avLst/>
              <a:gdLst/>
              <a:ahLst/>
              <a:cxnLst/>
              <a:rect l="l" t="t" r="r" b="b"/>
              <a:pathLst>
                <a:path w="1848" h="411" extrusionOk="0">
                  <a:moveTo>
                    <a:pt x="10" y="1"/>
                  </a:moveTo>
                  <a:cubicBezTo>
                    <a:pt x="10" y="54"/>
                    <a:pt x="1" y="108"/>
                    <a:pt x="1" y="170"/>
                  </a:cubicBezTo>
                  <a:cubicBezTo>
                    <a:pt x="358" y="215"/>
                    <a:pt x="715" y="250"/>
                    <a:pt x="1071" y="304"/>
                  </a:cubicBezTo>
                  <a:cubicBezTo>
                    <a:pt x="1277" y="331"/>
                    <a:pt x="1491" y="357"/>
                    <a:pt x="1696" y="384"/>
                  </a:cubicBezTo>
                  <a:cubicBezTo>
                    <a:pt x="1740" y="393"/>
                    <a:pt x="1794" y="402"/>
                    <a:pt x="1848" y="411"/>
                  </a:cubicBezTo>
                  <a:cubicBezTo>
                    <a:pt x="1839" y="348"/>
                    <a:pt x="1830" y="286"/>
                    <a:pt x="1821" y="224"/>
                  </a:cubicBezTo>
                  <a:cubicBezTo>
                    <a:pt x="1785" y="224"/>
                    <a:pt x="1749" y="215"/>
                    <a:pt x="1714" y="215"/>
                  </a:cubicBezTo>
                  <a:cubicBezTo>
                    <a:pt x="1509" y="179"/>
                    <a:pt x="1303" y="152"/>
                    <a:pt x="1098" y="125"/>
                  </a:cubicBezTo>
                  <a:cubicBezTo>
                    <a:pt x="732" y="72"/>
                    <a:pt x="376" y="36"/>
                    <a:pt x="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1" name="Google Shape;1791;p45"/>
            <p:cNvSpPr/>
            <p:nvPr/>
          </p:nvSpPr>
          <p:spPr>
            <a:xfrm rot="1022249">
              <a:off x="8132332" y="4049145"/>
              <a:ext cx="298494" cy="17204"/>
            </a:xfrm>
            <a:custGeom>
              <a:avLst/>
              <a:gdLst/>
              <a:ahLst/>
              <a:cxnLst/>
              <a:rect l="l" t="t" r="r" b="b"/>
              <a:pathLst>
                <a:path w="3418" h="197" extrusionOk="0">
                  <a:moveTo>
                    <a:pt x="1240" y="1"/>
                  </a:moveTo>
                  <a:cubicBezTo>
                    <a:pt x="982" y="1"/>
                    <a:pt x="759" y="1"/>
                    <a:pt x="571" y="10"/>
                  </a:cubicBezTo>
                  <a:cubicBezTo>
                    <a:pt x="393" y="10"/>
                    <a:pt x="250" y="18"/>
                    <a:pt x="152" y="18"/>
                  </a:cubicBezTo>
                  <a:lnTo>
                    <a:pt x="0" y="27"/>
                  </a:lnTo>
                  <a:cubicBezTo>
                    <a:pt x="0" y="27"/>
                    <a:pt x="206" y="36"/>
                    <a:pt x="571" y="45"/>
                  </a:cubicBezTo>
                  <a:cubicBezTo>
                    <a:pt x="759" y="45"/>
                    <a:pt x="982" y="63"/>
                    <a:pt x="1232" y="72"/>
                  </a:cubicBezTo>
                  <a:cubicBezTo>
                    <a:pt x="1490" y="81"/>
                    <a:pt x="1776" y="99"/>
                    <a:pt x="2088" y="108"/>
                  </a:cubicBezTo>
                  <a:cubicBezTo>
                    <a:pt x="2400" y="126"/>
                    <a:pt x="2739" y="152"/>
                    <a:pt x="3096" y="179"/>
                  </a:cubicBezTo>
                  <a:cubicBezTo>
                    <a:pt x="3203" y="179"/>
                    <a:pt x="3310" y="188"/>
                    <a:pt x="3408" y="197"/>
                  </a:cubicBezTo>
                  <a:cubicBezTo>
                    <a:pt x="3417" y="152"/>
                    <a:pt x="3417" y="108"/>
                    <a:pt x="3417" y="54"/>
                  </a:cubicBezTo>
                  <a:cubicBezTo>
                    <a:pt x="3319" y="54"/>
                    <a:pt x="3212" y="45"/>
                    <a:pt x="3105" y="45"/>
                  </a:cubicBezTo>
                  <a:cubicBezTo>
                    <a:pt x="2748" y="27"/>
                    <a:pt x="2409" y="18"/>
                    <a:pt x="2097" y="10"/>
                  </a:cubicBezTo>
                  <a:cubicBezTo>
                    <a:pt x="1776" y="1"/>
                    <a:pt x="1490" y="1"/>
                    <a:pt x="1240" y="1"/>
                  </a:cubicBezTo>
                  <a:close/>
                </a:path>
              </a:pathLst>
            </a:custGeom>
            <a:solidFill>
              <a:srgbClr val="FFD4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2" name="Google Shape;1792;p45"/>
            <p:cNvSpPr/>
            <p:nvPr/>
          </p:nvSpPr>
          <p:spPr>
            <a:xfrm rot="1022249">
              <a:off x="8428202" y="4126378"/>
              <a:ext cx="171516" cy="28906"/>
            </a:xfrm>
            <a:custGeom>
              <a:avLst/>
              <a:gdLst/>
              <a:ahLst/>
              <a:cxnLst/>
              <a:rect l="l" t="t" r="r" b="b"/>
              <a:pathLst>
                <a:path w="1964" h="331" extrusionOk="0">
                  <a:moveTo>
                    <a:pt x="1" y="0"/>
                  </a:moveTo>
                  <a:cubicBezTo>
                    <a:pt x="1" y="54"/>
                    <a:pt x="1" y="98"/>
                    <a:pt x="1" y="152"/>
                  </a:cubicBezTo>
                  <a:cubicBezTo>
                    <a:pt x="224" y="170"/>
                    <a:pt x="447" y="187"/>
                    <a:pt x="679" y="205"/>
                  </a:cubicBezTo>
                  <a:cubicBezTo>
                    <a:pt x="1063" y="232"/>
                    <a:pt x="1473" y="277"/>
                    <a:pt x="1874" y="321"/>
                  </a:cubicBezTo>
                  <a:cubicBezTo>
                    <a:pt x="1901" y="321"/>
                    <a:pt x="1928" y="321"/>
                    <a:pt x="1946" y="330"/>
                  </a:cubicBezTo>
                  <a:cubicBezTo>
                    <a:pt x="1955" y="268"/>
                    <a:pt x="1964" y="214"/>
                    <a:pt x="1964" y="161"/>
                  </a:cubicBezTo>
                  <a:cubicBezTo>
                    <a:pt x="1946" y="152"/>
                    <a:pt x="1919" y="152"/>
                    <a:pt x="1892" y="152"/>
                  </a:cubicBezTo>
                  <a:cubicBezTo>
                    <a:pt x="1482" y="116"/>
                    <a:pt x="1080" y="71"/>
                    <a:pt x="688" y="45"/>
                  </a:cubicBezTo>
                  <a:cubicBezTo>
                    <a:pt x="456" y="27"/>
                    <a:pt x="224" y="18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3" name="Google Shape;1793;p45"/>
            <p:cNvSpPr/>
            <p:nvPr/>
          </p:nvSpPr>
          <p:spPr>
            <a:xfrm rot="1022249">
              <a:off x="8335080" y="4299522"/>
              <a:ext cx="18863" cy="1659"/>
            </a:xfrm>
            <a:custGeom>
              <a:avLst/>
              <a:gdLst/>
              <a:ahLst/>
              <a:cxnLst/>
              <a:rect l="l" t="t" r="r" b="b"/>
              <a:pathLst>
                <a:path w="216" h="19" extrusionOk="0">
                  <a:moveTo>
                    <a:pt x="1" y="0"/>
                  </a:moveTo>
                  <a:cubicBezTo>
                    <a:pt x="1" y="0"/>
                    <a:pt x="81" y="9"/>
                    <a:pt x="215" y="18"/>
                  </a:cubicBezTo>
                  <a:cubicBezTo>
                    <a:pt x="215" y="9"/>
                    <a:pt x="215" y="0"/>
                    <a:pt x="2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4" name="Google Shape;1794;p45"/>
            <p:cNvSpPr/>
            <p:nvPr/>
          </p:nvSpPr>
          <p:spPr>
            <a:xfrm rot="1022249">
              <a:off x="8362679" y="4328063"/>
              <a:ext cx="152740" cy="18776"/>
            </a:xfrm>
            <a:custGeom>
              <a:avLst/>
              <a:gdLst/>
              <a:ahLst/>
              <a:cxnLst/>
              <a:rect l="l" t="t" r="r" b="b"/>
              <a:pathLst>
                <a:path w="1749" h="215" extrusionOk="0">
                  <a:moveTo>
                    <a:pt x="0" y="0"/>
                  </a:moveTo>
                  <a:cubicBezTo>
                    <a:pt x="0" y="9"/>
                    <a:pt x="0" y="27"/>
                    <a:pt x="0" y="36"/>
                  </a:cubicBezTo>
                  <a:cubicBezTo>
                    <a:pt x="116" y="45"/>
                    <a:pt x="268" y="63"/>
                    <a:pt x="438" y="72"/>
                  </a:cubicBezTo>
                  <a:cubicBezTo>
                    <a:pt x="607" y="89"/>
                    <a:pt x="803" y="107"/>
                    <a:pt x="1009" y="125"/>
                  </a:cubicBezTo>
                  <a:cubicBezTo>
                    <a:pt x="1223" y="152"/>
                    <a:pt x="1446" y="170"/>
                    <a:pt x="1687" y="205"/>
                  </a:cubicBezTo>
                  <a:cubicBezTo>
                    <a:pt x="1704" y="205"/>
                    <a:pt x="1722" y="214"/>
                    <a:pt x="1740" y="214"/>
                  </a:cubicBezTo>
                  <a:cubicBezTo>
                    <a:pt x="1740" y="170"/>
                    <a:pt x="1749" y="125"/>
                    <a:pt x="1749" y="81"/>
                  </a:cubicBezTo>
                  <a:cubicBezTo>
                    <a:pt x="1731" y="81"/>
                    <a:pt x="1713" y="72"/>
                    <a:pt x="1704" y="72"/>
                  </a:cubicBezTo>
                  <a:cubicBezTo>
                    <a:pt x="1455" y="54"/>
                    <a:pt x="1232" y="45"/>
                    <a:pt x="1017" y="27"/>
                  </a:cubicBezTo>
                  <a:cubicBezTo>
                    <a:pt x="598" y="0"/>
                    <a:pt x="241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5" name="Google Shape;1795;p45"/>
            <p:cNvSpPr/>
            <p:nvPr/>
          </p:nvSpPr>
          <p:spPr>
            <a:xfrm rot="1022249">
              <a:off x="8510852" y="4391881"/>
              <a:ext cx="215181" cy="49953"/>
            </a:xfrm>
            <a:custGeom>
              <a:avLst/>
              <a:gdLst/>
              <a:ahLst/>
              <a:cxnLst/>
              <a:rect l="l" t="t" r="r" b="b"/>
              <a:pathLst>
                <a:path w="2464" h="572" extrusionOk="0">
                  <a:moveTo>
                    <a:pt x="19" y="0"/>
                  </a:moveTo>
                  <a:cubicBezTo>
                    <a:pt x="10" y="45"/>
                    <a:pt x="10" y="99"/>
                    <a:pt x="1" y="143"/>
                  </a:cubicBezTo>
                  <a:cubicBezTo>
                    <a:pt x="188" y="170"/>
                    <a:pt x="376" y="197"/>
                    <a:pt x="563" y="223"/>
                  </a:cubicBezTo>
                  <a:cubicBezTo>
                    <a:pt x="831" y="259"/>
                    <a:pt x="1098" y="313"/>
                    <a:pt x="1366" y="348"/>
                  </a:cubicBezTo>
                  <a:cubicBezTo>
                    <a:pt x="1642" y="402"/>
                    <a:pt x="1919" y="447"/>
                    <a:pt x="2187" y="509"/>
                  </a:cubicBezTo>
                  <a:cubicBezTo>
                    <a:pt x="2285" y="527"/>
                    <a:pt x="2374" y="545"/>
                    <a:pt x="2463" y="571"/>
                  </a:cubicBezTo>
                  <a:cubicBezTo>
                    <a:pt x="2454" y="500"/>
                    <a:pt x="2445" y="438"/>
                    <a:pt x="2436" y="375"/>
                  </a:cubicBezTo>
                  <a:cubicBezTo>
                    <a:pt x="2365" y="357"/>
                    <a:pt x="2294" y="348"/>
                    <a:pt x="2231" y="331"/>
                  </a:cubicBezTo>
                  <a:cubicBezTo>
                    <a:pt x="1955" y="268"/>
                    <a:pt x="1669" y="223"/>
                    <a:pt x="1393" y="179"/>
                  </a:cubicBezTo>
                  <a:cubicBezTo>
                    <a:pt x="1125" y="134"/>
                    <a:pt x="848" y="90"/>
                    <a:pt x="590" y="63"/>
                  </a:cubicBezTo>
                  <a:cubicBezTo>
                    <a:pt x="456" y="45"/>
                    <a:pt x="322" y="36"/>
                    <a:pt x="197" y="18"/>
                  </a:cubicBezTo>
                  <a:cubicBezTo>
                    <a:pt x="135" y="9"/>
                    <a:pt x="81" y="9"/>
                    <a:pt x="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6" name="Google Shape;1796;p45"/>
            <p:cNvSpPr/>
            <p:nvPr/>
          </p:nvSpPr>
          <p:spPr>
            <a:xfrm rot="1022249">
              <a:off x="8174311" y="4521036"/>
              <a:ext cx="99818" cy="40609"/>
            </a:xfrm>
            <a:custGeom>
              <a:avLst/>
              <a:gdLst/>
              <a:ahLst/>
              <a:cxnLst/>
              <a:rect l="l" t="t" r="r" b="b"/>
              <a:pathLst>
                <a:path w="1143" h="465" extrusionOk="0">
                  <a:moveTo>
                    <a:pt x="1" y="0"/>
                  </a:moveTo>
                  <a:cubicBezTo>
                    <a:pt x="1" y="54"/>
                    <a:pt x="9" y="107"/>
                    <a:pt x="18" y="161"/>
                  </a:cubicBezTo>
                  <a:cubicBezTo>
                    <a:pt x="125" y="196"/>
                    <a:pt x="241" y="232"/>
                    <a:pt x="357" y="259"/>
                  </a:cubicBezTo>
                  <a:cubicBezTo>
                    <a:pt x="571" y="321"/>
                    <a:pt x="794" y="384"/>
                    <a:pt x="1018" y="437"/>
                  </a:cubicBezTo>
                  <a:cubicBezTo>
                    <a:pt x="1062" y="446"/>
                    <a:pt x="1107" y="455"/>
                    <a:pt x="1142" y="464"/>
                  </a:cubicBezTo>
                  <a:cubicBezTo>
                    <a:pt x="1142" y="411"/>
                    <a:pt x="1142" y="348"/>
                    <a:pt x="1142" y="286"/>
                  </a:cubicBezTo>
                  <a:cubicBezTo>
                    <a:pt x="1116" y="277"/>
                    <a:pt x="1089" y="277"/>
                    <a:pt x="1062" y="268"/>
                  </a:cubicBezTo>
                  <a:cubicBezTo>
                    <a:pt x="839" y="214"/>
                    <a:pt x="616" y="161"/>
                    <a:pt x="402" y="107"/>
                  </a:cubicBezTo>
                  <a:cubicBezTo>
                    <a:pt x="259" y="72"/>
                    <a:pt x="125" y="36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7" name="Google Shape;1797;p45"/>
            <p:cNvSpPr/>
            <p:nvPr/>
          </p:nvSpPr>
          <p:spPr>
            <a:xfrm rot="1022249">
              <a:off x="8525888" y="4709881"/>
              <a:ext cx="91260" cy="10218"/>
            </a:xfrm>
            <a:custGeom>
              <a:avLst/>
              <a:gdLst/>
              <a:ahLst/>
              <a:cxnLst/>
              <a:rect l="l" t="t" r="r" b="b"/>
              <a:pathLst>
                <a:path w="1045" h="117" extrusionOk="0">
                  <a:moveTo>
                    <a:pt x="18" y="0"/>
                  </a:moveTo>
                  <a:cubicBezTo>
                    <a:pt x="18" y="27"/>
                    <a:pt x="9" y="45"/>
                    <a:pt x="9" y="72"/>
                  </a:cubicBezTo>
                  <a:cubicBezTo>
                    <a:pt x="9" y="80"/>
                    <a:pt x="9" y="89"/>
                    <a:pt x="0" y="89"/>
                  </a:cubicBezTo>
                  <a:cubicBezTo>
                    <a:pt x="125" y="98"/>
                    <a:pt x="241" y="107"/>
                    <a:pt x="339" y="107"/>
                  </a:cubicBezTo>
                  <a:cubicBezTo>
                    <a:pt x="482" y="116"/>
                    <a:pt x="607" y="116"/>
                    <a:pt x="714" y="116"/>
                  </a:cubicBezTo>
                  <a:lnTo>
                    <a:pt x="1044" y="116"/>
                  </a:lnTo>
                  <a:cubicBezTo>
                    <a:pt x="1044" y="116"/>
                    <a:pt x="919" y="98"/>
                    <a:pt x="714" y="80"/>
                  </a:cubicBezTo>
                  <a:cubicBezTo>
                    <a:pt x="616" y="72"/>
                    <a:pt x="491" y="63"/>
                    <a:pt x="348" y="36"/>
                  </a:cubicBezTo>
                  <a:cubicBezTo>
                    <a:pt x="250" y="27"/>
                    <a:pt x="134" y="9"/>
                    <a:pt x="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8" name="Google Shape;1798;p45"/>
            <p:cNvSpPr/>
            <p:nvPr/>
          </p:nvSpPr>
          <p:spPr>
            <a:xfrm rot="1022249">
              <a:off x="8024835" y="4437153"/>
              <a:ext cx="152740" cy="53883"/>
            </a:xfrm>
            <a:custGeom>
              <a:avLst/>
              <a:gdLst/>
              <a:ahLst/>
              <a:cxnLst/>
              <a:rect l="l" t="t" r="r" b="b"/>
              <a:pathLst>
                <a:path w="1749" h="617" extrusionOk="0">
                  <a:moveTo>
                    <a:pt x="0" y="1"/>
                  </a:moveTo>
                  <a:cubicBezTo>
                    <a:pt x="1" y="1"/>
                    <a:pt x="108" y="45"/>
                    <a:pt x="295" y="126"/>
                  </a:cubicBezTo>
                  <a:cubicBezTo>
                    <a:pt x="491" y="197"/>
                    <a:pt x="768" y="304"/>
                    <a:pt x="1107" y="411"/>
                  </a:cubicBezTo>
                  <a:cubicBezTo>
                    <a:pt x="1303" y="482"/>
                    <a:pt x="1517" y="545"/>
                    <a:pt x="1749" y="616"/>
                  </a:cubicBezTo>
                  <a:cubicBezTo>
                    <a:pt x="1740" y="572"/>
                    <a:pt x="1731" y="518"/>
                    <a:pt x="1731" y="465"/>
                  </a:cubicBezTo>
                  <a:cubicBezTo>
                    <a:pt x="1713" y="465"/>
                    <a:pt x="1704" y="465"/>
                    <a:pt x="1686" y="456"/>
                  </a:cubicBezTo>
                  <a:cubicBezTo>
                    <a:pt x="1490" y="411"/>
                    <a:pt x="1312" y="358"/>
                    <a:pt x="1133" y="313"/>
                  </a:cubicBezTo>
                  <a:cubicBezTo>
                    <a:pt x="794" y="224"/>
                    <a:pt x="509" y="143"/>
                    <a:pt x="313" y="90"/>
                  </a:cubicBezTo>
                  <a:cubicBezTo>
                    <a:pt x="108" y="36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9" name="Google Shape;1799;p45"/>
            <p:cNvSpPr/>
            <p:nvPr/>
          </p:nvSpPr>
          <p:spPr>
            <a:xfrm rot="1022249">
              <a:off x="8273979" y="4585121"/>
              <a:ext cx="127153" cy="42180"/>
            </a:xfrm>
            <a:custGeom>
              <a:avLst/>
              <a:gdLst/>
              <a:ahLst/>
              <a:cxnLst/>
              <a:rect l="l" t="t" r="r" b="b"/>
              <a:pathLst>
                <a:path w="1456" h="483" extrusionOk="0">
                  <a:moveTo>
                    <a:pt x="1" y="0"/>
                  </a:moveTo>
                  <a:cubicBezTo>
                    <a:pt x="1" y="63"/>
                    <a:pt x="1" y="125"/>
                    <a:pt x="1" y="188"/>
                  </a:cubicBezTo>
                  <a:cubicBezTo>
                    <a:pt x="135" y="214"/>
                    <a:pt x="269" y="250"/>
                    <a:pt x="411" y="277"/>
                  </a:cubicBezTo>
                  <a:cubicBezTo>
                    <a:pt x="643" y="322"/>
                    <a:pt x="875" y="375"/>
                    <a:pt x="1098" y="420"/>
                  </a:cubicBezTo>
                  <a:cubicBezTo>
                    <a:pt x="1214" y="437"/>
                    <a:pt x="1330" y="464"/>
                    <a:pt x="1437" y="482"/>
                  </a:cubicBezTo>
                  <a:cubicBezTo>
                    <a:pt x="1446" y="420"/>
                    <a:pt x="1455" y="366"/>
                    <a:pt x="1455" y="313"/>
                  </a:cubicBezTo>
                  <a:cubicBezTo>
                    <a:pt x="1357" y="286"/>
                    <a:pt x="1241" y="268"/>
                    <a:pt x="1134" y="241"/>
                  </a:cubicBezTo>
                  <a:cubicBezTo>
                    <a:pt x="911" y="206"/>
                    <a:pt x="679" y="152"/>
                    <a:pt x="447" y="99"/>
                  </a:cubicBezTo>
                  <a:cubicBezTo>
                    <a:pt x="295" y="63"/>
                    <a:pt x="153" y="36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0" name="Google Shape;1800;p45"/>
            <p:cNvSpPr/>
            <p:nvPr/>
          </p:nvSpPr>
          <p:spPr>
            <a:xfrm rot="1022249">
              <a:off x="8402234" y="4654119"/>
              <a:ext cx="120865" cy="28906"/>
            </a:xfrm>
            <a:custGeom>
              <a:avLst/>
              <a:gdLst/>
              <a:ahLst/>
              <a:cxnLst/>
              <a:rect l="l" t="t" r="r" b="b"/>
              <a:pathLst>
                <a:path w="1384" h="331" extrusionOk="0">
                  <a:moveTo>
                    <a:pt x="10" y="0"/>
                  </a:moveTo>
                  <a:cubicBezTo>
                    <a:pt x="10" y="54"/>
                    <a:pt x="1" y="116"/>
                    <a:pt x="1" y="170"/>
                  </a:cubicBezTo>
                  <a:cubicBezTo>
                    <a:pt x="54" y="179"/>
                    <a:pt x="108" y="188"/>
                    <a:pt x="161" y="197"/>
                  </a:cubicBezTo>
                  <a:cubicBezTo>
                    <a:pt x="384" y="223"/>
                    <a:pt x="598" y="259"/>
                    <a:pt x="804" y="277"/>
                  </a:cubicBezTo>
                  <a:cubicBezTo>
                    <a:pt x="1000" y="295"/>
                    <a:pt x="1187" y="322"/>
                    <a:pt x="1357" y="330"/>
                  </a:cubicBezTo>
                  <a:cubicBezTo>
                    <a:pt x="1366" y="322"/>
                    <a:pt x="1366" y="304"/>
                    <a:pt x="1366" y="295"/>
                  </a:cubicBezTo>
                  <a:cubicBezTo>
                    <a:pt x="1375" y="268"/>
                    <a:pt x="1375" y="250"/>
                    <a:pt x="1383" y="223"/>
                  </a:cubicBezTo>
                  <a:cubicBezTo>
                    <a:pt x="1205" y="206"/>
                    <a:pt x="1018" y="170"/>
                    <a:pt x="821" y="143"/>
                  </a:cubicBezTo>
                  <a:cubicBezTo>
                    <a:pt x="616" y="116"/>
                    <a:pt x="411" y="72"/>
                    <a:pt x="188" y="36"/>
                  </a:cubicBezTo>
                  <a:cubicBezTo>
                    <a:pt x="135" y="27"/>
                    <a:pt x="72" y="9"/>
                    <a:pt x="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1" name="Google Shape;1801;p45"/>
            <p:cNvSpPr/>
            <p:nvPr/>
          </p:nvSpPr>
          <p:spPr>
            <a:xfrm rot="1022249">
              <a:off x="8144377" y="4141826"/>
              <a:ext cx="90474" cy="631135"/>
            </a:xfrm>
            <a:custGeom>
              <a:avLst/>
              <a:gdLst/>
              <a:ahLst/>
              <a:cxnLst/>
              <a:rect l="l" t="t" r="r" b="b"/>
              <a:pathLst>
                <a:path w="1036" h="7227" extrusionOk="0">
                  <a:moveTo>
                    <a:pt x="1" y="0"/>
                  </a:moveTo>
                  <a:cubicBezTo>
                    <a:pt x="1" y="1"/>
                    <a:pt x="10" y="179"/>
                    <a:pt x="45" y="491"/>
                  </a:cubicBezTo>
                  <a:cubicBezTo>
                    <a:pt x="72" y="803"/>
                    <a:pt x="108" y="1249"/>
                    <a:pt x="170" y="1784"/>
                  </a:cubicBezTo>
                  <a:cubicBezTo>
                    <a:pt x="188" y="1963"/>
                    <a:pt x="206" y="2159"/>
                    <a:pt x="233" y="2355"/>
                  </a:cubicBezTo>
                  <a:cubicBezTo>
                    <a:pt x="233" y="2400"/>
                    <a:pt x="242" y="2445"/>
                    <a:pt x="242" y="2489"/>
                  </a:cubicBezTo>
                  <a:cubicBezTo>
                    <a:pt x="277" y="2837"/>
                    <a:pt x="322" y="3212"/>
                    <a:pt x="367" y="3604"/>
                  </a:cubicBezTo>
                  <a:cubicBezTo>
                    <a:pt x="384" y="3783"/>
                    <a:pt x="402" y="3961"/>
                    <a:pt x="429" y="4140"/>
                  </a:cubicBezTo>
                  <a:cubicBezTo>
                    <a:pt x="429" y="4193"/>
                    <a:pt x="438" y="4247"/>
                    <a:pt x="447" y="4291"/>
                  </a:cubicBezTo>
                  <a:cubicBezTo>
                    <a:pt x="456" y="4407"/>
                    <a:pt x="474" y="4514"/>
                    <a:pt x="483" y="4630"/>
                  </a:cubicBezTo>
                  <a:cubicBezTo>
                    <a:pt x="527" y="4978"/>
                    <a:pt x="563" y="5335"/>
                    <a:pt x="616" y="5683"/>
                  </a:cubicBezTo>
                  <a:cubicBezTo>
                    <a:pt x="688" y="6102"/>
                    <a:pt x="750" y="6522"/>
                    <a:pt x="813" y="6932"/>
                  </a:cubicBezTo>
                  <a:lnTo>
                    <a:pt x="813" y="6941"/>
                  </a:lnTo>
                  <a:cubicBezTo>
                    <a:pt x="884" y="7039"/>
                    <a:pt x="955" y="7128"/>
                    <a:pt x="1036" y="7226"/>
                  </a:cubicBezTo>
                  <a:cubicBezTo>
                    <a:pt x="1027" y="7208"/>
                    <a:pt x="1027" y="7182"/>
                    <a:pt x="1027" y="7164"/>
                  </a:cubicBezTo>
                  <a:cubicBezTo>
                    <a:pt x="1018" y="7119"/>
                    <a:pt x="1009" y="7075"/>
                    <a:pt x="1000" y="7021"/>
                  </a:cubicBezTo>
                  <a:cubicBezTo>
                    <a:pt x="938" y="6575"/>
                    <a:pt x="866" y="6120"/>
                    <a:pt x="804" y="5665"/>
                  </a:cubicBezTo>
                  <a:cubicBezTo>
                    <a:pt x="741" y="5308"/>
                    <a:pt x="706" y="4951"/>
                    <a:pt x="661" y="4604"/>
                  </a:cubicBezTo>
                  <a:cubicBezTo>
                    <a:pt x="643" y="4523"/>
                    <a:pt x="634" y="4434"/>
                    <a:pt x="625" y="4345"/>
                  </a:cubicBezTo>
                  <a:cubicBezTo>
                    <a:pt x="616" y="4291"/>
                    <a:pt x="608" y="4238"/>
                    <a:pt x="608" y="4184"/>
                  </a:cubicBezTo>
                  <a:cubicBezTo>
                    <a:pt x="581" y="3979"/>
                    <a:pt x="554" y="3783"/>
                    <a:pt x="527" y="3587"/>
                  </a:cubicBezTo>
                  <a:cubicBezTo>
                    <a:pt x="474" y="3203"/>
                    <a:pt x="420" y="2846"/>
                    <a:pt x="376" y="2507"/>
                  </a:cubicBezTo>
                  <a:cubicBezTo>
                    <a:pt x="367" y="2471"/>
                    <a:pt x="367" y="2427"/>
                    <a:pt x="358" y="2382"/>
                  </a:cubicBezTo>
                  <a:cubicBezTo>
                    <a:pt x="322" y="2168"/>
                    <a:pt x="295" y="1963"/>
                    <a:pt x="269" y="1767"/>
                  </a:cubicBezTo>
                  <a:cubicBezTo>
                    <a:pt x="197" y="1240"/>
                    <a:pt x="126" y="794"/>
                    <a:pt x="72" y="482"/>
                  </a:cubicBezTo>
                  <a:cubicBezTo>
                    <a:pt x="28" y="179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2" name="Google Shape;1802;p45"/>
            <p:cNvSpPr/>
            <p:nvPr/>
          </p:nvSpPr>
          <p:spPr>
            <a:xfrm rot="1022249">
              <a:off x="7997740" y="4002326"/>
              <a:ext cx="66284" cy="401282"/>
            </a:xfrm>
            <a:custGeom>
              <a:avLst/>
              <a:gdLst/>
              <a:ahLst/>
              <a:cxnLst/>
              <a:rect l="l" t="t" r="r" b="b"/>
              <a:pathLst>
                <a:path w="759" h="4595" extrusionOk="0">
                  <a:moveTo>
                    <a:pt x="126" y="1"/>
                  </a:moveTo>
                  <a:lnTo>
                    <a:pt x="1" y="45"/>
                  </a:lnTo>
                  <a:cubicBezTo>
                    <a:pt x="36" y="402"/>
                    <a:pt x="81" y="777"/>
                    <a:pt x="126" y="1169"/>
                  </a:cubicBezTo>
                  <a:cubicBezTo>
                    <a:pt x="161" y="1508"/>
                    <a:pt x="206" y="1847"/>
                    <a:pt x="241" y="2204"/>
                  </a:cubicBezTo>
                  <a:cubicBezTo>
                    <a:pt x="277" y="2454"/>
                    <a:pt x="304" y="2713"/>
                    <a:pt x="340" y="2971"/>
                  </a:cubicBezTo>
                  <a:cubicBezTo>
                    <a:pt x="349" y="3043"/>
                    <a:pt x="357" y="3114"/>
                    <a:pt x="366" y="3185"/>
                  </a:cubicBezTo>
                  <a:cubicBezTo>
                    <a:pt x="375" y="3212"/>
                    <a:pt x="375" y="3239"/>
                    <a:pt x="375" y="3257"/>
                  </a:cubicBezTo>
                  <a:cubicBezTo>
                    <a:pt x="438" y="3605"/>
                    <a:pt x="491" y="3961"/>
                    <a:pt x="545" y="4300"/>
                  </a:cubicBezTo>
                  <a:cubicBezTo>
                    <a:pt x="616" y="4399"/>
                    <a:pt x="688" y="4497"/>
                    <a:pt x="759" y="4595"/>
                  </a:cubicBezTo>
                  <a:cubicBezTo>
                    <a:pt x="696" y="4149"/>
                    <a:pt x="625" y="3694"/>
                    <a:pt x="563" y="3239"/>
                  </a:cubicBezTo>
                  <a:cubicBezTo>
                    <a:pt x="563" y="3221"/>
                    <a:pt x="554" y="3212"/>
                    <a:pt x="554" y="3194"/>
                  </a:cubicBezTo>
                  <a:cubicBezTo>
                    <a:pt x="545" y="3123"/>
                    <a:pt x="536" y="3052"/>
                    <a:pt x="518" y="2980"/>
                  </a:cubicBezTo>
                  <a:cubicBezTo>
                    <a:pt x="482" y="2713"/>
                    <a:pt x="456" y="2445"/>
                    <a:pt x="420" y="2177"/>
                  </a:cubicBezTo>
                  <a:cubicBezTo>
                    <a:pt x="375" y="1829"/>
                    <a:pt x="331" y="1490"/>
                    <a:pt x="286" y="1151"/>
                  </a:cubicBezTo>
                  <a:cubicBezTo>
                    <a:pt x="233" y="750"/>
                    <a:pt x="179" y="366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3" name="Google Shape;1803;p45"/>
            <p:cNvSpPr/>
            <p:nvPr/>
          </p:nvSpPr>
          <p:spPr>
            <a:xfrm rot="1022249">
              <a:off x="8398366" y="4624652"/>
              <a:ext cx="200335" cy="645981"/>
            </a:xfrm>
            <a:custGeom>
              <a:avLst/>
              <a:gdLst/>
              <a:ahLst/>
              <a:cxnLst/>
              <a:rect l="l" t="t" r="r" b="b"/>
              <a:pathLst>
                <a:path w="2294" h="7397" extrusionOk="0">
                  <a:moveTo>
                    <a:pt x="2240" y="1"/>
                  </a:moveTo>
                  <a:cubicBezTo>
                    <a:pt x="2222" y="54"/>
                    <a:pt x="2213" y="99"/>
                    <a:pt x="2204" y="143"/>
                  </a:cubicBezTo>
                  <a:cubicBezTo>
                    <a:pt x="2115" y="465"/>
                    <a:pt x="2026" y="786"/>
                    <a:pt x="1937" y="1116"/>
                  </a:cubicBezTo>
                  <a:cubicBezTo>
                    <a:pt x="1758" y="1731"/>
                    <a:pt x="1571" y="2365"/>
                    <a:pt x="1384" y="2998"/>
                  </a:cubicBezTo>
                  <a:cubicBezTo>
                    <a:pt x="1321" y="3221"/>
                    <a:pt x="1250" y="3453"/>
                    <a:pt x="1179" y="3685"/>
                  </a:cubicBezTo>
                  <a:cubicBezTo>
                    <a:pt x="1161" y="3739"/>
                    <a:pt x="1143" y="3792"/>
                    <a:pt x="1134" y="3846"/>
                  </a:cubicBezTo>
                  <a:cubicBezTo>
                    <a:pt x="1027" y="4194"/>
                    <a:pt x="920" y="4533"/>
                    <a:pt x="813" y="4872"/>
                  </a:cubicBezTo>
                  <a:cubicBezTo>
                    <a:pt x="688" y="5264"/>
                    <a:pt x="554" y="5657"/>
                    <a:pt x="429" y="6049"/>
                  </a:cubicBezTo>
                  <a:cubicBezTo>
                    <a:pt x="411" y="6103"/>
                    <a:pt x="393" y="6156"/>
                    <a:pt x="376" y="6210"/>
                  </a:cubicBezTo>
                  <a:cubicBezTo>
                    <a:pt x="322" y="6361"/>
                    <a:pt x="269" y="6513"/>
                    <a:pt x="215" y="6665"/>
                  </a:cubicBezTo>
                  <a:cubicBezTo>
                    <a:pt x="144" y="6870"/>
                    <a:pt x="72" y="7066"/>
                    <a:pt x="1" y="7253"/>
                  </a:cubicBezTo>
                  <a:cubicBezTo>
                    <a:pt x="46" y="7307"/>
                    <a:pt x="81" y="7352"/>
                    <a:pt x="117" y="7396"/>
                  </a:cubicBezTo>
                  <a:cubicBezTo>
                    <a:pt x="197" y="7173"/>
                    <a:pt x="278" y="6950"/>
                    <a:pt x="367" y="6718"/>
                  </a:cubicBezTo>
                  <a:cubicBezTo>
                    <a:pt x="420" y="6575"/>
                    <a:pt x="474" y="6424"/>
                    <a:pt x="527" y="6272"/>
                  </a:cubicBezTo>
                  <a:cubicBezTo>
                    <a:pt x="545" y="6219"/>
                    <a:pt x="563" y="6156"/>
                    <a:pt x="581" y="6103"/>
                  </a:cubicBezTo>
                  <a:cubicBezTo>
                    <a:pt x="715" y="5719"/>
                    <a:pt x="848" y="5318"/>
                    <a:pt x="973" y="4925"/>
                  </a:cubicBezTo>
                  <a:cubicBezTo>
                    <a:pt x="1098" y="4559"/>
                    <a:pt x="1205" y="4194"/>
                    <a:pt x="1321" y="3819"/>
                  </a:cubicBezTo>
                  <a:cubicBezTo>
                    <a:pt x="1339" y="3765"/>
                    <a:pt x="1357" y="3712"/>
                    <a:pt x="1375" y="3658"/>
                  </a:cubicBezTo>
                  <a:cubicBezTo>
                    <a:pt x="1437" y="3453"/>
                    <a:pt x="1500" y="3248"/>
                    <a:pt x="1562" y="3043"/>
                  </a:cubicBezTo>
                  <a:cubicBezTo>
                    <a:pt x="1749" y="2418"/>
                    <a:pt x="1928" y="1785"/>
                    <a:pt x="2097" y="1160"/>
                  </a:cubicBezTo>
                  <a:cubicBezTo>
                    <a:pt x="2169" y="911"/>
                    <a:pt x="2231" y="661"/>
                    <a:pt x="2294" y="420"/>
                  </a:cubicBezTo>
                  <a:cubicBezTo>
                    <a:pt x="2276" y="277"/>
                    <a:pt x="2258" y="143"/>
                    <a:pt x="22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4" name="Google Shape;1804;p45"/>
            <p:cNvSpPr/>
            <p:nvPr/>
          </p:nvSpPr>
          <p:spPr>
            <a:xfrm rot="1022249">
              <a:off x="8436918" y="5057076"/>
              <a:ext cx="124707" cy="374821"/>
            </a:xfrm>
            <a:custGeom>
              <a:avLst/>
              <a:gdLst/>
              <a:ahLst/>
              <a:cxnLst/>
              <a:rect l="l" t="t" r="r" b="b"/>
              <a:pathLst>
                <a:path w="1428" h="4292" extrusionOk="0">
                  <a:moveTo>
                    <a:pt x="1383" y="0"/>
                  </a:moveTo>
                  <a:cubicBezTo>
                    <a:pt x="1258" y="428"/>
                    <a:pt x="1124" y="857"/>
                    <a:pt x="990" y="1276"/>
                  </a:cubicBezTo>
                  <a:cubicBezTo>
                    <a:pt x="928" y="1490"/>
                    <a:pt x="857" y="1704"/>
                    <a:pt x="785" y="1909"/>
                  </a:cubicBezTo>
                  <a:cubicBezTo>
                    <a:pt x="767" y="1963"/>
                    <a:pt x="750" y="2016"/>
                    <a:pt x="732" y="2070"/>
                  </a:cubicBezTo>
                  <a:cubicBezTo>
                    <a:pt x="625" y="2418"/>
                    <a:pt x="509" y="2748"/>
                    <a:pt x="393" y="3078"/>
                  </a:cubicBezTo>
                  <a:cubicBezTo>
                    <a:pt x="295" y="3372"/>
                    <a:pt x="188" y="3658"/>
                    <a:pt x="89" y="3934"/>
                  </a:cubicBezTo>
                  <a:cubicBezTo>
                    <a:pt x="63" y="4015"/>
                    <a:pt x="27" y="4086"/>
                    <a:pt x="0" y="4166"/>
                  </a:cubicBezTo>
                  <a:cubicBezTo>
                    <a:pt x="36" y="4211"/>
                    <a:pt x="72" y="4247"/>
                    <a:pt x="107" y="4291"/>
                  </a:cubicBezTo>
                  <a:cubicBezTo>
                    <a:pt x="152" y="4193"/>
                    <a:pt x="188" y="4086"/>
                    <a:pt x="223" y="3988"/>
                  </a:cubicBezTo>
                  <a:cubicBezTo>
                    <a:pt x="339" y="3711"/>
                    <a:pt x="437" y="3426"/>
                    <a:pt x="544" y="3131"/>
                  </a:cubicBezTo>
                  <a:cubicBezTo>
                    <a:pt x="660" y="2801"/>
                    <a:pt x="776" y="2471"/>
                    <a:pt x="892" y="2123"/>
                  </a:cubicBezTo>
                  <a:lnTo>
                    <a:pt x="946" y="1963"/>
                  </a:lnTo>
                  <a:cubicBezTo>
                    <a:pt x="1017" y="1758"/>
                    <a:pt x="1089" y="1543"/>
                    <a:pt x="1151" y="1329"/>
                  </a:cubicBezTo>
                  <a:cubicBezTo>
                    <a:pt x="1249" y="1044"/>
                    <a:pt x="1338" y="758"/>
                    <a:pt x="1428" y="464"/>
                  </a:cubicBezTo>
                  <a:cubicBezTo>
                    <a:pt x="1419" y="312"/>
                    <a:pt x="1401" y="161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5" name="Google Shape;1805;p45"/>
            <p:cNvSpPr/>
            <p:nvPr/>
          </p:nvSpPr>
          <p:spPr>
            <a:xfrm rot="1022249">
              <a:off x="8293684" y="5003894"/>
              <a:ext cx="35194" cy="141824"/>
            </a:xfrm>
            <a:custGeom>
              <a:avLst/>
              <a:gdLst/>
              <a:ahLst/>
              <a:cxnLst/>
              <a:rect l="l" t="t" r="r" b="b"/>
              <a:pathLst>
                <a:path w="403" h="1624" extrusionOk="0">
                  <a:moveTo>
                    <a:pt x="402" y="0"/>
                  </a:moveTo>
                  <a:lnTo>
                    <a:pt x="402" y="0"/>
                  </a:lnTo>
                  <a:cubicBezTo>
                    <a:pt x="402" y="0"/>
                    <a:pt x="367" y="134"/>
                    <a:pt x="304" y="366"/>
                  </a:cubicBezTo>
                  <a:cubicBezTo>
                    <a:pt x="278" y="482"/>
                    <a:pt x="233" y="616"/>
                    <a:pt x="197" y="776"/>
                  </a:cubicBezTo>
                  <a:cubicBezTo>
                    <a:pt x="179" y="821"/>
                    <a:pt x="170" y="866"/>
                    <a:pt x="162" y="910"/>
                  </a:cubicBezTo>
                  <a:cubicBezTo>
                    <a:pt x="126" y="1044"/>
                    <a:pt x="90" y="1187"/>
                    <a:pt x="46" y="1338"/>
                  </a:cubicBezTo>
                  <a:cubicBezTo>
                    <a:pt x="37" y="1392"/>
                    <a:pt x="19" y="1454"/>
                    <a:pt x="1" y="1508"/>
                  </a:cubicBezTo>
                  <a:cubicBezTo>
                    <a:pt x="37" y="1552"/>
                    <a:pt x="63" y="1588"/>
                    <a:pt x="99" y="1624"/>
                  </a:cubicBezTo>
                  <a:cubicBezTo>
                    <a:pt x="117" y="1535"/>
                    <a:pt x="135" y="1445"/>
                    <a:pt x="153" y="1356"/>
                  </a:cubicBezTo>
                  <a:cubicBezTo>
                    <a:pt x="179" y="1213"/>
                    <a:pt x="206" y="1071"/>
                    <a:pt x="233" y="946"/>
                  </a:cubicBezTo>
                  <a:cubicBezTo>
                    <a:pt x="242" y="892"/>
                    <a:pt x="251" y="848"/>
                    <a:pt x="260" y="803"/>
                  </a:cubicBezTo>
                  <a:cubicBezTo>
                    <a:pt x="286" y="634"/>
                    <a:pt x="313" y="491"/>
                    <a:pt x="340" y="375"/>
                  </a:cubicBezTo>
                  <a:cubicBezTo>
                    <a:pt x="385" y="134"/>
                    <a:pt x="402" y="0"/>
                    <a:pt x="4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6" name="Google Shape;1806;p45"/>
            <p:cNvSpPr/>
            <p:nvPr/>
          </p:nvSpPr>
          <p:spPr>
            <a:xfrm rot="1022249">
              <a:off x="8421271" y="4528172"/>
              <a:ext cx="108377" cy="511143"/>
            </a:xfrm>
            <a:custGeom>
              <a:avLst/>
              <a:gdLst/>
              <a:ahLst/>
              <a:cxnLst/>
              <a:rect l="l" t="t" r="r" b="b"/>
              <a:pathLst>
                <a:path w="1241" h="5853" extrusionOk="0">
                  <a:moveTo>
                    <a:pt x="1240" y="0"/>
                  </a:moveTo>
                  <a:cubicBezTo>
                    <a:pt x="1240" y="0"/>
                    <a:pt x="1214" y="89"/>
                    <a:pt x="1169" y="250"/>
                  </a:cubicBezTo>
                  <a:cubicBezTo>
                    <a:pt x="1160" y="286"/>
                    <a:pt x="1142" y="339"/>
                    <a:pt x="1133" y="384"/>
                  </a:cubicBezTo>
                  <a:cubicBezTo>
                    <a:pt x="1116" y="437"/>
                    <a:pt x="1098" y="500"/>
                    <a:pt x="1089" y="562"/>
                  </a:cubicBezTo>
                  <a:cubicBezTo>
                    <a:pt x="1053" y="660"/>
                    <a:pt x="1026" y="776"/>
                    <a:pt x="1000" y="901"/>
                  </a:cubicBezTo>
                  <a:cubicBezTo>
                    <a:pt x="928" y="1160"/>
                    <a:pt x="857" y="1454"/>
                    <a:pt x="785" y="1766"/>
                  </a:cubicBezTo>
                  <a:cubicBezTo>
                    <a:pt x="777" y="1793"/>
                    <a:pt x="777" y="1811"/>
                    <a:pt x="768" y="1838"/>
                  </a:cubicBezTo>
                  <a:cubicBezTo>
                    <a:pt x="768" y="1847"/>
                    <a:pt x="768" y="1865"/>
                    <a:pt x="759" y="1873"/>
                  </a:cubicBezTo>
                  <a:cubicBezTo>
                    <a:pt x="687" y="2204"/>
                    <a:pt x="607" y="2551"/>
                    <a:pt x="536" y="2908"/>
                  </a:cubicBezTo>
                  <a:cubicBezTo>
                    <a:pt x="455" y="3274"/>
                    <a:pt x="384" y="3640"/>
                    <a:pt x="313" y="3979"/>
                  </a:cubicBezTo>
                  <a:cubicBezTo>
                    <a:pt x="268" y="4220"/>
                    <a:pt x="232" y="4443"/>
                    <a:pt x="197" y="4648"/>
                  </a:cubicBezTo>
                  <a:cubicBezTo>
                    <a:pt x="179" y="4710"/>
                    <a:pt x="170" y="4764"/>
                    <a:pt x="161" y="4826"/>
                  </a:cubicBezTo>
                  <a:cubicBezTo>
                    <a:pt x="152" y="4862"/>
                    <a:pt x="152" y="4889"/>
                    <a:pt x="143" y="4924"/>
                  </a:cubicBezTo>
                  <a:cubicBezTo>
                    <a:pt x="99" y="5201"/>
                    <a:pt x="63" y="5433"/>
                    <a:pt x="36" y="5594"/>
                  </a:cubicBezTo>
                  <a:cubicBezTo>
                    <a:pt x="18" y="5754"/>
                    <a:pt x="0" y="5852"/>
                    <a:pt x="0" y="5852"/>
                  </a:cubicBezTo>
                  <a:cubicBezTo>
                    <a:pt x="0" y="5852"/>
                    <a:pt x="27" y="5763"/>
                    <a:pt x="72" y="5602"/>
                  </a:cubicBezTo>
                  <a:cubicBezTo>
                    <a:pt x="116" y="5442"/>
                    <a:pt x="179" y="5219"/>
                    <a:pt x="250" y="4951"/>
                  </a:cubicBezTo>
                  <a:cubicBezTo>
                    <a:pt x="259" y="4907"/>
                    <a:pt x="268" y="4871"/>
                    <a:pt x="277" y="4835"/>
                  </a:cubicBezTo>
                  <a:cubicBezTo>
                    <a:pt x="295" y="4773"/>
                    <a:pt x="304" y="4719"/>
                    <a:pt x="322" y="4657"/>
                  </a:cubicBezTo>
                  <a:cubicBezTo>
                    <a:pt x="366" y="4452"/>
                    <a:pt x="420" y="4238"/>
                    <a:pt x="473" y="4014"/>
                  </a:cubicBezTo>
                  <a:cubicBezTo>
                    <a:pt x="554" y="3675"/>
                    <a:pt x="634" y="3310"/>
                    <a:pt x="714" y="2944"/>
                  </a:cubicBezTo>
                  <a:cubicBezTo>
                    <a:pt x="785" y="2587"/>
                    <a:pt x="857" y="2221"/>
                    <a:pt x="919" y="1882"/>
                  </a:cubicBezTo>
                  <a:cubicBezTo>
                    <a:pt x="928" y="1882"/>
                    <a:pt x="928" y="1873"/>
                    <a:pt x="928" y="1865"/>
                  </a:cubicBezTo>
                  <a:cubicBezTo>
                    <a:pt x="928" y="1838"/>
                    <a:pt x="937" y="1820"/>
                    <a:pt x="937" y="1793"/>
                  </a:cubicBezTo>
                  <a:cubicBezTo>
                    <a:pt x="1000" y="1472"/>
                    <a:pt x="1053" y="1178"/>
                    <a:pt x="1098" y="928"/>
                  </a:cubicBezTo>
                  <a:cubicBezTo>
                    <a:pt x="1116" y="803"/>
                    <a:pt x="1133" y="687"/>
                    <a:pt x="1151" y="589"/>
                  </a:cubicBezTo>
                  <a:cubicBezTo>
                    <a:pt x="1160" y="517"/>
                    <a:pt x="1169" y="455"/>
                    <a:pt x="1178" y="401"/>
                  </a:cubicBezTo>
                  <a:cubicBezTo>
                    <a:pt x="1187" y="348"/>
                    <a:pt x="1196" y="294"/>
                    <a:pt x="1205" y="259"/>
                  </a:cubicBezTo>
                  <a:cubicBezTo>
                    <a:pt x="1232" y="89"/>
                    <a:pt x="1240" y="0"/>
                    <a:pt x="1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7" name="Google Shape;1807;p45"/>
            <p:cNvSpPr/>
            <p:nvPr/>
          </p:nvSpPr>
          <p:spPr>
            <a:xfrm rot="1022249">
              <a:off x="8309471" y="3962728"/>
              <a:ext cx="28120" cy="945087"/>
            </a:xfrm>
            <a:custGeom>
              <a:avLst/>
              <a:gdLst/>
              <a:ahLst/>
              <a:cxnLst/>
              <a:rect l="l" t="t" r="r" b="b"/>
              <a:pathLst>
                <a:path w="322" h="10822" extrusionOk="0">
                  <a:moveTo>
                    <a:pt x="322" y="0"/>
                  </a:moveTo>
                  <a:lnTo>
                    <a:pt x="223" y="36"/>
                  </a:lnTo>
                  <a:cubicBezTo>
                    <a:pt x="215" y="107"/>
                    <a:pt x="215" y="179"/>
                    <a:pt x="206" y="250"/>
                  </a:cubicBezTo>
                  <a:cubicBezTo>
                    <a:pt x="188" y="562"/>
                    <a:pt x="170" y="910"/>
                    <a:pt x="152" y="1267"/>
                  </a:cubicBezTo>
                  <a:cubicBezTo>
                    <a:pt x="152" y="1303"/>
                    <a:pt x="143" y="1338"/>
                    <a:pt x="143" y="1374"/>
                  </a:cubicBezTo>
                  <a:cubicBezTo>
                    <a:pt x="143" y="1428"/>
                    <a:pt x="143" y="1472"/>
                    <a:pt x="134" y="1517"/>
                  </a:cubicBezTo>
                  <a:cubicBezTo>
                    <a:pt x="125" y="1802"/>
                    <a:pt x="107" y="2097"/>
                    <a:pt x="99" y="2400"/>
                  </a:cubicBezTo>
                  <a:cubicBezTo>
                    <a:pt x="81" y="2793"/>
                    <a:pt x="72" y="3203"/>
                    <a:pt x="54" y="3613"/>
                  </a:cubicBezTo>
                  <a:cubicBezTo>
                    <a:pt x="54" y="3694"/>
                    <a:pt x="54" y="3774"/>
                    <a:pt x="45" y="3854"/>
                  </a:cubicBezTo>
                  <a:cubicBezTo>
                    <a:pt x="45" y="3854"/>
                    <a:pt x="45" y="3863"/>
                    <a:pt x="45" y="3872"/>
                  </a:cubicBezTo>
                  <a:cubicBezTo>
                    <a:pt x="36" y="4202"/>
                    <a:pt x="27" y="4532"/>
                    <a:pt x="18" y="4862"/>
                  </a:cubicBezTo>
                  <a:cubicBezTo>
                    <a:pt x="18" y="4987"/>
                    <a:pt x="18" y="5103"/>
                    <a:pt x="18" y="5219"/>
                  </a:cubicBezTo>
                  <a:cubicBezTo>
                    <a:pt x="18" y="5228"/>
                    <a:pt x="18" y="5228"/>
                    <a:pt x="18" y="5228"/>
                  </a:cubicBezTo>
                  <a:cubicBezTo>
                    <a:pt x="9" y="5531"/>
                    <a:pt x="9" y="5826"/>
                    <a:pt x="9" y="6120"/>
                  </a:cubicBezTo>
                  <a:cubicBezTo>
                    <a:pt x="9" y="6325"/>
                    <a:pt x="0" y="6530"/>
                    <a:pt x="0" y="6736"/>
                  </a:cubicBezTo>
                  <a:cubicBezTo>
                    <a:pt x="0" y="6807"/>
                    <a:pt x="0" y="6887"/>
                    <a:pt x="0" y="6959"/>
                  </a:cubicBezTo>
                  <a:cubicBezTo>
                    <a:pt x="0" y="7021"/>
                    <a:pt x="0" y="7084"/>
                    <a:pt x="0" y="7137"/>
                  </a:cubicBezTo>
                  <a:cubicBezTo>
                    <a:pt x="0" y="7208"/>
                    <a:pt x="0" y="7271"/>
                    <a:pt x="0" y="7333"/>
                  </a:cubicBezTo>
                  <a:cubicBezTo>
                    <a:pt x="9" y="7726"/>
                    <a:pt x="9" y="8109"/>
                    <a:pt x="18" y="8466"/>
                  </a:cubicBezTo>
                  <a:cubicBezTo>
                    <a:pt x="27" y="8832"/>
                    <a:pt x="27" y="9171"/>
                    <a:pt x="45" y="9483"/>
                  </a:cubicBezTo>
                  <a:cubicBezTo>
                    <a:pt x="45" y="9617"/>
                    <a:pt x="54" y="9742"/>
                    <a:pt x="54" y="9867"/>
                  </a:cubicBezTo>
                  <a:cubicBezTo>
                    <a:pt x="54" y="9920"/>
                    <a:pt x="63" y="9974"/>
                    <a:pt x="63" y="10028"/>
                  </a:cubicBezTo>
                  <a:cubicBezTo>
                    <a:pt x="72" y="10304"/>
                    <a:pt x="90" y="10554"/>
                    <a:pt x="99" y="10768"/>
                  </a:cubicBezTo>
                  <a:cubicBezTo>
                    <a:pt x="107" y="10786"/>
                    <a:pt x="125" y="10804"/>
                    <a:pt x="143" y="10821"/>
                  </a:cubicBezTo>
                  <a:cubicBezTo>
                    <a:pt x="143" y="10607"/>
                    <a:pt x="143" y="10358"/>
                    <a:pt x="143" y="10063"/>
                  </a:cubicBezTo>
                  <a:cubicBezTo>
                    <a:pt x="143" y="10010"/>
                    <a:pt x="143" y="9956"/>
                    <a:pt x="143" y="9903"/>
                  </a:cubicBezTo>
                  <a:cubicBezTo>
                    <a:pt x="143" y="9769"/>
                    <a:pt x="143" y="9626"/>
                    <a:pt x="143" y="9483"/>
                  </a:cubicBezTo>
                  <a:cubicBezTo>
                    <a:pt x="134" y="8859"/>
                    <a:pt x="161" y="8118"/>
                    <a:pt x="161" y="7333"/>
                  </a:cubicBezTo>
                  <a:cubicBezTo>
                    <a:pt x="161" y="7280"/>
                    <a:pt x="161" y="7226"/>
                    <a:pt x="161" y="7182"/>
                  </a:cubicBezTo>
                  <a:cubicBezTo>
                    <a:pt x="161" y="7119"/>
                    <a:pt x="161" y="7057"/>
                    <a:pt x="161" y="6994"/>
                  </a:cubicBezTo>
                  <a:cubicBezTo>
                    <a:pt x="161" y="6905"/>
                    <a:pt x="170" y="6825"/>
                    <a:pt x="170" y="6736"/>
                  </a:cubicBezTo>
                  <a:cubicBezTo>
                    <a:pt x="170" y="6530"/>
                    <a:pt x="170" y="6325"/>
                    <a:pt x="179" y="6120"/>
                  </a:cubicBezTo>
                  <a:cubicBezTo>
                    <a:pt x="188" y="5844"/>
                    <a:pt x="188" y="5558"/>
                    <a:pt x="197" y="5273"/>
                  </a:cubicBezTo>
                  <a:cubicBezTo>
                    <a:pt x="197" y="5273"/>
                    <a:pt x="197" y="5264"/>
                    <a:pt x="197" y="5264"/>
                  </a:cubicBezTo>
                  <a:cubicBezTo>
                    <a:pt x="197" y="5130"/>
                    <a:pt x="197" y="4996"/>
                    <a:pt x="206" y="4871"/>
                  </a:cubicBezTo>
                  <a:cubicBezTo>
                    <a:pt x="206" y="4541"/>
                    <a:pt x="215" y="4211"/>
                    <a:pt x="223" y="3881"/>
                  </a:cubicBezTo>
                  <a:cubicBezTo>
                    <a:pt x="223" y="3872"/>
                    <a:pt x="223" y="3854"/>
                    <a:pt x="223" y="3845"/>
                  </a:cubicBezTo>
                  <a:cubicBezTo>
                    <a:pt x="223" y="3774"/>
                    <a:pt x="223" y="3694"/>
                    <a:pt x="223" y="3622"/>
                  </a:cubicBezTo>
                  <a:cubicBezTo>
                    <a:pt x="232" y="3203"/>
                    <a:pt x="241" y="2802"/>
                    <a:pt x="250" y="2409"/>
                  </a:cubicBezTo>
                  <a:cubicBezTo>
                    <a:pt x="268" y="2106"/>
                    <a:pt x="268" y="1811"/>
                    <a:pt x="277" y="1535"/>
                  </a:cubicBezTo>
                  <a:cubicBezTo>
                    <a:pt x="277" y="1481"/>
                    <a:pt x="277" y="1437"/>
                    <a:pt x="277" y="1383"/>
                  </a:cubicBezTo>
                  <a:cubicBezTo>
                    <a:pt x="286" y="1347"/>
                    <a:pt x="286" y="1312"/>
                    <a:pt x="286" y="1276"/>
                  </a:cubicBezTo>
                  <a:cubicBezTo>
                    <a:pt x="295" y="910"/>
                    <a:pt x="304" y="571"/>
                    <a:pt x="313" y="259"/>
                  </a:cubicBezTo>
                  <a:cubicBezTo>
                    <a:pt x="313" y="170"/>
                    <a:pt x="313" y="81"/>
                    <a:pt x="3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8" name="Google Shape;1808;p45"/>
            <p:cNvSpPr/>
            <p:nvPr/>
          </p:nvSpPr>
          <p:spPr>
            <a:xfrm rot="1022249">
              <a:off x="8394636" y="3935864"/>
              <a:ext cx="120778" cy="1142977"/>
            </a:xfrm>
            <a:custGeom>
              <a:avLst/>
              <a:gdLst/>
              <a:ahLst/>
              <a:cxnLst/>
              <a:rect l="l" t="t" r="r" b="b"/>
              <a:pathLst>
                <a:path w="1383" h="13088" extrusionOk="0">
                  <a:moveTo>
                    <a:pt x="1383" y="0"/>
                  </a:moveTo>
                  <a:lnTo>
                    <a:pt x="1365" y="9"/>
                  </a:lnTo>
                  <a:cubicBezTo>
                    <a:pt x="1356" y="134"/>
                    <a:pt x="1338" y="286"/>
                    <a:pt x="1312" y="464"/>
                  </a:cubicBezTo>
                  <a:cubicBezTo>
                    <a:pt x="1258" y="937"/>
                    <a:pt x="1178" y="1570"/>
                    <a:pt x="1089" y="2329"/>
                  </a:cubicBezTo>
                  <a:cubicBezTo>
                    <a:pt x="1089" y="2382"/>
                    <a:pt x="1080" y="2436"/>
                    <a:pt x="1071" y="2498"/>
                  </a:cubicBezTo>
                  <a:cubicBezTo>
                    <a:pt x="1062" y="2596"/>
                    <a:pt x="1044" y="2703"/>
                    <a:pt x="1035" y="2810"/>
                  </a:cubicBezTo>
                  <a:cubicBezTo>
                    <a:pt x="973" y="3390"/>
                    <a:pt x="901" y="4033"/>
                    <a:pt x="821" y="4711"/>
                  </a:cubicBezTo>
                  <a:cubicBezTo>
                    <a:pt x="821" y="4755"/>
                    <a:pt x="812" y="4800"/>
                    <a:pt x="812" y="4844"/>
                  </a:cubicBezTo>
                  <a:cubicBezTo>
                    <a:pt x="759" y="5255"/>
                    <a:pt x="714" y="5683"/>
                    <a:pt x="669" y="6120"/>
                  </a:cubicBezTo>
                  <a:cubicBezTo>
                    <a:pt x="660" y="6218"/>
                    <a:pt x="651" y="6316"/>
                    <a:pt x="643" y="6414"/>
                  </a:cubicBezTo>
                  <a:cubicBezTo>
                    <a:pt x="634" y="6459"/>
                    <a:pt x="634" y="6513"/>
                    <a:pt x="625" y="6557"/>
                  </a:cubicBezTo>
                  <a:cubicBezTo>
                    <a:pt x="571" y="7057"/>
                    <a:pt x="518" y="7565"/>
                    <a:pt x="464" y="8092"/>
                  </a:cubicBezTo>
                  <a:cubicBezTo>
                    <a:pt x="464" y="8145"/>
                    <a:pt x="455" y="8199"/>
                    <a:pt x="446" y="8261"/>
                  </a:cubicBezTo>
                  <a:cubicBezTo>
                    <a:pt x="393" y="8814"/>
                    <a:pt x="339" y="9367"/>
                    <a:pt x="277" y="9929"/>
                  </a:cubicBezTo>
                  <a:cubicBezTo>
                    <a:pt x="241" y="10295"/>
                    <a:pt x="205" y="10670"/>
                    <a:pt x="179" y="11036"/>
                  </a:cubicBezTo>
                  <a:cubicBezTo>
                    <a:pt x="170" y="11098"/>
                    <a:pt x="161" y="11160"/>
                    <a:pt x="161" y="11223"/>
                  </a:cubicBezTo>
                  <a:cubicBezTo>
                    <a:pt x="107" y="11749"/>
                    <a:pt x="63" y="12276"/>
                    <a:pt x="9" y="12784"/>
                  </a:cubicBezTo>
                  <a:cubicBezTo>
                    <a:pt x="9" y="12811"/>
                    <a:pt x="9" y="12829"/>
                    <a:pt x="9" y="12855"/>
                  </a:cubicBezTo>
                  <a:cubicBezTo>
                    <a:pt x="0" y="12873"/>
                    <a:pt x="0" y="12882"/>
                    <a:pt x="0" y="12900"/>
                  </a:cubicBezTo>
                  <a:cubicBezTo>
                    <a:pt x="54" y="12962"/>
                    <a:pt x="98" y="13025"/>
                    <a:pt x="152" y="13087"/>
                  </a:cubicBezTo>
                  <a:cubicBezTo>
                    <a:pt x="152" y="13034"/>
                    <a:pt x="161" y="12989"/>
                    <a:pt x="161" y="12936"/>
                  </a:cubicBezTo>
                  <a:cubicBezTo>
                    <a:pt x="170" y="12909"/>
                    <a:pt x="170" y="12882"/>
                    <a:pt x="170" y="12855"/>
                  </a:cubicBezTo>
                  <a:cubicBezTo>
                    <a:pt x="223" y="12329"/>
                    <a:pt x="277" y="11794"/>
                    <a:pt x="330" y="11259"/>
                  </a:cubicBezTo>
                  <a:lnTo>
                    <a:pt x="348" y="11080"/>
                  </a:lnTo>
                  <a:cubicBezTo>
                    <a:pt x="384" y="10697"/>
                    <a:pt x="420" y="10322"/>
                    <a:pt x="464" y="9947"/>
                  </a:cubicBezTo>
                  <a:cubicBezTo>
                    <a:pt x="518" y="9385"/>
                    <a:pt x="571" y="8832"/>
                    <a:pt x="625" y="8288"/>
                  </a:cubicBezTo>
                  <a:cubicBezTo>
                    <a:pt x="625" y="8234"/>
                    <a:pt x="634" y="8172"/>
                    <a:pt x="634" y="8118"/>
                  </a:cubicBezTo>
                  <a:cubicBezTo>
                    <a:pt x="687" y="7610"/>
                    <a:pt x="732" y="7101"/>
                    <a:pt x="785" y="6611"/>
                  </a:cubicBezTo>
                  <a:cubicBezTo>
                    <a:pt x="785" y="6557"/>
                    <a:pt x="794" y="6504"/>
                    <a:pt x="794" y="6459"/>
                  </a:cubicBezTo>
                  <a:cubicBezTo>
                    <a:pt x="803" y="6352"/>
                    <a:pt x="821" y="6245"/>
                    <a:pt x="830" y="6138"/>
                  </a:cubicBezTo>
                  <a:cubicBezTo>
                    <a:pt x="866" y="5701"/>
                    <a:pt x="910" y="5273"/>
                    <a:pt x="946" y="4862"/>
                  </a:cubicBezTo>
                  <a:cubicBezTo>
                    <a:pt x="955" y="4818"/>
                    <a:pt x="955" y="4764"/>
                    <a:pt x="964" y="4719"/>
                  </a:cubicBezTo>
                  <a:cubicBezTo>
                    <a:pt x="1026" y="4041"/>
                    <a:pt x="1080" y="3399"/>
                    <a:pt x="1142" y="2819"/>
                  </a:cubicBezTo>
                  <a:cubicBezTo>
                    <a:pt x="1151" y="2712"/>
                    <a:pt x="1160" y="2605"/>
                    <a:pt x="1169" y="2507"/>
                  </a:cubicBezTo>
                  <a:cubicBezTo>
                    <a:pt x="1169" y="2445"/>
                    <a:pt x="1178" y="2391"/>
                    <a:pt x="1178" y="2338"/>
                  </a:cubicBezTo>
                  <a:cubicBezTo>
                    <a:pt x="1249" y="1579"/>
                    <a:pt x="1303" y="937"/>
                    <a:pt x="1347" y="473"/>
                  </a:cubicBezTo>
                  <a:cubicBezTo>
                    <a:pt x="1365" y="286"/>
                    <a:pt x="1374" y="134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9" name="Google Shape;1809;p45"/>
            <p:cNvSpPr/>
            <p:nvPr/>
          </p:nvSpPr>
          <p:spPr>
            <a:xfrm rot="1022249">
              <a:off x="7511869" y="2789275"/>
              <a:ext cx="1603381" cy="1394750"/>
            </a:xfrm>
            <a:custGeom>
              <a:avLst/>
              <a:gdLst/>
              <a:ahLst/>
              <a:cxnLst/>
              <a:rect l="l" t="t" r="r" b="b"/>
              <a:pathLst>
                <a:path w="18360" h="15971" extrusionOk="0">
                  <a:moveTo>
                    <a:pt x="8543" y="0"/>
                  </a:moveTo>
                  <a:cubicBezTo>
                    <a:pt x="7298" y="0"/>
                    <a:pt x="6222" y="247"/>
                    <a:pt x="6218" y="251"/>
                  </a:cubicBezTo>
                  <a:cubicBezTo>
                    <a:pt x="6256" y="242"/>
                    <a:pt x="6305" y="237"/>
                    <a:pt x="6362" y="237"/>
                  </a:cubicBezTo>
                  <a:cubicBezTo>
                    <a:pt x="7046" y="237"/>
                    <a:pt x="8946" y="854"/>
                    <a:pt x="7842" y="1464"/>
                  </a:cubicBezTo>
                  <a:cubicBezTo>
                    <a:pt x="6789" y="2044"/>
                    <a:pt x="5433" y="2062"/>
                    <a:pt x="4586" y="3016"/>
                  </a:cubicBezTo>
                  <a:cubicBezTo>
                    <a:pt x="4140" y="3525"/>
                    <a:pt x="4033" y="4247"/>
                    <a:pt x="4086" y="4898"/>
                  </a:cubicBezTo>
                  <a:cubicBezTo>
                    <a:pt x="4086" y="4925"/>
                    <a:pt x="4167" y="5309"/>
                    <a:pt x="4167" y="5309"/>
                  </a:cubicBezTo>
                  <a:cubicBezTo>
                    <a:pt x="0" y="8708"/>
                    <a:pt x="3417" y="11277"/>
                    <a:pt x="3417" y="11277"/>
                  </a:cubicBezTo>
                  <a:cubicBezTo>
                    <a:pt x="2843" y="15207"/>
                    <a:pt x="5035" y="15783"/>
                    <a:pt x="6368" y="15783"/>
                  </a:cubicBezTo>
                  <a:cubicBezTo>
                    <a:pt x="6920" y="15783"/>
                    <a:pt x="7325" y="15684"/>
                    <a:pt x="7325" y="15684"/>
                  </a:cubicBezTo>
                  <a:cubicBezTo>
                    <a:pt x="12695" y="15666"/>
                    <a:pt x="13141" y="14462"/>
                    <a:pt x="13721" y="13668"/>
                  </a:cubicBezTo>
                  <a:cubicBezTo>
                    <a:pt x="13721" y="13668"/>
                    <a:pt x="13730" y="13677"/>
                    <a:pt x="13730" y="13677"/>
                  </a:cubicBezTo>
                  <a:cubicBezTo>
                    <a:pt x="13908" y="14025"/>
                    <a:pt x="14454" y="15970"/>
                    <a:pt x="15128" y="15970"/>
                  </a:cubicBezTo>
                  <a:cubicBezTo>
                    <a:pt x="15196" y="15970"/>
                    <a:pt x="15265" y="15950"/>
                    <a:pt x="15336" y="15907"/>
                  </a:cubicBezTo>
                  <a:cubicBezTo>
                    <a:pt x="15710" y="15675"/>
                    <a:pt x="14881" y="14497"/>
                    <a:pt x="14747" y="14283"/>
                  </a:cubicBezTo>
                  <a:cubicBezTo>
                    <a:pt x="14577" y="13998"/>
                    <a:pt x="14417" y="13757"/>
                    <a:pt x="14328" y="13436"/>
                  </a:cubicBezTo>
                  <a:cubicBezTo>
                    <a:pt x="14310" y="13373"/>
                    <a:pt x="14292" y="13302"/>
                    <a:pt x="14274" y="13231"/>
                  </a:cubicBezTo>
                  <a:lnTo>
                    <a:pt x="14274" y="13231"/>
                  </a:lnTo>
                  <a:cubicBezTo>
                    <a:pt x="14558" y="13322"/>
                    <a:pt x="15036" y="13999"/>
                    <a:pt x="15323" y="13999"/>
                  </a:cubicBezTo>
                  <a:cubicBezTo>
                    <a:pt x="15343" y="13999"/>
                    <a:pt x="15362" y="13996"/>
                    <a:pt x="15380" y="13989"/>
                  </a:cubicBezTo>
                  <a:cubicBezTo>
                    <a:pt x="15924" y="13784"/>
                    <a:pt x="16023" y="12276"/>
                    <a:pt x="16023" y="12276"/>
                  </a:cubicBezTo>
                  <a:cubicBezTo>
                    <a:pt x="17048" y="11589"/>
                    <a:pt x="18360" y="10224"/>
                    <a:pt x="18164" y="8886"/>
                  </a:cubicBezTo>
                  <a:cubicBezTo>
                    <a:pt x="18074" y="8271"/>
                    <a:pt x="17664" y="7789"/>
                    <a:pt x="17200" y="7414"/>
                  </a:cubicBezTo>
                  <a:cubicBezTo>
                    <a:pt x="17090" y="7329"/>
                    <a:pt x="15789" y="6597"/>
                    <a:pt x="15651" y="6597"/>
                  </a:cubicBezTo>
                  <a:cubicBezTo>
                    <a:pt x="15644" y="6597"/>
                    <a:pt x="15640" y="6598"/>
                    <a:pt x="15639" y="6602"/>
                  </a:cubicBezTo>
                  <a:lnTo>
                    <a:pt x="15639" y="6602"/>
                  </a:lnTo>
                  <a:cubicBezTo>
                    <a:pt x="16049" y="5201"/>
                    <a:pt x="16111" y="3614"/>
                    <a:pt x="14444" y="3150"/>
                  </a:cubicBezTo>
                  <a:cubicBezTo>
                    <a:pt x="14337" y="3123"/>
                    <a:pt x="13576" y="3048"/>
                    <a:pt x="12978" y="3048"/>
                  </a:cubicBezTo>
                  <a:cubicBezTo>
                    <a:pt x="12581" y="3048"/>
                    <a:pt x="12256" y="3081"/>
                    <a:pt x="12240" y="3183"/>
                  </a:cubicBezTo>
                  <a:lnTo>
                    <a:pt x="12240" y="3183"/>
                  </a:lnTo>
                  <a:cubicBezTo>
                    <a:pt x="12579" y="537"/>
                    <a:pt x="10378" y="0"/>
                    <a:pt x="85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0" name="Google Shape;1810;p45"/>
            <p:cNvSpPr/>
            <p:nvPr/>
          </p:nvSpPr>
          <p:spPr>
            <a:xfrm rot="1022249">
              <a:off x="7698100" y="3950017"/>
              <a:ext cx="840640" cy="184703"/>
            </a:xfrm>
            <a:custGeom>
              <a:avLst/>
              <a:gdLst/>
              <a:ahLst/>
              <a:cxnLst/>
              <a:rect l="l" t="t" r="r" b="b"/>
              <a:pathLst>
                <a:path w="9626" h="2115" extrusionOk="0">
                  <a:moveTo>
                    <a:pt x="9626" y="1"/>
                  </a:moveTo>
                  <a:lnTo>
                    <a:pt x="9626" y="1"/>
                  </a:lnTo>
                  <a:cubicBezTo>
                    <a:pt x="9117" y="560"/>
                    <a:pt x="8295" y="1610"/>
                    <a:pt x="5070" y="1610"/>
                  </a:cubicBezTo>
                  <a:cubicBezTo>
                    <a:pt x="4334" y="1610"/>
                    <a:pt x="3473" y="1556"/>
                    <a:pt x="2462" y="1428"/>
                  </a:cubicBezTo>
                  <a:cubicBezTo>
                    <a:pt x="2462" y="1428"/>
                    <a:pt x="2070" y="1769"/>
                    <a:pt x="1421" y="1769"/>
                  </a:cubicBezTo>
                  <a:cubicBezTo>
                    <a:pt x="1030" y="1769"/>
                    <a:pt x="547" y="1645"/>
                    <a:pt x="0" y="1250"/>
                  </a:cubicBezTo>
                  <a:lnTo>
                    <a:pt x="0" y="1250"/>
                  </a:lnTo>
                  <a:cubicBezTo>
                    <a:pt x="653" y="1958"/>
                    <a:pt x="1586" y="2114"/>
                    <a:pt x="2281" y="2114"/>
                  </a:cubicBezTo>
                  <a:cubicBezTo>
                    <a:pt x="2829" y="2114"/>
                    <a:pt x="3230" y="2017"/>
                    <a:pt x="3230" y="2017"/>
                  </a:cubicBezTo>
                  <a:cubicBezTo>
                    <a:pt x="7949" y="1999"/>
                    <a:pt x="9001" y="1152"/>
                    <a:pt x="96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1" name="Google Shape;1811;p45"/>
            <p:cNvSpPr/>
            <p:nvPr/>
          </p:nvSpPr>
          <p:spPr>
            <a:xfrm rot="1022249">
              <a:off x="8579681" y="3644467"/>
              <a:ext cx="482324" cy="710518"/>
            </a:xfrm>
            <a:custGeom>
              <a:avLst/>
              <a:gdLst/>
              <a:ahLst/>
              <a:cxnLst/>
              <a:rect l="l" t="t" r="r" b="b"/>
              <a:pathLst>
                <a:path w="5523" h="8136" extrusionOk="0">
                  <a:moveTo>
                    <a:pt x="3943" y="0"/>
                  </a:moveTo>
                  <a:cubicBezTo>
                    <a:pt x="3970" y="90"/>
                    <a:pt x="5522" y="1892"/>
                    <a:pt x="1954" y="4149"/>
                  </a:cubicBezTo>
                  <a:cubicBezTo>
                    <a:pt x="1954" y="4149"/>
                    <a:pt x="1704" y="5317"/>
                    <a:pt x="1142" y="5523"/>
                  </a:cubicBezTo>
                  <a:cubicBezTo>
                    <a:pt x="1124" y="5529"/>
                    <a:pt x="1105" y="5533"/>
                    <a:pt x="1085" y="5533"/>
                  </a:cubicBezTo>
                  <a:cubicBezTo>
                    <a:pt x="789" y="5533"/>
                    <a:pt x="301" y="4838"/>
                    <a:pt x="0" y="4737"/>
                  </a:cubicBezTo>
                  <a:lnTo>
                    <a:pt x="0" y="4737"/>
                  </a:lnTo>
                  <a:cubicBezTo>
                    <a:pt x="27" y="4809"/>
                    <a:pt x="45" y="4889"/>
                    <a:pt x="63" y="4960"/>
                  </a:cubicBezTo>
                  <a:cubicBezTo>
                    <a:pt x="161" y="5282"/>
                    <a:pt x="321" y="5531"/>
                    <a:pt x="491" y="5826"/>
                  </a:cubicBezTo>
                  <a:cubicBezTo>
                    <a:pt x="625" y="6049"/>
                    <a:pt x="1677" y="7503"/>
                    <a:pt x="1303" y="7744"/>
                  </a:cubicBezTo>
                  <a:cubicBezTo>
                    <a:pt x="1287" y="7753"/>
                    <a:pt x="1268" y="7757"/>
                    <a:pt x="1247" y="7757"/>
                  </a:cubicBezTo>
                  <a:cubicBezTo>
                    <a:pt x="1103" y="7757"/>
                    <a:pt x="860" y="7570"/>
                    <a:pt x="758" y="7539"/>
                  </a:cubicBezTo>
                  <a:lnTo>
                    <a:pt x="758" y="7539"/>
                  </a:lnTo>
                  <a:cubicBezTo>
                    <a:pt x="961" y="7881"/>
                    <a:pt x="1191" y="8136"/>
                    <a:pt x="1436" y="8136"/>
                  </a:cubicBezTo>
                  <a:cubicBezTo>
                    <a:pt x="1503" y="8136"/>
                    <a:pt x="1572" y="8116"/>
                    <a:pt x="1642" y="8074"/>
                  </a:cubicBezTo>
                  <a:cubicBezTo>
                    <a:pt x="2016" y="7842"/>
                    <a:pt x="1187" y="6664"/>
                    <a:pt x="1053" y="6450"/>
                  </a:cubicBezTo>
                  <a:cubicBezTo>
                    <a:pt x="883" y="6165"/>
                    <a:pt x="723" y="5924"/>
                    <a:pt x="634" y="5603"/>
                  </a:cubicBezTo>
                  <a:cubicBezTo>
                    <a:pt x="616" y="5540"/>
                    <a:pt x="598" y="5469"/>
                    <a:pt x="580" y="5398"/>
                  </a:cubicBezTo>
                  <a:lnTo>
                    <a:pt x="580" y="5398"/>
                  </a:lnTo>
                  <a:cubicBezTo>
                    <a:pt x="864" y="5489"/>
                    <a:pt x="1342" y="6166"/>
                    <a:pt x="1629" y="6166"/>
                  </a:cubicBezTo>
                  <a:cubicBezTo>
                    <a:pt x="1649" y="6166"/>
                    <a:pt x="1668" y="6163"/>
                    <a:pt x="1686" y="6156"/>
                  </a:cubicBezTo>
                  <a:cubicBezTo>
                    <a:pt x="2230" y="5951"/>
                    <a:pt x="2337" y="4443"/>
                    <a:pt x="2337" y="4443"/>
                  </a:cubicBezTo>
                  <a:cubicBezTo>
                    <a:pt x="3354" y="3756"/>
                    <a:pt x="4666" y="2391"/>
                    <a:pt x="4470" y="1053"/>
                  </a:cubicBezTo>
                  <a:cubicBezTo>
                    <a:pt x="4407" y="643"/>
                    <a:pt x="4211" y="295"/>
                    <a:pt x="39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2" name="Google Shape;1812;p45"/>
            <p:cNvSpPr/>
            <p:nvPr/>
          </p:nvSpPr>
          <p:spPr>
            <a:xfrm rot="1022249">
              <a:off x="8377780" y="3507890"/>
              <a:ext cx="800206" cy="232211"/>
            </a:xfrm>
            <a:custGeom>
              <a:avLst/>
              <a:gdLst/>
              <a:ahLst/>
              <a:cxnLst/>
              <a:rect l="l" t="t" r="r" b="b"/>
              <a:pathLst>
                <a:path w="9163" h="2659" extrusionOk="0">
                  <a:moveTo>
                    <a:pt x="5496" y="0"/>
                  </a:moveTo>
                  <a:cubicBezTo>
                    <a:pt x="5496" y="1"/>
                    <a:pt x="4051" y="2079"/>
                    <a:pt x="1" y="2659"/>
                  </a:cubicBezTo>
                  <a:cubicBezTo>
                    <a:pt x="1" y="2659"/>
                    <a:pt x="9163" y="2552"/>
                    <a:pt x="54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3" name="Google Shape;1813;p45"/>
            <p:cNvSpPr/>
            <p:nvPr/>
          </p:nvSpPr>
          <p:spPr>
            <a:xfrm rot="1022249">
              <a:off x="7691385" y="3715707"/>
              <a:ext cx="759248" cy="124009"/>
            </a:xfrm>
            <a:custGeom>
              <a:avLst/>
              <a:gdLst/>
              <a:ahLst/>
              <a:cxnLst/>
              <a:rect l="l" t="t" r="r" b="b"/>
              <a:pathLst>
                <a:path w="8694" h="1420" extrusionOk="0">
                  <a:moveTo>
                    <a:pt x="263" y="1"/>
                  </a:moveTo>
                  <a:lnTo>
                    <a:pt x="263" y="1"/>
                  </a:lnTo>
                  <a:cubicBezTo>
                    <a:pt x="1" y="1080"/>
                    <a:pt x="1102" y="1419"/>
                    <a:pt x="2588" y="1419"/>
                  </a:cubicBezTo>
                  <a:cubicBezTo>
                    <a:pt x="5094" y="1419"/>
                    <a:pt x="8693" y="456"/>
                    <a:pt x="8694" y="456"/>
                  </a:cubicBezTo>
                  <a:lnTo>
                    <a:pt x="8694" y="456"/>
                  </a:lnTo>
                  <a:cubicBezTo>
                    <a:pt x="7023" y="814"/>
                    <a:pt x="5638" y="944"/>
                    <a:pt x="4507" y="944"/>
                  </a:cubicBezTo>
                  <a:cubicBezTo>
                    <a:pt x="1467" y="944"/>
                    <a:pt x="263" y="1"/>
                    <a:pt x="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4" name="Google Shape;1814;p45"/>
            <p:cNvSpPr/>
            <p:nvPr/>
          </p:nvSpPr>
          <p:spPr>
            <a:xfrm rot="1022249">
              <a:off x="7864581" y="3207398"/>
              <a:ext cx="653753" cy="119031"/>
            </a:xfrm>
            <a:custGeom>
              <a:avLst/>
              <a:gdLst/>
              <a:ahLst/>
              <a:cxnLst/>
              <a:rect l="l" t="t" r="r" b="b"/>
              <a:pathLst>
                <a:path w="7486" h="1363" extrusionOk="0">
                  <a:moveTo>
                    <a:pt x="7485" y="322"/>
                  </a:moveTo>
                  <a:cubicBezTo>
                    <a:pt x="7485" y="322"/>
                    <a:pt x="7078" y="438"/>
                    <a:pt x="6461" y="593"/>
                  </a:cubicBezTo>
                  <a:lnTo>
                    <a:pt x="6461" y="593"/>
                  </a:lnTo>
                  <a:cubicBezTo>
                    <a:pt x="6786" y="519"/>
                    <a:pt x="7127" y="429"/>
                    <a:pt x="7485" y="322"/>
                  </a:cubicBezTo>
                  <a:close/>
                  <a:moveTo>
                    <a:pt x="804" y="1"/>
                  </a:moveTo>
                  <a:lnTo>
                    <a:pt x="804" y="1"/>
                  </a:lnTo>
                  <a:cubicBezTo>
                    <a:pt x="0" y="1032"/>
                    <a:pt x="643" y="1362"/>
                    <a:pt x="1794" y="1362"/>
                  </a:cubicBezTo>
                  <a:cubicBezTo>
                    <a:pt x="3155" y="1362"/>
                    <a:pt x="5228" y="901"/>
                    <a:pt x="6461" y="593"/>
                  </a:cubicBezTo>
                  <a:lnTo>
                    <a:pt x="6461" y="593"/>
                  </a:lnTo>
                  <a:cubicBezTo>
                    <a:pt x="5502" y="811"/>
                    <a:pt x="4682" y="894"/>
                    <a:pt x="3988" y="894"/>
                  </a:cubicBezTo>
                  <a:cubicBezTo>
                    <a:pt x="1720" y="894"/>
                    <a:pt x="804" y="1"/>
                    <a:pt x="8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5" name="Google Shape;1815;p45"/>
            <p:cNvSpPr/>
            <p:nvPr/>
          </p:nvSpPr>
          <p:spPr>
            <a:xfrm rot="1022249">
              <a:off x="8442126" y="3151901"/>
              <a:ext cx="407482" cy="82702"/>
            </a:xfrm>
            <a:custGeom>
              <a:avLst/>
              <a:gdLst/>
              <a:ahLst/>
              <a:cxnLst/>
              <a:rect l="l" t="t" r="r" b="b"/>
              <a:pathLst>
                <a:path w="4666" h="947" extrusionOk="0">
                  <a:moveTo>
                    <a:pt x="2739" y="1"/>
                  </a:moveTo>
                  <a:cubicBezTo>
                    <a:pt x="2739" y="1"/>
                    <a:pt x="3033" y="679"/>
                    <a:pt x="0" y="946"/>
                  </a:cubicBezTo>
                  <a:cubicBezTo>
                    <a:pt x="0" y="946"/>
                    <a:pt x="4666" y="937"/>
                    <a:pt x="27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" name="Subtitle 1"/>
          <p:cNvSpPr/>
          <p:nvPr>
            <p:ph type="subTitle" idx="1"/>
          </p:nvPr>
        </p:nvSpPr>
        <p:spPr>
          <a:xfrm>
            <a:off x="3115945" y="2734945"/>
            <a:ext cx="4432300" cy="802640"/>
          </a:xfrm>
        </p:spPr>
        <p:txBody>
          <a:bodyPr/>
          <a:p>
            <a:pPr>
              <a:buFont typeface="Wingdings" panose="05000000000000000000" charset="0"/>
              <a:buChar char="q"/>
            </a:pPr>
            <a:r>
              <a:rPr lang="en-US" sz="2000"/>
              <a:t>Images for flavours</a:t>
            </a:r>
            <a:endParaRPr lang="en-US" sz="2000"/>
          </a:p>
          <a:p>
            <a:pPr>
              <a:buFont typeface="Wingdings" panose="05000000000000000000" charset="0"/>
              <a:buChar char="q"/>
            </a:pPr>
            <a:r>
              <a:rPr lang="en-US" sz="2000"/>
              <a:t>Video for ice cream service</a:t>
            </a:r>
            <a:endParaRPr lang="en-US" sz="2000"/>
          </a:p>
          <a:p>
            <a:pPr>
              <a:buFont typeface="Wingdings" panose="05000000000000000000" charset="0"/>
              <a:buChar char="q"/>
            </a:pPr>
            <a:r>
              <a:rPr lang="en-US" sz="2000"/>
              <a:t>Makes website more interactive</a:t>
            </a:r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46"/>
          <p:cNvSpPr txBox="1"/>
          <p:nvPr>
            <p:ph type="title"/>
          </p:nvPr>
        </p:nvSpPr>
        <p:spPr>
          <a:xfrm>
            <a:off x="379730" y="445135"/>
            <a:ext cx="7054850" cy="57277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ABOUT PAGE INTRODUCTION</a:t>
            </a:r>
            <a:endParaRPr lang="en-US" altLang="en-GB"/>
          </a:p>
        </p:txBody>
      </p:sp>
      <p:sp>
        <p:nvSpPr>
          <p:cNvPr id="1824" name="Google Shape;1824;p46"/>
          <p:cNvSpPr txBox="1"/>
          <p:nvPr>
            <p:ph type="subTitle" idx="4"/>
          </p:nvPr>
        </p:nvSpPr>
        <p:spPr>
          <a:xfrm>
            <a:off x="1385570" y="1289050"/>
            <a:ext cx="5761990" cy="26771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2000"/>
              <a:t>Explains the story of the website</a:t>
            </a:r>
            <a:endParaRPr lang="en-US" altLang="en-GB" sz="200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2000"/>
              <a:t>Focuses on creativity and passion</a:t>
            </a:r>
            <a:endParaRPr lang="en-US" altLang="en-GB" sz="200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2000"/>
              <a:t>Ice Cream as an experience,not just a dessert</a:t>
            </a:r>
            <a:endParaRPr lang="en-US" altLang="en-GB" sz="2000"/>
          </a:p>
        </p:txBody>
      </p:sp>
      <p:grpSp>
        <p:nvGrpSpPr>
          <p:cNvPr id="1825" name="Google Shape;1825;p46"/>
          <p:cNvGrpSpPr/>
          <p:nvPr/>
        </p:nvGrpSpPr>
        <p:grpSpPr>
          <a:xfrm>
            <a:off x="7932105" y="3858816"/>
            <a:ext cx="696882" cy="681868"/>
            <a:chOff x="4462500" y="2808575"/>
            <a:chExt cx="376225" cy="368100"/>
          </a:xfrm>
        </p:grpSpPr>
        <p:sp>
          <p:nvSpPr>
            <p:cNvPr id="1826" name="Google Shape;1826;p46"/>
            <p:cNvSpPr/>
            <p:nvPr/>
          </p:nvSpPr>
          <p:spPr>
            <a:xfrm>
              <a:off x="4629200" y="2808575"/>
              <a:ext cx="208325" cy="192300"/>
            </a:xfrm>
            <a:custGeom>
              <a:avLst/>
              <a:gdLst/>
              <a:ahLst/>
              <a:cxnLst/>
              <a:rect l="l" t="t" r="r" b="b"/>
              <a:pathLst>
                <a:path w="8333" h="7692" extrusionOk="0">
                  <a:moveTo>
                    <a:pt x="7024" y="0"/>
                  </a:moveTo>
                  <a:cubicBezTo>
                    <a:pt x="6753" y="0"/>
                    <a:pt x="6486" y="117"/>
                    <a:pt x="6298" y="342"/>
                  </a:cubicBezTo>
                  <a:lnTo>
                    <a:pt x="3979" y="3108"/>
                  </a:lnTo>
                  <a:cubicBezTo>
                    <a:pt x="3831" y="3270"/>
                    <a:pt x="3623" y="3371"/>
                    <a:pt x="3404" y="3371"/>
                  </a:cubicBezTo>
                  <a:cubicBezTo>
                    <a:pt x="3358" y="3371"/>
                    <a:pt x="3312" y="3367"/>
                    <a:pt x="3265" y="3358"/>
                  </a:cubicBezTo>
                  <a:cubicBezTo>
                    <a:pt x="3184" y="3347"/>
                    <a:pt x="3102" y="3342"/>
                    <a:pt x="3020" y="3342"/>
                  </a:cubicBezTo>
                  <a:cubicBezTo>
                    <a:pt x="2529" y="3342"/>
                    <a:pt x="2042" y="3526"/>
                    <a:pt x="1659" y="3893"/>
                  </a:cubicBezTo>
                  <a:cubicBezTo>
                    <a:pt x="928" y="4624"/>
                    <a:pt x="0" y="6444"/>
                    <a:pt x="892" y="7337"/>
                  </a:cubicBezTo>
                  <a:cubicBezTo>
                    <a:pt x="1150" y="7589"/>
                    <a:pt x="1483" y="7691"/>
                    <a:pt x="1845" y="7691"/>
                  </a:cubicBezTo>
                  <a:cubicBezTo>
                    <a:pt x="2736" y="7691"/>
                    <a:pt x="3798" y="7072"/>
                    <a:pt x="4318" y="6551"/>
                  </a:cubicBezTo>
                  <a:cubicBezTo>
                    <a:pt x="4764" y="6123"/>
                    <a:pt x="4925" y="5517"/>
                    <a:pt x="4853" y="4946"/>
                  </a:cubicBezTo>
                  <a:cubicBezTo>
                    <a:pt x="4818" y="4678"/>
                    <a:pt x="4907" y="4410"/>
                    <a:pt x="5121" y="4232"/>
                  </a:cubicBezTo>
                  <a:lnTo>
                    <a:pt x="7869" y="1912"/>
                  </a:lnTo>
                  <a:cubicBezTo>
                    <a:pt x="8297" y="1556"/>
                    <a:pt x="8333" y="913"/>
                    <a:pt x="7940" y="521"/>
                  </a:cubicBezTo>
                  <a:lnTo>
                    <a:pt x="7708" y="289"/>
                  </a:lnTo>
                  <a:cubicBezTo>
                    <a:pt x="7514" y="94"/>
                    <a:pt x="7267" y="0"/>
                    <a:pt x="70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7" name="Google Shape;1827;p46"/>
            <p:cNvSpPr/>
            <p:nvPr/>
          </p:nvSpPr>
          <p:spPr>
            <a:xfrm>
              <a:off x="4657300" y="2914925"/>
              <a:ext cx="73625" cy="63800"/>
            </a:xfrm>
            <a:custGeom>
              <a:avLst/>
              <a:gdLst/>
              <a:ahLst/>
              <a:cxnLst/>
              <a:rect l="l" t="t" r="r" b="b"/>
              <a:pathLst>
                <a:path w="2945" h="2552" extrusionOk="0">
                  <a:moveTo>
                    <a:pt x="1865" y="0"/>
                  </a:moveTo>
                  <a:cubicBezTo>
                    <a:pt x="1615" y="0"/>
                    <a:pt x="1365" y="94"/>
                    <a:pt x="1178" y="281"/>
                  </a:cubicBezTo>
                  <a:cubicBezTo>
                    <a:pt x="589" y="870"/>
                    <a:pt x="0" y="1976"/>
                    <a:pt x="428" y="2405"/>
                  </a:cubicBezTo>
                  <a:cubicBezTo>
                    <a:pt x="535" y="2507"/>
                    <a:pt x="678" y="2551"/>
                    <a:pt x="843" y="2551"/>
                  </a:cubicBezTo>
                  <a:cubicBezTo>
                    <a:pt x="1366" y="2551"/>
                    <a:pt x="2104" y="2103"/>
                    <a:pt x="2552" y="1655"/>
                  </a:cubicBezTo>
                  <a:cubicBezTo>
                    <a:pt x="2944" y="1280"/>
                    <a:pt x="2944" y="656"/>
                    <a:pt x="2552" y="281"/>
                  </a:cubicBezTo>
                  <a:cubicBezTo>
                    <a:pt x="2364" y="94"/>
                    <a:pt x="2114" y="0"/>
                    <a:pt x="1865" y="0"/>
                  </a:cubicBezTo>
                  <a:close/>
                </a:path>
              </a:pathLst>
            </a:custGeom>
            <a:solidFill>
              <a:srgbClr val="6A88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8" name="Google Shape;1828;p46"/>
            <p:cNvSpPr/>
            <p:nvPr/>
          </p:nvSpPr>
          <p:spPr>
            <a:xfrm>
              <a:off x="4757200" y="2834175"/>
              <a:ext cx="52225" cy="51675"/>
            </a:xfrm>
            <a:custGeom>
              <a:avLst/>
              <a:gdLst/>
              <a:ahLst/>
              <a:cxnLst/>
              <a:rect l="l" t="t" r="r" b="b"/>
              <a:pathLst>
                <a:path w="2089" h="2067" extrusionOk="0">
                  <a:moveTo>
                    <a:pt x="1854" y="1"/>
                  </a:moveTo>
                  <a:cubicBezTo>
                    <a:pt x="1799" y="1"/>
                    <a:pt x="1741" y="23"/>
                    <a:pt x="1696" y="68"/>
                  </a:cubicBezTo>
                  <a:lnTo>
                    <a:pt x="72" y="1691"/>
                  </a:lnTo>
                  <a:cubicBezTo>
                    <a:pt x="1" y="1781"/>
                    <a:pt x="1" y="1905"/>
                    <a:pt x="72" y="1995"/>
                  </a:cubicBezTo>
                  <a:cubicBezTo>
                    <a:pt x="126" y="2030"/>
                    <a:pt x="179" y="2066"/>
                    <a:pt x="233" y="2066"/>
                  </a:cubicBezTo>
                  <a:cubicBezTo>
                    <a:pt x="286" y="2066"/>
                    <a:pt x="340" y="2030"/>
                    <a:pt x="376" y="1995"/>
                  </a:cubicBezTo>
                  <a:lnTo>
                    <a:pt x="1999" y="371"/>
                  </a:lnTo>
                  <a:cubicBezTo>
                    <a:pt x="2088" y="282"/>
                    <a:pt x="2088" y="157"/>
                    <a:pt x="1999" y="68"/>
                  </a:cubicBezTo>
                  <a:cubicBezTo>
                    <a:pt x="1964" y="23"/>
                    <a:pt x="1910" y="1"/>
                    <a:pt x="18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9" name="Google Shape;1829;p46"/>
            <p:cNvSpPr/>
            <p:nvPr/>
          </p:nvSpPr>
          <p:spPr>
            <a:xfrm>
              <a:off x="4560050" y="2813100"/>
              <a:ext cx="162400" cy="162400"/>
            </a:xfrm>
            <a:custGeom>
              <a:avLst/>
              <a:gdLst/>
              <a:ahLst/>
              <a:cxnLst/>
              <a:rect l="l" t="t" r="r" b="b"/>
              <a:pathLst>
                <a:path w="6496" h="6496" extrusionOk="0">
                  <a:moveTo>
                    <a:pt x="3248" y="1"/>
                  </a:moveTo>
                  <a:cubicBezTo>
                    <a:pt x="1446" y="1"/>
                    <a:pt x="0" y="1446"/>
                    <a:pt x="0" y="3248"/>
                  </a:cubicBezTo>
                  <a:cubicBezTo>
                    <a:pt x="0" y="5032"/>
                    <a:pt x="1446" y="6495"/>
                    <a:pt x="3248" y="6495"/>
                  </a:cubicBezTo>
                  <a:cubicBezTo>
                    <a:pt x="5032" y="6495"/>
                    <a:pt x="6495" y="5032"/>
                    <a:pt x="6495" y="3248"/>
                  </a:cubicBezTo>
                  <a:cubicBezTo>
                    <a:pt x="6495" y="1446"/>
                    <a:pt x="5032" y="1"/>
                    <a:pt x="3248" y="1"/>
                  </a:cubicBezTo>
                  <a:close/>
                </a:path>
              </a:pathLst>
            </a:custGeom>
            <a:solidFill>
              <a:srgbClr val="F4E5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0" name="Google Shape;1830;p46"/>
            <p:cNvSpPr/>
            <p:nvPr/>
          </p:nvSpPr>
          <p:spPr>
            <a:xfrm>
              <a:off x="4560050" y="2808650"/>
              <a:ext cx="162400" cy="77400"/>
            </a:xfrm>
            <a:custGeom>
              <a:avLst/>
              <a:gdLst/>
              <a:ahLst/>
              <a:cxnLst/>
              <a:rect l="l" t="t" r="r" b="b"/>
              <a:pathLst>
                <a:path w="6496" h="3096" extrusionOk="0">
                  <a:moveTo>
                    <a:pt x="3248" y="0"/>
                  </a:moveTo>
                  <a:cubicBezTo>
                    <a:pt x="1856" y="0"/>
                    <a:pt x="643" y="839"/>
                    <a:pt x="107" y="2034"/>
                  </a:cubicBezTo>
                  <a:cubicBezTo>
                    <a:pt x="0" y="2302"/>
                    <a:pt x="72" y="2623"/>
                    <a:pt x="322" y="2802"/>
                  </a:cubicBezTo>
                  <a:cubicBezTo>
                    <a:pt x="510" y="2930"/>
                    <a:pt x="725" y="2993"/>
                    <a:pt x="940" y="2993"/>
                  </a:cubicBezTo>
                  <a:cubicBezTo>
                    <a:pt x="1114" y="2993"/>
                    <a:pt x="1287" y="2952"/>
                    <a:pt x="1446" y="2873"/>
                  </a:cubicBezTo>
                  <a:cubicBezTo>
                    <a:pt x="1621" y="2781"/>
                    <a:pt x="1812" y="2736"/>
                    <a:pt x="2001" y="2736"/>
                  </a:cubicBezTo>
                  <a:cubicBezTo>
                    <a:pt x="2218" y="2736"/>
                    <a:pt x="2433" y="2795"/>
                    <a:pt x="2623" y="2909"/>
                  </a:cubicBezTo>
                  <a:cubicBezTo>
                    <a:pt x="2811" y="3033"/>
                    <a:pt x="3025" y="3096"/>
                    <a:pt x="3241" y="3096"/>
                  </a:cubicBezTo>
                  <a:cubicBezTo>
                    <a:pt x="3457" y="3096"/>
                    <a:pt x="3676" y="3033"/>
                    <a:pt x="3872" y="2909"/>
                  </a:cubicBezTo>
                  <a:cubicBezTo>
                    <a:pt x="4053" y="2795"/>
                    <a:pt x="4264" y="2736"/>
                    <a:pt x="4478" y="2736"/>
                  </a:cubicBezTo>
                  <a:cubicBezTo>
                    <a:pt x="4666" y="2736"/>
                    <a:pt x="4857" y="2781"/>
                    <a:pt x="5032" y="2873"/>
                  </a:cubicBezTo>
                  <a:cubicBezTo>
                    <a:pt x="5191" y="2952"/>
                    <a:pt x="5368" y="2993"/>
                    <a:pt x="5543" y="2993"/>
                  </a:cubicBezTo>
                  <a:cubicBezTo>
                    <a:pt x="5762" y="2993"/>
                    <a:pt x="5978" y="2930"/>
                    <a:pt x="6156" y="2802"/>
                  </a:cubicBezTo>
                  <a:cubicBezTo>
                    <a:pt x="6406" y="2623"/>
                    <a:pt x="6495" y="2302"/>
                    <a:pt x="6370" y="2034"/>
                  </a:cubicBezTo>
                  <a:cubicBezTo>
                    <a:pt x="5835" y="839"/>
                    <a:pt x="4640" y="0"/>
                    <a:pt x="32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1" name="Google Shape;1831;p46"/>
            <p:cNvSpPr/>
            <p:nvPr/>
          </p:nvSpPr>
          <p:spPr>
            <a:xfrm>
              <a:off x="4641675" y="2918825"/>
              <a:ext cx="164175" cy="164175"/>
            </a:xfrm>
            <a:custGeom>
              <a:avLst/>
              <a:gdLst/>
              <a:ahLst/>
              <a:cxnLst/>
              <a:rect l="l" t="t" r="r" b="b"/>
              <a:pathLst>
                <a:path w="6567" h="6567" extrusionOk="0">
                  <a:moveTo>
                    <a:pt x="3284" y="0"/>
                  </a:moveTo>
                  <a:cubicBezTo>
                    <a:pt x="1464" y="0"/>
                    <a:pt x="1" y="1481"/>
                    <a:pt x="1" y="3283"/>
                  </a:cubicBezTo>
                  <a:cubicBezTo>
                    <a:pt x="1" y="5086"/>
                    <a:pt x="1464" y="6566"/>
                    <a:pt x="3284" y="6566"/>
                  </a:cubicBezTo>
                  <a:cubicBezTo>
                    <a:pt x="5086" y="6566"/>
                    <a:pt x="6567" y="5086"/>
                    <a:pt x="6567" y="3283"/>
                  </a:cubicBezTo>
                  <a:cubicBezTo>
                    <a:pt x="6567" y="1481"/>
                    <a:pt x="5086" y="0"/>
                    <a:pt x="32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2" name="Google Shape;1832;p46"/>
            <p:cNvSpPr/>
            <p:nvPr/>
          </p:nvSpPr>
          <p:spPr>
            <a:xfrm>
              <a:off x="4495375" y="2918825"/>
              <a:ext cx="163725" cy="164175"/>
            </a:xfrm>
            <a:custGeom>
              <a:avLst/>
              <a:gdLst/>
              <a:ahLst/>
              <a:cxnLst/>
              <a:rect l="l" t="t" r="r" b="b"/>
              <a:pathLst>
                <a:path w="6549" h="6567" extrusionOk="0">
                  <a:moveTo>
                    <a:pt x="3265" y="0"/>
                  </a:moveTo>
                  <a:cubicBezTo>
                    <a:pt x="1463" y="0"/>
                    <a:pt x="0" y="1481"/>
                    <a:pt x="0" y="3283"/>
                  </a:cubicBezTo>
                  <a:cubicBezTo>
                    <a:pt x="0" y="5086"/>
                    <a:pt x="1463" y="6566"/>
                    <a:pt x="3265" y="6566"/>
                  </a:cubicBezTo>
                  <a:cubicBezTo>
                    <a:pt x="5085" y="6566"/>
                    <a:pt x="6548" y="5086"/>
                    <a:pt x="6548" y="3283"/>
                  </a:cubicBezTo>
                  <a:cubicBezTo>
                    <a:pt x="6548" y="1481"/>
                    <a:pt x="5085" y="0"/>
                    <a:pt x="32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3" name="Google Shape;1833;p46"/>
            <p:cNvSpPr/>
            <p:nvPr/>
          </p:nvSpPr>
          <p:spPr>
            <a:xfrm>
              <a:off x="4772375" y="2987525"/>
              <a:ext cx="10725" cy="10725"/>
            </a:xfrm>
            <a:custGeom>
              <a:avLst/>
              <a:gdLst/>
              <a:ahLst/>
              <a:cxnLst/>
              <a:rect l="l" t="t" r="r" b="b"/>
              <a:pathLst>
                <a:path w="429" h="429" extrusionOk="0">
                  <a:moveTo>
                    <a:pt x="215" y="0"/>
                  </a:moveTo>
                  <a:cubicBezTo>
                    <a:pt x="90" y="0"/>
                    <a:pt x="1" y="89"/>
                    <a:pt x="1" y="214"/>
                  </a:cubicBezTo>
                  <a:cubicBezTo>
                    <a:pt x="1" y="321"/>
                    <a:pt x="90" y="428"/>
                    <a:pt x="215" y="428"/>
                  </a:cubicBezTo>
                  <a:cubicBezTo>
                    <a:pt x="340" y="428"/>
                    <a:pt x="429" y="321"/>
                    <a:pt x="429" y="214"/>
                  </a:cubicBezTo>
                  <a:cubicBezTo>
                    <a:pt x="429" y="89"/>
                    <a:pt x="340" y="0"/>
                    <a:pt x="2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4" name="Google Shape;1834;p46"/>
            <p:cNvSpPr/>
            <p:nvPr/>
          </p:nvSpPr>
          <p:spPr>
            <a:xfrm>
              <a:off x="4709925" y="2954050"/>
              <a:ext cx="10725" cy="10750"/>
            </a:xfrm>
            <a:custGeom>
              <a:avLst/>
              <a:gdLst/>
              <a:ahLst/>
              <a:cxnLst/>
              <a:rect l="l" t="t" r="r" b="b"/>
              <a:pathLst>
                <a:path w="429" h="430" extrusionOk="0">
                  <a:moveTo>
                    <a:pt x="215" y="1"/>
                  </a:moveTo>
                  <a:cubicBezTo>
                    <a:pt x="90" y="1"/>
                    <a:pt x="1" y="90"/>
                    <a:pt x="1" y="215"/>
                  </a:cubicBezTo>
                  <a:cubicBezTo>
                    <a:pt x="1" y="340"/>
                    <a:pt x="90" y="429"/>
                    <a:pt x="215" y="429"/>
                  </a:cubicBezTo>
                  <a:cubicBezTo>
                    <a:pt x="340" y="429"/>
                    <a:pt x="429" y="340"/>
                    <a:pt x="429" y="215"/>
                  </a:cubicBezTo>
                  <a:cubicBezTo>
                    <a:pt x="429" y="90"/>
                    <a:pt x="340" y="1"/>
                    <a:pt x="2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5" name="Google Shape;1835;p46"/>
            <p:cNvSpPr/>
            <p:nvPr/>
          </p:nvSpPr>
          <p:spPr>
            <a:xfrm>
              <a:off x="4521250" y="2987525"/>
              <a:ext cx="10725" cy="10725"/>
            </a:xfrm>
            <a:custGeom>
              <a:avLst/>
              <a:gdLst/>
              <a:ahLst/>
              <a:cxnLst/>
              <a:rect l="l" t="t" r="r" b="b"/>
              <a:pathLst>
                <a:path w="429" h="429" extrusionOk="0">
                  <a:moveTo>
                    <a:pt x="214" y="0"/>
                  </a:moveTo>
                  <a:cubicBezTo>
                    <a:pt x="89" y="0"/>
                    <a:pt x="0" y="89"/>
                    <a:pt x="0" y="214"/>
                  </a:cubicBezTo>
                  <a:cubicBezTo>
                    <a:pt x="0" y="321"/>
                    <a:pt x="89" y="428"/>
                    <a:pt x="214" y="428"/>
                  </a:cubicBezTo>
                  <a:cubicBezTo>
                    <a:pt x="321" y="428"/>
                    <a:pt x="428" y="321"/>
                    <a:pt x="428" y="214"/>
                  </a:cubicBezTo>
                  <a:cubicBezTo>
                    <a:pt x="428" y="89"/>
                    <a:pt x="321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6" name="Google Shape;1836;p46"/>
            <p:cNvSpPr/>
            <p:nvPr/>
          </p:nvSpPr>
          <p:spPr>
            <a:xfrm>
              <a:off x="4573875" y="2948700"/>
              <a:ext cx="10725" cy="10750"/>
            </a:xfrm>
            <a:custGeom>
              <a:avLst/>
              <a:gdLst/>
              <a:ahLst/>
              <a:cxnLst/>
              <a:rect l="l" t="t" r="r" b="b"/>
              <a:pathLst>
                <a:path w="429" h="430" extrusionOk="0">
                  <a:moveTo>
                    <a:pt x="215" y="1"/>
                  </a:moveTo>
                  <a:cubicBezTo>
                    <a:pt x="108" y="1"/>
                    <a:pt x="1" y="90"/>
                    <a:pt x="1" y="215"/>
                  </a:cubicBezTo>
                  <a:cubicBezTo>
                    <a:pt x="1" y="322"/>
                    <a:pt x="108" y="429"/>
                    <a:pt x="215" y="429"/>
                  </a:cubicBezTo>
                  <a:cubicBezTo>
                    <a:pt x="340" y="429"/>
                    <a:pt x="429" y="322"/>
                    <a:pt x="429" y="215"/>
                  </a:cubicBezTo>
                  <a:cubicBezTo>
                    <a:pt x="429" y="90"/>
                    <a:pt x="340" y="1"/>
                    <a:pt x="2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7" name="Google Shape;1837;p46"/>
            <p:cNvSpPr/>
            <p:nvPr/>
          </p:nvSpPr>
          <p:spPr>
            <a:xfrm>
              <a:off x="4611350" y="2998675"/>
              <a:ext cx="11175" cy="10725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214" y="0"/>
                  </a:moveTo>
                  <a:cubicBezTo>
                    <a:pt x="107" y="0"/>
                    <a:pt x="0" y="89"/>
                    <a:pt x="0" y="214"/>
                  </a:cubicBezTo>
                  <a:cubicBezTo>
                    <a:pt x="0" y="339"/>
                    <a:pt x="107" y="428"/>
                    <a:pt x="214" y="428"/>
                  </a:cubicBezTo>
                  <a:cubicBezTo>
                    <a:pt x="339" y="428"/>
                    <a:pt x="446" y="339"/>
                    <a:pt x="446" y="214"/>
                  </a:cubicBezTo>
                  <a:cubicBezTo>
                    <a:pt x="446" y="89"/>
                    <a:pt x="339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8" name="Google Shape;1838;p46"/>
            <p:cNvSpPr/>
            <p:nvPr/>
          </p:nvSpPr>
          <p:spPr>
            <a:xfrm>
              <a:off x="4670225" y="2891175"/>
              <a:ext cx="10725" cy="10725"/>
            </a:xfrm>
            <a:custGeom>
              <a:avLst/>
              <a:gdLst/>
              <a:ahLst/>
              <a:cxnLst/>
              <a:rect l="l" t="t" r="r" b="b"/>
              <a:pathLst>
                <a:path w="429" h="429" extrusionOk="0">
                  <a:moveTo>
                    <a:pt x="215" y="0"/>
                  </a:moveTo>
                  <a:cubicBezTo>
                    <a:pt x="90" y="0"/>
                    <a:pt x="1" y="107"/>
                    <a:pt x="1" y="214"/>
                  </a:cubicBezTo>
                  <a:cubicBezTo>
                    <a:pt x="1" y="339"/>
                    <a:pt x="90" y="428"/>
                    <a:pt x="215" y="428"/>
                  </a:cubicBezTo>
                  <a:cubicBezTo>
                    <a:pt x="340" y="428"/>
                    <a:pt x="429" y="339"/>
                    <a:pt x="429" y="214"/>
                  </a:cubicBezTo>
                  <a:cubicBezTo>
                    <a:pt x="429" y="107"/>
                    <a:pt x="340" y="0"/>
                    <a:pt x="2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9" name="Google Shape;1839;p46"/>
            <p:cNvSpPr/>
            <p:nvPr/>
          </p:nvSpPr>
          <p:spPr>
            <a:xfrm>
              <a:off x="4616700" y="2911250"/>
              <a:ext cx="11175" cy="10725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232" y="0"/>
                  </a:moveTo>
                  <a:cubicBezTo>
                    <a:pt x="107" y="0"/>
                    <a:pt x="0" y="89"/>
                    <a:pt x="0" y="214"/>
                  </a:cubicBezTo>
                  <a:cubicBezTo>
                    <a:pt x="0" y="339"/>
                    <a:pt x="107" y="428"/>
                    <a:pt x="232" y="428"/>
                  </a:cubicBezTo>
                  <a:cubicBezTo>
                    <a:pt x="339" y="428"/>
                    <a:pt x="447" y="339"/>
                    <a:pt x="447" y="214"/>
                  </a:cubicBezTo>
                  <a:cubicBezTo>
                    <a:pt x="447" y="89"/>
                    <a:pt x="339" y="0"/>
                    <a:pt x="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0" name="Google Shape;1840;p46"/>
            <p:cNvSpPr/>
            <p:nvPr/>
          </p:nvSpPr>
          <p:spPr>
            <a:xfrm>
              <a:off x="4462500" y="2998550"/>
              <a:ext cx="376225" cy="178125"/>
            </a:xfrm>
            <a:custGeom>
              <a:avLst/>
              <a:gdLst/>
              <a:ahLst/>
              <a:cxnLst/>
              <a:rect l="l" t="t" r="r" b="b"/>
              <a:pathLst>
                <a:path w="15049" h="7125" extrusionOk="0">
                  <a:moveTo>
                    <a:pt x="7524" y="1"/>
                  </a:moveTo>
                  <a:cubicBezTo>
                    <a:pt x="7101" y="1"/>
                    <a:pt x="6677" y="103"/>
                    <a:pt x="6293" y="309"/>
                  </a:cubicBezTo>
                  <a:lnTo>
                    <a:pt x="5169" y="933"/>
                  </a:lnTo>
                  <a:cubicBezTo>
                    <a:pt x="4771" y="1142"/>
                    <a:pt x="4335" y="1251"/>
                    <a:pt x="3896" y="1251"/>
                  </a:cubicBezTo>
                  <a:cubicBezTo>
                    <a:pt x="3548" y="1251"/>
                    <a:pt x="3199" y="1182"/>
                    <a:pt x="2868" y="1040"/>
                  </a:cubicBezTo>
                  <a:lnTo>
                    <a:pt x="1155" y="326"/>
                  </a:lnTo>
                  <a:cubicBezTo>
                    <a:pt x="1060" y="288"/>
                    <a:pt x="967" y="270"/>
                    <a:pt x="876" y="270"/>
                  </a:cubicBezTo>
                  <a:cubicBezTo>
                    <a:pt x="386" y="270"/>
                    <a:pt x="1" y="793"/>
                    <a:pt x="227" y="1290"/>
                  </a:cubicBezTo>
                  <a:lnTo>
                    <a:pt x="2243" y="5786"/>
                  </a:lnTo>
                  <a:cubicBezTo>
                    <a:pt x="2618" y="6607"/>
                    <a:pt x="3421" y="7124"/>
                    <a:pt x="4313" y="7124"/>
                  </a:cubicBezTo>
                  <a:lnTo>
                    <a:pt x="10718" y="7124"/>
                  </a:lnTo>
                  <a:cubicBezTo>
                    <a:pt x="11610" y="7124"/>
                    <a:pt x="12431" y="6607"/>
                    <a:pt x="12788" y="5786"/>
                  </a:cubicBezTo>
                  <a:lnTo>
                    <a:pt x="14822" y="1290"/>
                  </a:lnTo>
                  <a:cubicBezTo>
                    <a:pt x="15048" y="793"/>
                    <a:pt x="14651" y="270"/>
                    <a:pt x="14167" y="270"/>
                  </a:cubicBezTo>
                  <a:cubicBezTo>
                    <a:pt x="14078" y="270"/>
                    <a:pt x="13986" y="288"/>
                    <a:pt x="13894" y="326"/>
                  </a:cubicBezTo>
                  <a:lnTo>
                    <a:pt x="12164" y="1040"/>
                  </a:lnTo>
                  <a:cubicBezTo>
                    <a:pt x="11832" y="1182"/>
                    <a:pt x="11483" y="1251"/>
                    <a:pt x="11136" y="1251"/>
                  </a:cubicBezTo>
                  <a:cubicBezTo>
                    <a:pt x="10700" y="1251"/>
                    <a:pt x="10268" y="1142"/>
                    <a:pt x="9880" y="933"/>
                  </a:cubicBezTo>
                  <a:lnTo>
                    <a:pt x="8756" y="309"/>
                  </a:lnTo>
                  <a:cubicBezTo>
                    <a:pt x="8372" y="103"/>
                    <a:pt x="7948" y="1"/>
                    <a:pt x="7524" y="1"/>
                  </a:cubicBezTo>
                  <a:close/>
                </a:path>
              </a:pathLst>
            </a:custGeom>
            <a:solidFill>
              <a:srgbClr val="EDDD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1" name="Google Shape;1841;p46"/>
            <p:cNvSpPr/>
            <p:nvPr/>
          </p:nvSpPr>
          <p:spPr>
            <a:xfrm>
              <a:off x="4462500" y="2998550"/>
              <a:ext cx="376225" cy="178125"/>
            </a:xfrm>
            <a:custGeom>
              <a:avLst/>
              <a:gdLst/>
              <a:ahLst/>
              <a:cxnLst/>
              <a:rect l="l" t="t" r="r" b="b"/>
              <a:pathLst>
                <a:path w="15049" h="7125" extrusionOk="0">
                  <a:moveTo>
                    <a:pt x="7524" y="1"/>
                  </a:moveTo>
                  <a:cubicBezTo>
                    <a:pt x="7101" y="1"/>
                    <a:pt x="6677" y="103"/>
                    <a:pt x="6293" y="309"/>
                  </a:cubicBezTo>
                  <a:lnTo>
                    <a:pt x="5169" y="933"/>
                  </a:lnTo>
                  <a:cubicBezTo>
                    <a:pt x="4771" y="1142"/>
                    <a:pt x="4335" y="1251"/>
                    <a:pt x="3896" y="1251"/>
                  </a:cubicBezTo>
                  <a:cubicBezTo>
                    <a:pt x="3548" y="1251"/>
                    <a:pt x="3199" y="1182"/>
                    <a:pt x="2868" y="1040"/>
                  </a:cubicBezTo>
                  <a:lnTo>
                    <a:pt x="1155" y="326"/>
                  </a:lnTo>
                  <a:cubicBezTo>
                    <a:pt x="1060" y="288"/>
                    <a:pt x="967" y="270"/>
                    <a:pt x="876" y="270"/>
                  </a:cubicBezTo>
                  <a:cubicBezTo>
                    <a:pt x="386" y="270"/>
                    <a:pt x="1" y="793"/>
                    <a:pt x="227" y="1290"/>
                  </a:cubicBezTo>
                  <a:lnTo>
                    <a:pt x="2243" y="5786"/>
                  </a:lnTo>
                  <a:cubicBezTo>
                    <a:pt x="2618" y="6607"/>
                    <a:pt x="3421" y="7124"/>
                    <a:pt x="4313" y="7124"/>
                  </a:cubicBezTo>
                  <a:lnTo>
                    <a:pt x="10718" y="7124"/>
                  </a:lnTo>
                  <a:cubicBezTo>
                    <a:pt x="11610" y="7124"/>
                    <a:pt x="12431" y="6607"/>
                    <a:pt x="12788" y="5786"/>
                  </a:cubicBezTo>
                  <a:lnTo>
                    <a:pt x="14822" y="1290"/>
                  </a:lnTo>
                  <a:cubicBezTo>
                    <a:pt x="15048" y="793"/>
                    <a:pt x="14651" y="270"/>
                    <a:pt x="14167" y="270"/>
                  </a:cubicBezTo>
                  <a:cubicBezTo>
                    <a:pt x="14078" y="270"/>
                    <a:pt x="13986" y="288"/>
                    <a:pt x="13894" y="326"/>
                  </a:cubicBezTo>
                  <a:lnTo>
                    <a:pt x="12164" y="1040"/>
                  </a:lnTo>
                  <a:cubicBezTo>
                    <a:pt x="11832" y="1182"/>
                    <a:pt x="11483" y="1251"/>
                    <a:pt x="11136" y="1251"/>
                  </a:cubicBezTo>
                  <a:cubicBezTo>
                    <a:pt x="10700" y="1251"/>
                    <a:pt x="10268" y="1142"/>
                    <a:pt x="9880" y="933"/>
                  </a:cubicBezTo>
                  <a:lnTo>
                    <a:pt x="8756" y="309"/>
                  </a:lnTo>
                  <a:cubicBezTo>
                    <a:pt x="8372" y="103"/>
                    <a:pt x="7948" y="1"/>
                    <a:pt x="75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2" name="Google Shape;1842;p46"/>
            <p:cNvSpPr/>
            <p:nvPr/>
          </p:nvSpPr>
          <p:spPr>
            <a:xfrm>
              <a:off x="4761675" y="3043375"/>
              <a:ext cx="29025" cy="28025"/>
            </a:xfrm>
            <a:custGeom>
              <a:avLst/>
              <a:gdLst/>
              <a:ahLst/>
              <a:cxnLst/>
              <a:rect l="l" t="t" r="r" b="b"/>
              <a:pathLst>
                <a:path w="1161" h="1121" extrusionOk="0">
                  <a:moveTo>
                    <a:pt x="928" y="1"/>
                  </a:moveTo>
                  <a:cubicBezTo>
                    <a:pt x="870" y="1"/>
                    <a:pt x="812" y="23"/>
                    <a:pt x="768" y="68"/>
                  </a:cubicBezTo>
                  <a:lnTo>
                    <a:pt x="90" y="746"/>
                  </a:lnTo>
                  <a:cubicBezTo>
                    <a:pt x="0" y="835"/>
                    <a:pt x="0" y="978"/>
                    <a:pt x="90" y="1049"/>
                  </a:cubicBezTo>
                  <a:cubicBezTo>
                    <a:pt x="125" y="1103"/>
                    <a:pt x="179" y="1121"/>
                    <a:pt x="232" y="1121"/>
                  </a:cubicBezTo>
                  <a:cubicBezTo>
                    <a:pt x="286" y="1121"/>
                    <a:pt x="357" y="1103"/>
                    <a:pt x="393" y="1049"/>
                  </a:cubicBezTo>
                  <a:lnTo>
                    <a:pt x="1089" y="371"/>
                  </a:lnTo>
                  <a:cubicBezTo>
                    <a:pt x="1160" y="282"/>
                    <a:pt x="1160" y="139"/>
                    <a:pt x="1089" y="68"/>
                  </a:cubicBezTo>
                  <a:cubicBezTo>
                    <a:pt x="1044" y="23"/>
                    <a:pt x="986" y="1"/>
                    <a:pt x="9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3" name="Google Shape;1843;p46"/>
            <p:cNvSpPr/>
            <p:nvPr/>
          </p:nvSpPr>
          <p:spPr>
            <a:xfrm>
              <a:off x="4758100" y="3074175"/>
              <a:ext cx="31250" cy="30225"/>
            </a:xfrm>
            <a:custGeom>
              <a:avLst/>
              <a:gdLst/>
              <a:ahLst/>
              <a:cxnLst/>
              <a:rect l="l" t="t" r="r" b="b"/>
              <a:pathLst>
                <a:path w="1250" h="1209" extrusionOk="0">
                  <a:moveTo>
                    <a:pt x="1002" y="0"/>
                  </a:moveTo>
                  <a:cubicBezTo>
                    <a:pt x="946" y="0"/>
                    <a:pt x="893" y="22"/>
                    <a:pt x="857" y="67"/>
                  </a:cubicBezTo>
                  <a:lnTo>
                    <a:pt x="72" y="834"/>
                  </a:lnTo>
                  <a:cubicBezTo>
                    <a:pt x="1" y="923"/>
                    <a:pt x="1" y="1048"/>
                    <a:pt x="72" y="1138"/>
                  </a:cubicBezTo>
                  <a:cubicBezTo>
                    <a:pt x="125" y="1191"/>
                    <a:pt x="179" y="1209"/>
                    <a:pt x="233" y="1209"/>
                  </a:cubicBezTo>
                  <a:cubicBezTo>
                    <a:pt x="286" y="1209"/>
                    <a:pt x="340" y="1191"/>
                    <a:pt x="375" y="1138"/>
                  </a:cubicBezTo>
                  <a:lnTo>
                    <a:pt x="1160" y="370"/>
                  </a:lnTo>
                  <a:cubicBezTo>
                    <a:pt x="1250" y="281"/>
                    <a:pt x="1250" y="138"/>
                    <a:pt x="1160" y="67"/>
                  </a:cubicBezTo>
                  <a:cubicBezTo>
                    <a:pt x="1116" y="22"/>
                    <a:pt x="1058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4" name="Google Shape;1844;p46"/>
            <p:cNvSpPr/>
            <p:nvPr/>
          </p:nvSpPr>
          <p:spPr>
            <a:xfrm>
              <a:off x="4517675" y="3077725"/>
              <a:ext cx="23225" cy="22225"/>
            </a:xfrm>
            <a:custGeom>
              <a:avLst/>
              <a:gdLst/>
              <a:ahLst/>
              <a:cxnLst/>
              <a:rect l="l" t="t" r="r" b="b"/>
              <a:pathLst>
                <a:path w="929" h="889" extrusionOk="0">
                  <a:moveTo>
                    <a:pt x="694" y="1"/>
                  </a:moveTo>
                  <a:cubicBezTo>
                    <a:pt x="638" y="1"/>
                    <a:pt x="580" y="23"/>
                    <a:pt x="536" y="68"/>
                  </a:cubicBezTo>
                  <a:lnTo>
                    <a:pt x="90" y="514"/>
                  </a:lnTo>
                  <a:cubicBezTo>
                    <a:pt x="0" y="603"/>
                    <a:pt x="0" y="746"/>
                    <a:pt x="90" y="817"/>
                  </a:cubicBezTo>
                  <a:cubicBezTo>
                    <a:pt x="125" y="871"/>
                    <a:pt x="197" y="888"/>
                    <a:pt x="250" y="888"/>
                  </a:cubicBezTo>
                  <a:cubicBezTo>
                    <a:pt x="304" y="888"/>
                    <a:pt x="357" y="871"/>
                    <a:pt x="393" y="817"/>
                  </a:cubicBezTo>
                  <a:lnTo>
                    <a:pt x="839" y="371"/>
                  </a:lnTo>
                  <a:cubicBezTo>
                    <a:pt x="928" y="282"/>
                    <a:pt x="928" y="157"/>
                    <a:pt x="839" y="68"/>
                  </a:cubicBezTo>
                  <a:cubicBezTo>
                    <a:pt x="803" y="23"/>
                    <a:pt x="750" y="1"/>
                    <a:pt x="6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5" name="Google Shape;1845;p46"/>
            <p:cNvSpPr/>
            <p:nvPr/>
          </p:nvSpPr>
          <p:spPr>
            <a:xfrm>
              <a:off x="4508750" y="3119350"/>
              <a:ext cx="283725" cy="57325"/>
            </a:xfrm>
            <a:custGeom>
              <a:avLst/>
              <a:gdLst/>
              <a:ahLst/>
              <a:cxnLst/>
              <a:rect l="l" t="t" r="r" b="b"/>
              <a:pathLst>
                <a:path w="11349" h="2293" extrusionOk="0">
                  <a:moveTo>
                    <a:pt x="384" y="0"/>
                  </a:moveTo>
                  <a:cubicBezTo>
                    <a:pt x="254" y="0"/>
                    <a:pt x="124" y="21"/>
                    <a:pt x="1" y="62"/>
                  </a:cubicBezTo>
                  <a:lnTo>
                    <a:pt x="393" y="954"/>
                  </a:lnTo>
                  <a:cubicBezTo>
                    <a:pt x="768" y="1775"/>
                    <a:pt x="1571" y="2292"/>
                    <a:pt x="2463" y="2292"/>
                  </a:cubicBezTo>
                  <a:lnTo>
                    <a:pt x="8868" y="2292"/>
                  </a:lnTo>
                  <a:cubicBezTo>
                    <a:pt x="9760" y="2292"/>
                    <a:pt x="10581" y="1775"/>
                    <a:pt x="10938" y="954"/>
                  </a:cubicBezTo>
                  <a:lnTo>
                    <a:pt x="11348" y="62"/>
                  </a:lnTo>
                  <a:cubicBezTo>
                    <a:pt x="11220" y="21"/>
                    <a:pt x="11088" y="0"/>
                    <a:pt x="10957" y="0"/>
                  </a:cubicBezTo>
                  <a:cubicBezTo>
                    <a:pt x="10635" y="0"/>
                    <a:pt x="10318" y="124"/>
                    <a:pt x="10064" y="365"/>
                  </a:cubicBezTo>
                  <a:cubicBezTo>
                    <a:pt x="9823" y="606"/>
                    <a:pt x="9506" y="727"/>
                    <a:pt x="9189" y="727"/>
                  </a:cubicBezTo>
                  <a:cubicBezTo>
                    <a:pt x="8873" y="727"/>
                    <a:pt x="8556" y="606"/>
                    <a:pt x="8315" y="365"/>
                  </a:cubicBezTo>
                  <a:cubicBezTo>
                    <a:pt x="8065" y="125"/>
                    <a:pt x="7744" y="4"/>
                    <a:pt x="7425" y="4"/>
                  </a:cubicBezTo>
                  <a:cubicBezTo>
                    <a:pt x="7106" y="4"/>
                    <a:pt x="6790" y="125"/>
                    <a:pt x="6549" y="365"/>
                  </a:cubicBezTo>
                  <a:cubicBezTo>
                    <a:pt x="6308" y="606"/>
                    <a:pt x="5991" y="727"/>
                    <a:pt x="5672" y="727"/>
                  </a:cubicBezTo>
                  <a:cubicBezTo>
                    <a:pt x="5353" y="727"/>
                    <a:pt x="5032" y="606"/>
                    <a:pt x="4782" y="365"/>
                  </a:cubicBezTo>
                  <a:cubicBezTo>
                    <a:pt x="4541" y="125"/>
                    <a:pt x="4225" y="4"/>
                    <a:pt x="3908" y="4"/>
                  </a:cubicBezTo>
                  <a:cubicBezTo>
                    <a:pt x="3591" y="4"/>
                    <a:pt x="3275" y="125"/>
                    <a:pt x="3034" y="365"/>
                  </a:cubicBezTo>
                  <a:cubicBezTo>
                    <a:pt x="2784" y="606"/>
                    <a:pt x="2463" y="727"/>
                    <a:pt x="2144" y="727"/>
                  </a:cubicBezTo>
                  <a:cubicBezTo>
                    <a:pt x="1825" y="727"/>
                    <a:pt x="1508" y="606"/>
                    <a:pt x="1267" y="365"/>
                  </a:cubicBezTo>
                  <a:cubicBezTo>
                    <a:pt x="1026" y="124"/>
                    <a:pt x="704" y="0"/>
                    <a:pt x="3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46" name="Google Shape;1846;p46"/>
          <p:cNvGrpSpPr/>
          <p:nvPr/>
        </p:nvGrpSpPr>
        <p:grpSpPr>
          <a:xfrm>
            <a:off x="3548958" y="4256978"/>
            <a:ext cx="487525" cy="681878"/>
            <a:chOff x="5627925" y="2237575"/>
            <a:chExt cx="263200" cy="368125"/>
          </a:xfrm>
        </p:grpSpPr>
        <p:sp>
          <p:nvSpPr>
            <p:cNvPr id="1847" name="Google Shape;1847;p46"/>
            <p:cNvSpPr/>
            <p:nvPr/>
          </p:nvSpPr>
          <p:spPr>
            <a:xfrm>
              <a:off x="5635950" y="2237575"/>
              <a:ext cx="248950" cy="245475"/>
            </a:xfrm>
            <a:custGeom>
              <a:avLst/>
              <a:gdLst/>
              <a:ahLst/>
              <a:cxnLst/>
              <a:rect l="l" t="t" r="r" b="b"/>
              <a:pathLst>
                <a:path w="9958" h="9819" extrusionOk="0">
                  <a:moveTo>
                    <a:pt x="4841" y="1"/>
                  </a:moveTo>
                  <a:cubicBezTo>
                    <a:pt x="4707" y="1"/>
                    <a:pt x="4573" y="71"/>
                    <a:pt x="4497" y="201"/>
                  </a:cubicBezTo>
                  <a:cubicBezTo>
                    <a:pt x="3801" y="1379"/>
                    <a:pt x="2303" y="2181"/>
                    <a:pt x="2249" y="3199"/>
                  </a:cubicBezTo>
                  <a:cubicBezTo>
                    <a:pt x="2249" y="3377"/>
                    <a:pt x="2124" y="3520"/>
                    <a:pt x="1946" y="3555"/>
                  </a:cubicBezTo>
                  <a:cubicBezTo>
                    <a:pt x="1410" y="3662"/>
                    <a:pt x="1089" y="4287"/>
                    <a:pt x="1268" y="4876"/>
                  </a:cubicBezTo>
                  <a:lnTo>
                    <a:pt x="1303" y="4983"/>
                  </a:lnTo>
                  <a:cubicBezTo>
                    <a:pt x="1339" y="5179"/>
                    <a:pt x="1250" y="5357"/>
                    <a:pt x="1089" y="5465"/>
                  </a:cubicBezTo>
                  <a:cubicBezTo>
                    <a:pt x="625" y="5732"/>
                    <a:pt x="376" y="6357"/>
                    <a:pt x="554" y="6945"/>
                  </a:cubicBezTo>
                  <a:lnTo>
                    <a:pt x="608" y="7124"/>
                  </a:lnTo>
                  <a:cubicBezTo>
                    <a:pt x="643" y="7267"/>
                    <a:pt x="608" y="7445"/>
                    <a:pt x="483" y="7552"/>
                  </a:cubicBezTo>
                  <a:cubicBezTo>
                    <a:pt x="144" y="7855"/>
                    <a:pt x="1" y="8355"/>
                    <a:pt x="161" y="8837"/>
                  </a:cubicBezTo>
                  <a:lnTo>
                    <a:pt x="500" y="9818"/>
                  </a:lnTo>
                  <a:lnTo>
                    <a:pt x="8530" y="9818"/>
                  </a:lnTo>
                  <a:lnTo>
                    <a:pt x="9511" y="8605"/>
                  </a:lnTo>
                  <a:cubicBezTo>
                    <a:pt x="9850" y="8177"/>
                    <a:pt x="9957" y="7606"/>
                    <a:pt x="9779" y="7106"/>
                  </a:cubicBezTo>
                  <a:cubicBezTo>
                    <a:pt x="9689" y="6803"/>
                    <a:pt x="9511" y="6571"/>
                    <a:pt x="9279" y="6374"/>
                  </a:cubicBezTo>
                  <a:cubicBezTo>
                    <a:pt x="9172" y="6285"/>
                    <a:pt x="9118" y="6125"/>
                    <a:pt x="9136" y="5982"/>
                  </a:cubicBezTo>
                  <a:cubicBezTo>
                    <a:pt x="9172" y="5714"/>
                    <a:pt x="9154" y="5429"/>
                    <a:pt x="9065" y="5179"/>
                  </a:cubicBezTo>
                  <a:cubicBezTo>
                    <a:pt x="8958" y="4840"/>
                    <a:pt x="8762" y="4572"/>
                    <a:pt x="8512" y="4376"/>
                  </a:cubicBezTo>
                  <a:cubicBezTo>
                    <a:pt x="8405" y="4287"/>
                    <a:pt x="8333" y="4144"/>
                    <a:pt x="8333" y="4001"/>
                  </a:cubicBezTo>
                  <a:cubicBezTo>
                    <a:pt x="8369" y="3805"/>
                    <a:pt x="8333" y="3609"/>
                    <a:pt x="8280" y="3413"/>
                  </a:cubicBezTo>
                  <a:cubicBezTo>
                    <a:pt x="8119" y="2895"/>
                    <a:pt x="7691" y="2574"/>
                    <a:pt x="7227" y="2538"/>
                  </a:cubicBezTo>
                  <a:cubicBezTo>
                    <a:pt x="7084" y="2520"/>
                    <a:pt x="6960" y="2449"/>
                    <a:pt x="6906" y="2324"/>
                  </a:cubicBezTo>
                  <a:cubicBezTo>
                    <a:pt x="6549" y="1521"/>
                    <a:pt x="5657" y="593"/>
                    <a:pt x="5086" y="94"/>
                  </a:cubicBezTo>
                  <a:cubicBezTo>
                    <a:pt x="5016" y="31"/>
                    <a:pt x="4929" y="1"/>
                    <a:pt x="48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8" name="Google Shape;1848;p46"/>
            <p:cNvSpPr/>
            <p:nvPr/>
          </p:nvSpPr>
          <p:spPr>
            <a:xfrm>
              <a:off x="5627925" y="2446000"/>
              <a:ext cx="263200" cy="134275"/>
            </a:xfrm>
            <a:custGeom>
              <a:avLst/>
              <a:gdLst/>
              <a:ahLst/>
              <a:cxnLst/>
              <a:rect l="l" t="t" r="r" b="b"/>
              <a:pathLst>
                <a:path w="10528" h="5371" extrusionOk="0">
                  <a:moveTo>
                    <a:pt x="625" y="0"/>
                  </a:moveTo>
                  <a:cubicBezTo>
                    <a:pt x="268" y="0"/>
                    <a:pt x="1" y="321"/>
                    <a:pt x="54" y="678"/>
                  </a:cubicBezTo>
                  <a:lnTo>
                    <a:pt x="679" y="4568"/>
                  </a:lnTo>
                  <a:cubicBezTo>
                    <a:pt x="750" y="5032"/>
                    <a:pt x="1160" y="5371"/>
                    <a:pt x="1624" y="5371"/>
                  </a:cubicBezTo>
                  <a:lnTo>
                    <a:pt x="8904" y="5371"/>
                  </a:lnTo>
                  <a:cubicBezTo>
                    <a:pt x="9386" y="5371"/>
                    <a:pt x="9778" y="5032"/>
                    <a:pt x="9850" y="4568"/>
                  </a:cubicBezTo>
                  <a:lnTo>
                    <a:pt x="10474" y="678"/>
                  </a:lnTo>
                  <a:cubicBezTo>
                    <a:pt x="10528" y="321"/>
                    <a:pt x="10260" y="0"/>
                    <a:pt x="99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9" name="Google Shape;1849;p46"/>
            <p:cNvSpPr/>
            <p:nvPr/>
          </p:nvSpPr>
          <p:spPr>
            <a:xfrm>
              <a:off x="5627925" y="2446000"/>
              <a:ext cx="263200" cy="65575"/>
            </a:xfrm>
            <a:custGeom>
              <a:avLst/>
              <a:gdLst/>
              <a:ahLst/>
              <a:cxnLst/>
              <a:rect l="l" t="t" r="r" b="b"/>
              <a:pathLst>
                <a:path w="10528" h="2623" extrusionOk="0">
                  <a:moveTo>
                    <a:pt x="625" y="0"/>
                  </a:moveTo>
                  <a:cubicBezTo>
                    <a:pt x="268" y="0"/>
                    <a:pt x="1" y="321"/>
                    <a:pt x="54" y="678"/>
                  </a:cubicBezTo>
                  <a:lnTo>
                    <a:pt x="322" y="2266"/>
                  </a:lnTo>
                  <a:cubicBezTo>
                    <a:pt x="973" y="2013"/>
                    <a:pt x="1661" y="1920"/>
                    <a:pt x="2369" y="1920"/>
                  </a:cubicBezTo>
                  <a:cubicBezTo>
                    <a:pt x="4315" y="1920"/>
                    <a:pt x="6412" y="2622"/>
                    <a:pt x="8305" y="2622"/>
                  </a:cubicBezTo>
                  <a:cubicBezTo>
                    <a:pt x="8969" y="2622"/>
                    <a:pt x="9608" y="2536"/>
                    <a:pt x="10207" y="2302"/>
                  </a:cubicBezTo>
                  <a:lnTo>
                    <a:pt x="10474" y="678"/>
                  </a:lnTo>
                  <a:cubicBezTo>
                    <a:pt x="10528" y="321"/>
                    <a:pt x="10260" y="0"/>
                    <a:pt x="9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0" name="Google Shape;1850;p46"/>
            <p:cNvSpPr/>
            <p:nvPr/>
          </p:nvSpPr>
          <p:spPr>
            <a:xfrm>
              <a:off x="5816625" y="2318525"/>
              <a:ext cx="28125" cy="27125"/>
            </a:xfrm>
            <a:custGeom>
              <a:avLst/>
              <a:gdLst/>
              <a:ahLst/>
              <a:cxnLst/>
              <a:rect l="l" t="t" r="r" b="b"/>
              <a:pathLst>
                <a:path w="1125" h="1085" extrusionOk="0">
                  <a:moveTo>
                    <a:pt x="892" y="1"/>
                  </a:moveTo>
                  <a:cubicBezTo>
                    <a:pt x="834" y="1"/>
                    <a:pt x="776" y="23"/>
                    <a:pt x="732" y="68"/>
                  </a:cubicBezTo>
                  <a:lnTo>
                    <a:pt x="89" y="710"/>
                  </a:lnTo>
                  <a:cubicBezTo>
                    <a:pt x="0" y="799"/>
                    <a:pt x="0" y="942"/>
                    <a:pt x="89" y="1013"/>
                  </a:cubicBezTo>
                  <a:cubicBezTo>
                    <a:pt x="125" y="1067"/>
                    <a:pt x="179" y="1085"/>
                    <a:pt x="232" y="1085"/>
                  </a:cubicBezTo>
                  <a:cubicBezTo>
                    <a:pt x="286" y="1085"/>
                    <a:pt x="339" y="1067"/>
                    <a:pt x="393" y="1013"/>
                  </a:cubicBezTo>
                  <a:lnTo>
                    <a:pt x="1053" y="371"/>
                  </a:lnTo>
                  <a:cubicBezTo>
                    <a:pt x="1124" y="282"/>
                    <a:pt x="1124" y="139"/>
                    <a:pt x="1053" y="68"/>
                  </a:cubicBezTo>
                  <a:cubicBezTo>
                    <a:pt x="1008" y="23"/>
                    <a:pt x="950" y="1"/>
                    <a:pt x="8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1" name="Google Shape;1851;p46"/>
            <p:cNvSpPr/>
            <p:nvPr/>
          </p:nvSpPr>
          <p:spPr>
            <a:xfrm>
              <a:off x="5668975" y="2398825"/>
              <a:ext cx="28125" cy="27575"/>
            </a:xfrm>
            <a:custGeom>
              <a:avLst/>
              <a:gdLst/>
              <a:ahLst/>
              <a:cxnLst/>
              <a:rect l="l" t="t" r="r" b="b"/>
              <a:pathLst>
                <a:path w="1125" h="1103" extrusionOk="0">
                  <a:moveTo>
                    <a:pt x="230" y="0"/>
                  </a:moveTo>
                  <a:cubicBezTo>
                    <a:pt x="174" y="0"/>
                    <a:pt x="116" y="23"/>
                    <a:pt x="72" y="67"/>
                  </a:cubicBezTo>
                  <a:cubicBezTo>
                    <a:pt x="0" y="139"/>
                    <a:pt x="0" y="281"/>
                    <a:pt x="72" y="371"/>
                  </a:cubicBezTo>
                  <a:lnTo>
                    <a:pt x="750" y="1031"/>
                  </a:lnTo>
                  <a:cubicBezTo>
                    <a:pt x="785" y="1066"/>
                    <a:pt x="839" y="1102"/>
                    <a:pt x="892" y="1102"/>
                  </a:cubicBezTo>
                  <a:cubicBezTo>
                    <a:pt x="946" y="1102"/>
                    <a:pt x="999" y="1066"/>
                    <a:pt x="1053" y="1031"/>
                  </a:cubicBezTo>
                  <a:cubicBezTo>
                    <a:pt x="1124" y="942"/>
                    <a:pt x="1124" y="817"/>
                    <a:pt x="1053" y="727"/>
                  </a:cubicBezTo>
                  <a:lnTo>
                    <a:pt x="375" y="67"/>
                  </a:lnTo>
                  <a:cubicBezTo>
                    <a:pt x="339" y="23"/>
                    <a:pt x="286" y="0"/>
                    <a:pt x="2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2" name="Google Shape;1852;p46"/>
            <p:cNvSpPr/>
            <p:nvPr/>
          </p:nvSpPr>
          <p:spPr>
            <a:xfrm>
              <a:off x="5711350" y="2304700"/>
              <a:ext cx="27675" cy="26225"/>
            </a:xfrm>
            <a:custGeom>
              <a:avLst/>
              <a:gdLst/>
              <a:ahLst/>
              <a:cxnLst/>
              <a:rect l="l" t="t" r="r" b="b"/>
              <a:pathLst>
                <a:path w="1107" h="1049" extrusionOk="0">
                  <a:moveTo>
                    <a:pt x="241" y="1"/>
                  </a:moveTo>
                  <a:cubicBezTo>
                    <a:pt x="188" y="1"/>
                    <a:pt x="134" y="23"/>
                    <a:pt x="90" y="67"/>
                  </a:cubicBezTo>
                  <a:cubicBezTo>
                    <a:pt x="0" y="139"/>
                    <a:pt x="0" y="282"/>
                    <a:pt x="90" y="371"/>
                  </a:cubicBezTo>
                  <a:lnTo>
                    <a:pt x="714" y="995"/>
                  </a:lnTo>
                  <a:cubicBezTo>
                    <a:pt x="768" y="1031"/>
                    <a:pt x="821" y="1049"/>
                    <a:pt x="875" y="1049"/>
                  </a:cubicBezTo>
                  <a:cubicBezTo>
                    <a:pt x="928" y="1049"/>
                    <a:pt x="982" y="1031"/>
                    <a:pt x="1017" y="995"/>
                  </a:cubicBezTo>
                  <a:cubicBezTo>
                    <a:pt x="1107" y="906"/>
                    <a:pt x="1107" y="763"/>
                    <a:pt x="1017" y="692"/>
                  </a:cubicBezTo>
                  <a:lnTo>
                    <a:pt x="393" y="67"/>
                  </a:lnTo>
                  <a:cubicBezTo>
                    <a:pt x="348" y="23"/>
                    <a:pt x="295" y="1"/>
                    <a:pt x="2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3" name="Google Shape;1853;p46"/>
            <p:cNvSpPr/>
            <p:nvPr/>
          </p:nvSpPr>
          <p:spPr>
            <a:xfrm>
              <a:off x="5815275" y="2409425"/>
              <a:ext cx="38825" cy="10725"/>
            </a:xfrm>
            <a:custGeom>
              <a:avLst/>
              <a:gdLst/>
              <a:ahLst/>
              <a:cxnLst/>
              <a:rect l="l" t="t" r="r" b="b"/>
              <a:pathLst>
                <a:path w="1553" h="429" extrusionOk="0">
                  <a:moveTo>
                    <a:pt x="233" y="0"/>
                  </a:moveTo>
                  <a:cubicBezTo>
                    <a:pt x="108" y="0"/>
                    <a:pt x="1" y="89"/>
                    <a:pt x="1" y="214"/>
                  </a:cubicBezTo>
                  <a:cubicBezTo>
                    <a:pt x="1" y="339"/>
                    <a:pt x="108" y="428"/>
                    <a:pt x="233" y="428"/>
                  </a:cubicBezTo>
                  <a:lnTo>
                    <a:pt x="1339" y="428"/>
                  </a:lnTo>
                  <a:cubicBezTo>
                    <a:pt x="1464" y="428"/>
                    <a:pt x="1553" y="339"/>
                    <a:pt x="1553" y="214"/>
                  </a:cubicBezTo>
                  <a:cubicBezTo>
                    <a:pt x="1553" y="89"/>
                    <a:pt x="1464" y="0"/>
                    <a:pt x="1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4" name="Google Shape;1854;p46"/>
            <p:cNvSpPr/>
            <p:nvPr/>
          </p:nvSpPr>
          <p:spPr>
            <a:xfrm>
              <a:off x="5777375" y="2437525"/>
              <a:ext cx="65150" cy="49975"/>
            </a:xfrm>
            <a:custGeom>
              <a:avLst/>
              <a:gdLst/>
              <a:ahLst/>
              <a:cxnLst/>
              <a:rect l="l" t="t" r="r" b="b"/>
              <a:pathLst>
                <a:path w="2606" h="1999" extrusionOk="0">
                  <a:moveTo>
                    <a:pt x="0" y="0"/>
                  </a:moveTo>
                  <a:lnTo>
                    <a:pt x="0" y="339"/>
                  </a:lnTo>
                  <a:cubicBezTo>
                    <a:pt x="321" y="339"/>
                    <a:pt x="589" y="607"/>
                    <a:pt x="589" y="928"/>
                  </a:cubicBezTo>
                  <a:lnTo>
                    <a:pt x="589" y="1285"/>
                  </a:lnTo>
                  <a:cubicBezTo>
                    <a:pt x="589" y="1677"/>
                    <a:pt x="910" y="1999"/>
                    <a:pt x="1303" y="1999"/>
                  </a:cubicBezTo>
                  <a:cubicBezTo>
                    <a:pt x="1695" y="1999"/>
                    <a:pt x="2034" y="1677"/>
                    <a:pt x="2034" y="1285"/>
                  </a:cubicBezTo>
                  <a:lnTo>
                    <a:pt x="2034" y="928"/>
                  </a:lnTo>
                  <a:cubicBezTo>
                    <a:pt x="2034" y="607"/>
                    <a:pt x="2284" y="339"/>
                    <a:pt x="2605" y="339"/>
                  </a:cubicBezTo>
                  <a:lnTo>
                    <a:pt x="260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5" name="Google Shape;1855;p46"/>
            <p:cNvSpPr/>
            <p:nvPr/>
          </p:nvSpPr>
          <p:spPr>
            <a:xfrm>
              <a:off x="5668525" y="2580250"/>
              <a:ext cx="182025" cy="25450"/>
            </a:xfrm>
            <a:custGeom>
              <a:avLst/>
              <a:gdLst/>
              <a:ahLst/>
              <a:cxnLst/>
              <a:rect l="l" t="t" r="r" b="b"/>
              <a:pathLst>
                <a:path w="7281" h="1018" extrusionOk="0">
                  <a:moveTo>
                    <a:pt x="0" y="1"/>
                  </a:moveTo>
                  <a:lnTo>
                    <a:pt x="0" y="786"/>
                  </a:lnTo>
                  <a:cubicBezTo>
                    <a:pt x="0" y="911"/>
                    <a:pt x="107" y="1018"/>
                    <a:pt x="232" y="1018"/>
                  </a:cubicBezTo>
                  <a:lnTo>
                    <a:pt x="7048" y="1018"/>
                  </a:lnTo>
                  <a:cubicBezTo>
                    <a:pt x="7173" y="1018"/>
                    <a:pt x="7280" y="911"/>
                    <a:pt x="7280" y="786"/>
                  </a:cubicBezTo>
                  <a:lnTo>
                    <a:pt x="72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6" name="Google Shape;1856;p46"/>
            <p:cNvSpPr/>
            <p:nvPr/>
          </p:nvSpPr>
          <p:spPr>
            <a:xfrm>
              <a:off x="5754175" y="2580250"/>
              <a:ext cx="10725" cy="25450"/>
            </a:xfrm>
            <a:custGeom>
              <a:avLst/>
              <a:gdLst/>
              <a:ahLst/>
              <a:cxnLst/>
              <a:rect l="l" t="t" r="r" b="b"/>
              <a:pathLst>
                <a:path w="429" h="1018" extrusionOk="0">
                  <a:moveTo>
                    <a:pt x="0" y="1"/>
                  </a:moveTo>
                  <a:lnTo>
                    <a:pt x="0" y="1018"/>
                  </a:lnTo>
                  <a:lnTo>
                    <a:pt x="428" y="1018"/>
                  </a:lnTo>
                  <a:lnTo>
                    <a:pt x="4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7" name="Google Shape;1857;p46"/>
            <p:cNvSpPr/>
            <p:nvPr/>
          </p:nvSpPr>
          <p:spPr>
            <a:xfrm>
              <a:off x="5708225" y="2580250"/>
              <a:ext cx="10725" cy="25450"/>
            </a:xfrm>
            <a:custGeom>
              <a:avLst/>
              <a:gdLst/>
              <a:ahLst/>
              <a:cxnLst/>
              <a:rect l="l" t="t" r="r" b="b"/>
              <a:pathLst>
                <a:path w="429" h="1018" extrusionOk="0">
                  <a:moveTo>
                    <a:pt x="0" y="1"/>
                  </a:moveTo>
                  <a:lnTo>
                    <a:pt x="0" y="1018"/>
                  </a:lnTo>
                  <a:lnTo>
                    <a:pt x="429" y="1018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8" name="Google Shape;1858;p46"/>
            <p:cNvSpPr/>
            <p:nvPr/>
          </p:nvSpPr>
          <p:spPr>
            <a:xfrm>
              <a:off x="5800100" y="2580250"/>
              <a:ext cx="11200" cy="25450"/>
            </a:xfrm>
            <a:custGeom>
              <a:avLst/>
              <a:gdLst/>
              <a:ahLst/>
              <a:cxnLst/>
              <a:rect l="l" t="t" r="r" b="b"/>
              <a:pathLst>
                <a:path w="448" h="1018" extrusionOk="0">
                  <a:moveTo>
                    <a:pt x="1" y="1"/>
                  </a:moveTo>
                  <a:lnTo>
                    <a:pt x="1" y="1018"/>
                  </a:lnTo>
                  <a:lnTo>
                    <a:pt x="447" y="1018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9" name="Google Shape;1859;p46"/>
            <p:cNvSpPr/>
            <p:nvPr/>
          </p:nvSpPr>
          <p:spPr>
            <a:xfrm>
              <a:off x="5635950" y="2493975"/>
              <a:ext cx="247150" cy="47000"/>
            </a:xfrm>
            <a:custGeom>
              <a:avLst/>
              <a:gdLst/>
              <a:ahLst/>
              <a:cxnLst/>
              <a:rect l="l" t="t" r="r" b="b"/>
              <a:pathLst>
                <a:path w="9886" h="1880" extrusionOk="0">
                  <a:moveTo>
                    <a:pt x="2048" y="1"/>
                  </a:moveTo>
                  <a:cubicBezTo>
                    <a:pt x="1340" y="1"/>
                    <a:pt x="652" y="94"/>
                    <a:pt x="1" y="347"/>
                  </a:cubicBezTo>
                  <a:lnTo>
                    <a:pt x="179" y="1471"/>
                  </a:lnTo>
                  <a:cubicBezTo>
                    <a:pt x="783" y="1260"/>
                    <a:pt x="1418" y="1181"/>
                    <a:pt x="2069" y="1181"/>
                  </a:cubicBezTo>
                  <a:cubicBezTo>
                    <a:pt x="4007" y="1181"/>
                    <a:pt x="6095" y="1880"/>
                    <a:pt x="7985" y="1880"/>
                  </a:cubicBezTo>
                  <a:cubicBezTo>
                    <a:pt x="8576" y="1880"/>
                    <a:pt x="9148" y="1811"/>
                    <a:pt x="9689" y="1632"/>
                  </a:cubicBezTo>
                  <a:lnTo>
                    <a:pt x="9886" y="383"/>
                  </a:lnTo>
                  <a:lnTo>
                    <a:pt x="9886" y="383"/>
                  </a:lnTo>
                  <a:cubicBezTo>
                    <a:pt x="9287" y="617"/>
                    <a:pt x="8648" y="703"/>
                    <a:pt x="7984" y="703"/>
                  </a:cubicBezTo>
                  <a:cubicBezTo>
                    <a:pt x="6091" y="703"/>
                    <a:pt x="3994" y="1"/>
                    <a:pt x="20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47"/>
          <p:cNvSpPr txBox="1"/>
          <p:nvPr>
            <p:ph type="title"/>
          </p:nvPr>
        </p:nvSpPr>
        <p:spPr>
          <a:xfrm>
            <a:off x="683895" y="987425"/>
            <a:ext cx="3865245" cy="158432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MISSION AND VISION</a:t>
            </a:r>
            <a:endParaRPr lang="en-US" altLang="en-GB"/>
          </a:p>
        </p:txBody>
      </p:sp>
      <p:sp>
        <p:nvSpPr>
          <p:cNvPr id="1865" name="Google Shape;1865;p47"/>
          <p:cNvSpPr txBox="1"/>
          <p:nvPr>
            <p:ph type="subTitle" idx="1"/>
          </p:nvPr>
        </p:nvSpPr>
        <p:spPr>
          <a:xfrm>
            <a:off x="899795" y="2693035"/>
            <a:ext cx="3893185" cy="118745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2000"/>
              <a:t>Use of quality ingredients</a:t>
            </a:r>
            <a:endParaRPr lang="en-US" altLang="en-GB" sz="200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2000"/>
              <a:t>Mix of classic and new flavours</a:t>
            </a:r>
            <a:endParaRPr lang="en-US" altLang="en-GB" sz="200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2000"/>
              <a:t>Bringing joy and happiness</a:t>
            </a:r>
            <a:endParaRPr lang="en-US" altLang="en-GB" sz="2000"/>
          </a:p>
        </p:txBody>
      </p:sp>
      <p:pic>
        <p:nvPicPr>
          <p:cNvPr id="1866" name="Google Shape;1866;p47"/>
          <p:cNvPicPr preferRelativeResize="0"/>
          <p:nvPr/>
        </p:nvPicPr>
        <p:blipFill rotWithShape="1">
          <a:blip r:embed="rId1"/>
          <a:srcRect l="22857" t="40834" r="22862" b="4885"/>
          <a:stretch>
            <a:fillRect/>
          </a:stretch>
        </p:blipFill>
        <p:spPr>
          <a:xfrm>
            <a:off x="5699550" y="1410150"/>
            <a:ext cx="2780400" cy="27804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867" name="Google Shape;1867;p47"/>
          <p:cNvGrpSpPr/>
          <p:nvPr/>
        </p:nvGrpSpPr>
        <p:grpSpPr>
          <a:xfrm rot="3979131">
            <a:off x="7671148" y="1762272"/>
            <a:ext cx="910753" cy="372381"/>
            <a:chOff x="6810700" y="1337175"/>
            <a:chExt cx="300650" cy="122925"/>
          </a:xfrm>
        </p:grpSpPr>
        <p:sp>
          <p:nvSpPr>
            <p:cNvPr id="1868" name="Google Shape;1868;p47"/>
            <p:cNvSpPr/>
            <p:nvPr/>
          </p:nvSpPr>
          <p:spPr>
            <a:xfrm>
              <a:off x="6810700" y="1340300"/>
              <a:ext cx="113750" cy="119800"/>
            </a:xfrm>
            <a:custGeom>
              <a:avLst/>
              <a:gdLst/>
              <a:ahLst/>
              <a:cxnLst/>
              <a:rect l="l" t="t" r="r" b="b"/>
              <a:pathLst>
                <a:path w="4550" h="4792" extrusionOk="0">
                  <a:moveTo>
                    <a:pt x="2489" y="0"/>
                  </a:moveTo>
                  <a:cubicBezTo>
                    <a:pt x="2294" y="0"/>
                    <a:pt x="2091" y="60"/>
                    <a:pt x="1900" y="190"/>
                  </a:cubicBezTo>
                  <a:cubicBezTo>
                    <a:pt x="1026" y="787"/>
                    <a:pt x="0" y="1804"/>
                    <a:pt x="205" y="2982"/>
                  </a:cubicBezTo>
                  <a:cubicBezTo>
                    <a:pt x="399" y="4093"/>
                    <a:pt x="1292" y="4792"/>
                    <a:pt x="1932" y="4792"/>
                  </a:cubicBezTo>
                  <a:cubicBezTo>
                    <a:pt x="1970" y="4792"/>
                    <a:pt x="2007" y="4789"/>
                    <a:pt x="2043" y="4784"/>
                  </a:cubicBezTo>
                  <a:cubicBezTo>
                    <a:pt x="2677" y="4695"/>
                    <a:pt x="4238" y="4588"/>
                    <a:pt x="4389" y="3607"/>
                  </a:cubicBezTo>
                  <a:cubicBezTo>
                    <a:pt x="4550" y="2616"/>
                    <a:pt x="4113" y="2099"/>
                    <a:pt x="3471" y="1831"/>
                  </a:cubicBezTo>
                  <a:cubicBezTo>
                    <a:pt x="3791" y="753"/>
                    <a:pt x="3183" y="0"/>
                    <a:pt x="2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9" name="Google Shape;1869;p47"/>
            <p:cNvSpPr/>
            <p:nvPr/>
          </p:nvSpPr>
          <p:spPr>
            <a:xfrm>
              <a:off x="6887850" y="1337175"/>
              <a:ext cx="223500" cy="121350"/>
            </a:xfrm>
            <a:custGeom>
              <a:avLst/>
              <a:gdLst/>
              <a:ahLst/>
              <a:cxnLst/>
              <a:rect l="l" t="t" r="r" b="b"/>
              <a:pathLst>
                <a:path w="8940" h="4854" extrusionOk="0">
                  <a:moveTo>
                    <a:pt x="4793" y="1"/>
                  </a:moveTo>
                  <a:cubicBezTo>
                    <a:pt x="4593" y="1"/>
                    <a:pt x="4393" y="16"/>
                    <a:pt x="4194" y="47"/>
                  </a:cubicBezTo>
                  <a:cubicBezTo>
                    <a:pt x="3061" y="234"/>
                    <a:pt x="1999" y="698"/>
                    <a:pt x="1089" y="1367"/>
                  </a:cubicBezTo>
                  <a:cubicBezTo>
                    <a:pt x="875" y="1528"/>
                    <a:pt x="652" y="1671"/>
                    <a:pt x="385" y="1751"/>
                  </a:cubicBezTo>
                  <a:cubicBezTo>
                    <a:pt x="197" y="1813"/>
                    <a:pt x="1" y="1938"/>
                    <a:pt x="99" y="2322"/>
                  </a:cubicBezTo>
                  <a:cubicBezTo>
                    <a:pt x="206" y="2277"/>
                    <a:pt x="277" y="2260"/>
                    <a:pt x="340" y="2215"/>
                  </a:cubicBezTo>
                  <a:cubicBezTo>
                    <a:pt x="474" y="2126"/>
                    <a:pt x="599" y="2019"/>
                    <a:pt x="732" y="1921"/>
                  </a:cubicBezTo>
                  <a:cubicBezTo>
                    <a:pt x="1054" y="1689"/>
                    <a:pt x="1393" y="1466"/>
                    <a:pt x="1732" y="1251"/>
                  </a:cubicBezTo>
                  <a:cubicBezTo>
                    <a:pt x="1964" y="1109"/>
                    <a:pt x="2187" y="948"/>
                    <a:pt x="2427" y="841"/>
                  </a:cubicBezTo>
                  <a:cubicBezTo>
                    <a:pt x="2945" y="600"/>
                    <a:pt x="3489" y="431"/>
                    <a:pt x="4042" y="333"/>
                  </a:cubicBezTo>
                  <a:cubicBezTo>
                    <a:pt x="4351" y="273"/>
                    <a:pt x="4662" y="237"/>
                    <a:pt x="4971" y="237"/>
                  </a:cubicBezTo>
                  <a:cubicBezTo>
                    <a:pt x="5259" y="237"/>
                    <a:pt x="5546" y="268"/>
                    <a:pt x="5826" y="342"/>
                  </a:cubicBezTo>
                  <a:cubicBezTo>
                    <a:pt x="6388" y="484"/>
                    <a:pt x="6897" y="779"/>
                    <a:pt x="7361" y="1136"/>
                  </a:cubicBezTo>
                  <a:cubicBezTo>
                    <a:pt x="7628" y="1350"/>
                    <a:pt x="7887" y="1590"/>
                    <a:pt x="8119" y="1867"/>
                  </a:cubicBezTo>
                  <a:cubicBezTo>
                    <a:pt x="8342" y="2135"/>
                    <a:pt x="8556" y="2429"/>
                    <a:pt x="8681" y="2750"/>
                  </a:cubicBezTo>
                  <a:cubicBezTo>
                    <a:pt x="8699" y="2804"/>
                    <a:pt x="8690" y="2848"/>
                    <a:pt x="8699" y="2893"/>
                  </a:cubicBezTo>
                  <a:cubicBezTo>
                    <a:pt x="8690" y="2938"/>
                    <a:pt x="8681" y="2982"/>
                    <a:pt x="8672" y="3027"/>
                  </a:cubicBezTo>
                  <a:cubicBezTo>
                    <a:pt x="8654" y="3152"/>
                    <a:pt x="8610" y="3285"/>
                    <a:pt x="8556" y="3410"/>
                  </a:cubicBezTo>
                  <a:cubicBezTo>
                    <a:pt x="8512" y="3535"/>
                    <a:pt x="8440" y="3660"/>
                    <a:pt x="8378" y="3776"/>
                  </a:cubicBezTo>
                  <a:cubicBezTo>
                    <a:pt x="8235" y="4017"/>
                    <a:pt x="8066" y="4240"/>
                    <a:pt x="7860" y="4418"/>
                  </a:cubicBezTo>
                  <a:cubicBezTo>
                    <a:pt x="7771" y="4499"/>
                    <a:pt x="7673" y="4543"/>
                    <a:pt x="7566" y="4579"/>
                  </a:cubicBezTo>
                  <a:cubicBezTo>
                    <a:pt x="7517" y="4588"/>
                    <a:pt x="7463" y="4592"/>
                    <a:pt x="7409" y="4592"/>
                  </a:cubicBezTo>
                  <a:cubicBezTo>
                    <a:pt x="7354" y="4592"/>
                    <a:pt x="7298" y="4588"/>
                    <a:pt x="7245" y="4579"/>
                  </a:cubicBezTo>
                  <a:cubicBezTo>
                    <a:pt x="7040" y="4552"/>
                    <a:pt x="6826" y="4454"/>
                    <a:pt x="6674" y="4302"/>
                  </a:cubicBezTo>
                  <a:cubicBezTo>
                    <a:pt x="6513" y="4151"/>
                    <a:pt x="6406" y="3937"/>
                    <a:pt x="6397" y="3714"/>
                  </a:cubicBezTo>
                  <a:cubicBezTo>
                    <a:pt x="6397" y="3375"/>
                    <a:pt x="6576" y="3045"/>
                    <a:pt x="6826" y="2830"/>
                  </a:cubicBezTo>
                  <a:cubicBezTo>
                    <a:pt x="6888" y="2777"/>
                    <a:pt x="6959" y="2732"/>
                    <a:pt x="7031" y="2697"/>
                  </a:cubicBezTo>
                  <a:cubicBezTo>
                    <a:pt x="7090" y="2667"/>
                    <a:pt x="7155" y="2650"/>
                    <a:pt x="7206" y="2650"/>
                  </a:cubicBezTo>
                  <a:cubicBezTo>
                    <a:pt x="7217" y="2650"/>
                    <a:pt x="7227" y="2651"/>
                    <a:pt x="7236" y="2652"/>
                  </a:cubicBezTo>
                  <a:cubicBezTo>
                    <a:pt x="7316" y="2661"/>
                    <a:pt x="7396" y="2679"/>
                    <a:pt x="7450" y="2715"/>
                  </a:cubicBezTo>
                  <a:cubicBezTo>
                    <a:pt x="7503" y="2741"/>
                    <a:pt x="7530" y="2786"/>
                    <a:pt x="7557" y="2857"/>
                  </a:cubicBezTo>
                  <a:cubicBezTo>
                    <a:pt x="7566" y="2884"/>
                    <a:pt x="7557" y="2929"/>
                    <a:pt x="7584" y="2955"/>
                  </a:cubicBezTo>
                  <a:cubicBezTo>
                    <a:pt x="7619" y="2982"/>
                    <a:pt x="7682" y="3036"/>
                    <a:pt x="7735" y="3036"/>
                  </a:cubicBezTo>
                  <a:cubicBezTo>
                    <a:pt x="7798" y="3027"/>
                    <a:pt x="7896" y="2964"/>
                    <a:pt x="7905" y="2920"/>
                  </a:cubicBezTo>
                  <a:cubicBezTo>
                    <a:pt x="7923" y="2848"/>
                    <a:pt x="7878" y="2768"/>
                    <a:pt x="7825" y="2688"/>
                  </a:cubicBezTo>
                  <a:cubicBezTo>
                    <a:pt x="7789" y="2625"/>
                    <a:pt x="7727" y="2563"/>
                    <a:pt x="7655" y="2527"/>
                  </a:cubicBezTo>
                  <a:cubicBezTo>
                    <a:pt x="7584" y="2483"/>
                    <a:pt x="7512" y="2465"/>
                    <a:pt x="7450" y="2447"/>
                  </a:cubicBezTo>
                  <a:cubicBezTo>
                    <a:pt x="7396" y="2429"/>
                    <a:pt x="7343" y="2420"/>
                    <a:pt x="7289" y="2411"/>
                  </a:cubicBezTo>
                  <a:cubicBezTo>
                    <a:pt x="7272" y="2411"/>
                    <a:pt x="7236" y="2402"/>
                    <a:pt x="7200" y="2402"/>
                  </a:cubicBezTo>
                  <a:cubicBezTo>
                    <a:pt x="7156" y="2402"/>
                    <a:pt x="7129" y="2411"/>
                    <a:pt x="7093" y="2420"/>
                  </a:cubicBezTo>
                  <a:cubicBezTo>
                    <a:pt x="6977" y="2447"/>
                    <a:pt x="6870" y="2500"/>
                    <a:pt x="6781" y="2563"/>
                  </a:cubicBezTo>
                  <a:cubicBezTo>
                    <a:pt x="6602" y="2688"/>
                    <a:pt x="6460" y="2848"/>
                    <a:pt x="6344" y="3036"/>
                  </a:cubicBezTo>
                  <a:cubicBezTo>
                    <a:pt x="6237" y="3223"/>
                    <a:pt x="6165" y="3437"/>
                    <a:pt x="6156" y="3669"/>
                  </a:cubicBezTo>
                  <a:cubicBezTo>
                    <a:pt x="6148" y="3910"/>
                    <a:pt x="6237" y="4142"/>
                    <a:pt x="6362" y="4329"/>
                  </a:cubicBezTo>
                  <a:cubicBezTo>
                    <a:pt x="6540" y="4570"/>
                    <a:pt x="6790" y="4749"/>
                    <a:pt x="7075" y="4820"/>
                  </a:cubicBezTo>
                  <a:cubicBezTo>
                    <a:pt x="7167" y="4841"/>
                    <a:pt x="7256" y="4853"/>
                    <a:pt x="7347" y="4853"/>
                  </a:cubicBezTo>
                  <a:cubicBezTo>
                    <a:pt x="7406" y="4853"/>
                    <a:pt x="7467" y="4848"/>
                    <a:pt x="7530" y="4838"/>
                  </a:cubicBezTo>
                  <a:cubicBezTo>
                    <a:pt x="7700" y="4811"/>
                    <a:pt x="7825" y="4731"/>
                    <a:pt x="7941" y="4650"/>
                  </a:cubicBezTo>
                  <a:cubicBezTo>
                    <a:pt x="8164" y="4481"/>
                    <a:pt x="8333" y="4276"/>
                    <a:pt x="8476" y="4062"/>
                  </a:cubicBezTo>
                  <a:cubicBezTo>
                    <a:pt x="8628" y="3847"/>
                    <a:pt x="8744" y="3624"/>
                    <a:pt x="8833" y="3375"/>
                  </a:cubicBezTo>
                  <a:cubicBezTo>
                    <a:pt x="8886" y="3214"/>
                    <a:pt x="8940" y="3054"/>
                    <a:pt x="8913" y="2866"/>
                  </a:cubicBezTo>
                  <a:cubicBezTo>
                    <a:pt x="8886" y="2670"/>
                    <a:pt x="8806" y="2536"/>
                    <a:pt x="8735" y="2393"/>
                  </a:cubicBezTo>
                  <a:cubicBezTo>
                    <a:pt x="8583" y="2117"/>
                    <a:pt x="8396" y="1867"/>
                    <a:pt x="8190" y="1635"/>
                  </a:cubicBezTo>
                  <a:cubicBezTo>
                    <a:pt x="7593" y="921"/>
                    <a:pt x="6790" y="350"/>
                    <a:pt x="5871" y="136"/>
                  </a:cubicBezTo>
                  <a:cubicBezTo>
                    <a:pt x="5520" y="50"/>
                    <a:pt x="5157" y="1"/>
                    <a:pt x="4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0" name="Google Shape;1870;p47"/>
            <p:cNvSpPr/>
            <p:nvPr/>
          </p:nvSpPr>
          <p:spPr>
            <a:xfrm>
              <a:off x="6842750" y="1350575"/>
              <a:ext cx="36925" cy="18075"/>
            </a:xfrm>
            <a:custGeom>
              <a:avLst/>
              <a:gdLst/>
              <a:ahLst/>
              <a:cxnLst/>
              <a:rect l="l" t="t" r="r" b="b"/>
              <a:pathLst>
                <a:path w="1477" h="723" extrusionOk="0">
                  <a:moveTo>
                    <a:pt x="1114" y="0"/>
                  </a:moveTo>
                  <a:cubicBezTo>
                    <a:pt x="695" y="0"/>
                    <a:pt x="341" y="306"/>
                    <a:pt x="47" y="600"/>
                  </a:cubicBezTo>
                  <a:cubicBezTo>
                    <a:pt x="0" y="653"/>
                    <a:pt x="50" y="722"/>
                    <a:pt x="107" y="722"/>
                  </a:cubicBezTo>
                  <a:cubicBezTo>
                    <a:pt x="126" y="722"/>
                    <a:pt x="146" y="715"/>
                    <a:pt x="163" y="698"/>
                  </a:cubicBezTo>
                  <a:cubicBezTo>
                    <a:pt x="429" y="432"/>
                    <a:pt x="743" y="149"/>
                    <a:pt x="1121" y="149"/>
                  </a:cubicBezTo>
                  <a:cubicBezTo>
                    <a:pt x="1200" y="149"/>
                    <a:pt x="1282" y="161"/>
                    <a:pt x="1368" y="189"/>
                  </a:cubicBezTo>
                  <a:cubicBezTo>
                    <a:pt x="1375" y="191"/>
                    <a:pt x="1382" y="192"/>
                    <a:pt x="1389" y="192"/>
                  </a:cubicBezTo>
                  <a:cubicBezTo>
                    <a:pt x="1461" y="192"/>
                    <a:pt x="1476" y="71"/>
                    <a:pt x="1395" y="46"/>
                  </a:cubicBezTo>
                  <a:cubicBezTo>
                    <a:pt x="1298" y="15"/>
                    <a:pt x="1204" y="0"/>
                    <a:pt x="1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1" name="Google Shape;1871;p47"/>
            <p:cNvSpPr/>
            <p:nvPr/>
          </p:nvSpPr>
          <p:spPr>
            <a:xfrm>
              <a:off x="6880500" y="1355525"/>
              <a:ext cx="5150" cy="3800"/>
            </a:xfrm>
            <a:custGeom>
              <a:avLst/>
              <a:gdLst/>
              <a:ahLst/>
              <a:cxnLst/>
              <a:rect l="l" t="t" r="r" b="b"/>
              <a:pathLst>
                <a:path w="206" h="152" extrusionOk="0">
                  <a:moveTo>
                    <a:pt x="99" y="0"/>
                  </a:moveTo>
                  <a:cubicBezTo>
                    <a:pt x="1" y="0"/>
                    <a:pt x="9" y="152"/>
                    <a:pt x="108" y="152"/>
                  </a:cubicBezTo>
                  <a:cubicBezTo>
                    <a:pt x="206" y="152"/>
                    <a:pt x="197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48"/>
          <p:cNvSpPr txBox="1"/>
          <p:nvPr>
            <p:ph type="title" idx="3"/>
          </p:nvPr>
        </p:nvSpPr>
        <p:spPr>
          <a:xfrm>
            <a:off x="1609725" y="257175"/>
            <a:ext cx="4345305" cy="113919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IMPORTANCE OF ABOUT PAGE</a:t>
            </a:r>
            <a:endParaRPr lang="en-US" altLang="en-GB"/>
          </a:p>
        </p:txBody>
      </p:sp>
      <p:sp>
        <p:nvSpPr>
          <p:cNvPr id="1880" name="Google Shape;1880;p48"/>
          <p:cNvSpPr txBox="1"/>
          <p:nvPr>
            <p:ph type="subTitle" idx="4"/>
          </p:nvPr>
        </p:nvSpPr>
        <p:spPr>
          <a:xfrm>
            <a:off x="1475740" y="1924050"/>
            <a:ext cx="4011930" cy="189674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2000"/>
              <a:t>Builds trust with users</a:t>
            </a:r>
            <a:endParaRPr lang="en-US" altLang="en-GB" sz="200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2000"/>
              <a:t>Explains purpose of website</a:t>
            </a:r>
            <a:endParaRPr lang="en-US" altLang="en-GB" sz="200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2000"/>
              <a:t>Connects emotionally with customers</a:t>
            </a:r>
            <a:endParaRPr lang="en-US" altLang="en-GB" sz="2000"/>
          </a:p>
        </p:txBody>
      </p:sp>
      <p:grpSp>
        <p:nvGrpSpPr>
          <p:cNvPr id="1883" name="Google Shape;1883;p48"/>
          <p:cNvGrpSpPr/>
          <p:nvPr/>
        </p:nvGrpSpPr>
        <p:grpSpPr>
          <a:xfrm>
            <a:off x="4517958" y="4389876"/>
            <a:ext cx="654864" cy="629463"/>
            <a:chOff x="6183725" y="2237675"/>
            <a:chExt cx="368025" cy="353750"/>
          </a:xfrm>
        </p:grpSpPr>
        <p:sp>
          <p:nvSpPr>
            <p:cNvPr id="1884" name="Google Shape;1884;p48"/>
            <p:cNvSpPr/>
            <p:nvPr/>
          </p:nvSpPr>
          <p:spPr>
            <a:xfrm>
              <a:off x="6318875" y="2237675"/>
              <a:ext cx="124925" cy="125375"/>
            </a:xfrm>
            <a:custGeom>
              <a:avLst/>
              <a:gdLst/>
              <a:ahLst/>
              <a:cxnLst/>
              <a:rect l="l" t="t" r="r" b="b"/>
              <a:pathLst>
                <a:path w="4997" h="5015" extrusionOk="0">
                  <a:moveTo>
                    <a:pt x="2499" y="1"/>
                  </a:moveTo>
                  <a:cubicBezTo>
                    <a:pt x="1107" y="1"/>
                    <a:pt x="1" y="1125"/>
                    <a:pt x="1" y="2499"/>
                  </a:cubicBezTo>
                  <a:cubicBezTo>
                    <a:pt x="1" y="3890"/>
                    <a:pt x="1107" y="5014"/>
                    <a:pt x="2499" y="5014"/>
                  </a:cubicBezTo>
                  <a:cubicBezTo>
                    <a:pt x="3873" y="5014"/>
                    <a:pt x="4997" y="3890"/>
                    <a:pt x="4997" y="2499"/>
                  </a:cubicBezTo>
                  <a:cubicBezTo>
                    <a:pt x="4997" y="1125"/>
                    <a:pt x="3873" y="1"/>
                    <a:pt x="24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5" name="Google Shape;1885;p48"/>
            <p:cNvSpPr/>
            <p:nvPr/>
          </p:nvSpPr>
          <p:spPr>
            <a:xfrm>
              <a:off x="6364375" y="2258200"/>
              <a:ext cx="10750" cy="10725"/>
            </a:xfrm>
            <a:custGeom>
              <a:avLst/>
              <a:gdLst/>
              <a:ahLst/>
              <a:cxnLst/>
              <a:rect l="l" t="t" r="r" b="b"/>
              <a:pathLst>
                <a:path w="430" h="429" extrusionOk="0">
                  <a:moveTo>
                    <a:pt x="215" y="0"/>
                  </a:moveTo>
                  <a:cubicBezTo>
                    <a:pt x="108" y="0"/>
                    <a:pt x="1" y="107"/>
                    <a:pt x="1" y="215"/>
                  </a:cubicBezTo>
                  <a:cubicBezTo>
                    <a:pt x="1" y="339"/>
                    <a:pt x="108" y="429"/>
                    <a:pt x="215" y="429"/>
                  </a:cubicBezTo>
                  <a:cubicBezTo>
                    <a:pt x="340" y="429"/>
                    <a:pt x="429" y="339"/>
                    <a:pt x="429" y="215"/>
                  </a:cubicBezTo>
                  <a:cubicBezTo>
                    <a:pt x="429" y="107"/>
                    <a:pt x="340" y="0"/>
                    <a:pt x="2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6" name="Google Shape;1886;p48"/>
            <p:cNvSpPr/>
            <p:nvPr/>
          </p:nvSpPr>
          <p:spPr>
            <a:xfrm>
              <a:off x="6391150" y="2315750"/>
              <a:ext cx="10725" cy="10725"/>
            </a:xfrm>
            <a:custGeom>
              <a:avLst/>
              <a:gdLst/>
              <a:ahLst/>
              <a:cxnLst/>
              <a:rect l="l" t="t" r="r" b="b"/>
              <a:pathLst>
                <a:path w="429" h="429" extrusionOk="0">
                  <a:moveTo>
                    <a:pt x="215" y="0"/>
                  </a:moveTo>
                  <a:cubicBezTo>
                    <a:pt x="90" y="0"/>
                    <a:pt x="0" y="89"/>
                    <a:pt x="0" y="214"/>
                  </a:cubicBezTo>
                  <a:cubicBezTo>
                    <a:pt x="0" y="339"/>
                    <a:pt x="90" y="428"/>
                    <a:pt x="215" y="428"/>
                  </a:cubicBezTo>
                  <a:cubicBezTo>
                    <a:pt x="322" y="428"/>
                    <a:pt x="429" y="339"/>
                    <a:pt x="429" y="214"/>
                  </a:cubicBezTo>
                  <a:cubicBezTo>
                    <a:pt x="429" y="89"/>
                    <a:pt x="322" y="0"/>
                    <a:pt x="2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7" name="Google Shape;1887;p48"/>
            <p:cNvSpPr/>
            <p:nvPr/>
          </p:nvSpPr>
          <p:spPr>
            <a:xfrm>
              <a:off x="6417475" y="2287650"/>
              <a:ext cx="10725" cy="10725"/>
            </a:xfrm>
            <a:custGeom>
              <a:avLst/>
              <a:gdLst/>
              <a:ahLst/>
              <a:cxnLst/>
              <a:rect l="l" t="t" r="r" b="b"/>
              <a:pathLst>
                <a:path w="429" h="429" extrusionOk="0">
                  <a:moveTo>
                    <a:pt x="214" y="0"/>
                  </a:moveTo>
                  <a:cubicBezTo>
                    <a:pt x="107" y="0"/>
                    <a:pt x="0" y="89"/>
                    <a:pt x="0" y="214"/>
                  </a:cubicBezTo>
                  <a:cubicBezTo>
                    <a:pt x="0" y="321"/>
                    <a:pt x="107" y="428"/>
                    <a:pt x="214" y="428"/>
                  </a:cubicBezTo>
                  <a:cubicBezTo>
                    <a:pt x="339" y="428"/>
                    <a:pt x="428" y="321"/>
                    <a:pt x="428" y="214"/>
                  </a:cubicBezTo>
                  <a:cubicBezTo>
                    <a:pt x="428" y="89"/>
                    <a:pt x="339" y="0"/>
                    <a:pt x="2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8" name="Google Shape;1888;p48"/>
            <p:cNvSpPr/>
            <p:nvPr/>
          </p:nvSpPr>
          <p:spPr>
            <a:xfrm>
              <a:off x="6224775" y="2270250"/>
              <a:ext cx="121350" cy="106750"/>
            </a:xfrm>
            <a:custGeom>
              <a:avLst/>
              <a:gdLst/>
              <a:ahLst/>
              <a:cxnLst/>
              <a:rect l="l" t="t" r="r" b="b"/>
              <a:pathLst>
                <a:path w="4854" h="4270" extrusionOk="0">
                  <a:moveTo>
                    <a:pt x="3408" y="0"/>
                  </a:moveTo>
                  <a:lnTo>
                    <a:pt x="678" y="1892"/>
                  </a:lnTo>
                  <a:cubicBezTo>
                    <a:pt x="196" y="2231"/>
                    <a:pt x="0" y="2855"/>
                    <a:pt x="196" y="3408"/>
                  </a:cubicBezTo>
                  <a:cubicBezTo>
                    <a:pt x="380" y="3925"/>
                    <a:pt x="874" y="4270"/>
                    <a:pt x="1418" y="4270"/>
                  </a:cubicBezTo>
                  <a:cubicBezTo>
                    <a:pt x="1457" y="4270"/>
                    <a:pt x="1496" y="4268"/>
                    <a:pt x="1535" y="4265"/>
                  </a:cubicBezTo>
                  <a:lnTo>
                    <a:pt x="4853" y="3961"/>
                  </a:lnTo>
                  <a:lnTo>
                    <a:pt x="34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9" name="Google Shape;1889;p48"/>
            <p:cNvSpPr/>
            <p:nvPr/>
          </p:nvSpPr>
          <p:spPr>
            <a:xfrm>
              <a:off x="6306400" y="2248725"/>
              <a:ext cx="71850" cy="131625"/>
            </a:xfrm>
            <a:custGeom>
              <a:avLst/>
              <a:gdLst/>
              <a:ahLst/>
              <a:cxnLst/>
              <a:rect l="l" t="t" r="r" b="b"/>
              <a:pathLst>
                <a:path w="2874" h="5265" extrusionOk="0">
                  <a:moveTo>
                    <a:pt x="833" y="0"/>
                  </a:moveTo>
                  <a:cubicBezTo>
                    <a:pt x="787" y="0"/>
                    <a:pt x="741" y="8"/>
                    <a:pt x="696" y="23"/>
                  </a:cubicBezTo>
                  <a:lnTo>
                    <a:pt x="322" y="165"/>
                  </a:lnTo>
                  <a:cubicBezTo>
                    <a:pt x="107" y="237"/>
                    <a:pt x="0" y="469"/>
                    <a:pt x="72" y="683"/>
                  </a:cubicBezTo>
                  <a:lnTo>
                    <a:pt x="1642" y="5001"/>
                  </a:lnTo>
                  <a:cubicBezTo>
                    <a:pt x="1710" y="5163"/>
                    <a:pt x="1860" y="5264"/>
                    <a:pt x="2014" y="5264"/>
                  </a:cubicBezTo>
                  <a:cubicBezTo>
                    <a:pt x="2063" y="5264"/>
                    <a:pt x="2112" y="5254"/>
                    <a:pt x="2159" y="5233"/>
                  </a:cubicBezTo>
                  <a:lnTo>
                    <a:pt x="2552" y="5108"/>
                  </a:lnTo>
                  <a:cubicBezTo>
                    <a:pt x="2766" y="5019"/>
                    <a:pt x="2873" y="4787"/>
                    <a:pt x="2784" y="4572"/>
                  </a:cubicBezTo>
                  <a:lnTo>
                    <a:pt x="1214" y="255"/>
                  </a:lnTo>
                  <a:cubicBezTo>
                    <a:pt x="1157" y="100"/>
                    <a:pt x="1001" y="0"/>
                    <a:pt x="8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0" name="Google Shape;1890;p48"/>
            <p:cNvSpPr/>
            <p:nvPr/>
          </p:nvSpPr>
          <p:spPr>
            <a:xfrm>
              <a:off x="6183725" y="2362575"/>
              <a:ext cx="368025" cy="187825"/>
            </a:xfrm>
            <a:custGeom>
              <a:avLst/>
              <a:gdLst/>
              <a:ahLst/>
              <a:cxnLst/>
              <a:rect l="l" t="t" r="r" b="b"/>
              <a:pathLst>
                <a:path w="14721" h="7513" extrusionOk="0">
                  <a:moveTo>
                    <a:pt x="1107" y="1"/>
                  </a:moveTo>
                  <a:cubicBezTo>
                    <a:pt x="482" y="1"/>
                    <a:pt x="1" y="482"/>
                    <a:pt x="1" y="1107"/>
                  </a:cubicBezTo>
                  <a:lnTo>
                    <a:pt x="1" y="6727"/>
                  </a:lnTo>
                  <a:cubicBezTo>
                    <a:pt x="1" y="7156"/>
                    <a:pt x="358" y="7512"/>
                    <a:pt x="786" y="7512"/>
                  </a:cubicBezTo>
                  <a:lnTo>
                    <a:pt x="13936" y="7512"/>
                  </a:lnTo>
                  <a:cubicBezTo>
                    <a:pt x="14364" y="7512"/>
                    <a:pt x="14721" y="7156"/>
                    <a:pt x="14721" y="6727"/>
                  </a:cubicBezTo>
                  <a:lnTo>
                    <a:pt x="14721" y="4907"/>
                  </a:lnTo>
                  <a:cubicBezTo>
                    <a:pt x="14721" y="4211"/>
                    <a:pt x="14275" y="3605"/>
                    <a:pt x="13632" y="3391"/>
                  </a:cubicBezTo>
                  <a:lnTo>
                    <a:pt x="12705" y="3070"/>
                  </a:lnTo>
                  <a:cubicBezTo>
                    <a:pt x="12526" y="3016"/>
                    <a:pt x="12383" y="2873"/>
                    <a:pt x="12294" y="2695"/>
                  </a:cubicBezTo>
                  <a:lnTo>
                    <a:pt x="11527" y="804"/>
                  </a:lnTo>
                  <a:cubicBezTo>
                    <a:pt x="11331" y="322"/>
                    <a:pt x="10849" y="1"/>
                    <a:pt x="103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1" name="Google Shape;1891;p48"/>
            <p:cNvSpPr/>
            <p:nvPr/>
          </p:nvSpPr>
          <p:spPr>
            <a:xfrm>
              <a:off x="6183725" y="2509775"/>
              <a:ext cx="368025" cy="40625"/>
            </a:xfrm>
            <a:custGeom>
              <a:avLst/>
              <a:gdLst/>
              <a:ahLst/>
              <a:cxnLst/>
              <a:rect l="l" t="t" r="r" b="b"/>
              <a:pathLst>
                <a:path w="14721" h="1625" extrusionOk="0">
                  <a:moveTo>
                    <a:pt x="1" y="1"/>
                  </a:moveTo>
                  <a:lnTo>
                    <a:pt x="1" y="839"/>
                  </a:lnTo>
                  <a:cubicBezTo>
                    <a:pt x="1" y="1268"/>
                    <a:pt x="358" y="1624"/>
                    <a:pt x="786" y="1624"/>
                  </a:cubicBezTo>
                  <a:lnTo>
                    <a:pt x="13936" y="1624"/>
                  </a:lnTo>
                  <a:cubicBezTo>
                    <a:pt x="14364" y="1624"/>
                    <a:pt x="14721" y="1268"/>
                    <a:pt x="14721" y="839"/>
                  </a:cubicBezTo>
                  <a:lnTo>
                    <a:pt x="147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2" name="Google Shape;1892;p48"/>
            <p:cNvSpPr/>
            <p:nvPr/>
          </p:nvSpPr>
          <p:spPr>
            <a:xfrm>
              <a:off x="6327800" y="2509775"/>
              <a:ext cx="10750" cy="40625"/>
            </a:xfrm>
            <a:custGeom>
              <a:avLst/>
              <a:gdLst/>
              <a:ahLst/>
              <a:cxnLst/>
              <a:rect l="l" t="t" r="r" b="b"/>
              <a:pathLst>
                <a:path w="430" h="1625" extrusionOk="0">
                  <a:moveTo>
                    <a:pt x="1" y="1"/>
                  </a:moveTo>
                  <a:lnTo>
                    <a:pt x="1" y="1624"/>
                  </a:lnTo>
                  <a:lnTo>
                    <a:pt x="429" y="1624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3" name="Google Shape;1893;p48"/>
            <p:cNvSpPr/>
            <p:nvPr/>
          </p:nvSpPr>
          <p:spPr>
            <a:xfrm>
              <a:off x="6374200" y="2509775"/>
              <a:ext cx="10725" cy="40625"/>
            </a:xfrm>
            <a:custGeom>
              <a:avLst/>
              <a:gdLst/>
              <a:ahLst/>
              <a:cxnLst/>
              <a:rect l="l" t="t" r="r" b="b"/>
              <a:pathLst>
                <a:path w="429" h="1625" extrusionOk="0">
                  <a:moveTo>
                    <a:pt x="0" y="1"/>
                  </a:moveTo>
                  <a:lnTo>
                    <a:pt x="0" y="1624"/>
                  </a:lnTo>
                  <a:lnTo>
                    <a:pt x="429" y="1624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4" name="Google Shape;1894;p48"/>
            <p:cNvSpPr/>
            <p:nvPr/>
          </p:nvSpPr>
          <p:spPr>
            <a:xfrm>
              <a:off x="6212725" y="2509775"/>
              <a:ext cx="81650" cy="81650"/>
            </a:xfrm>
            <a:custGeom>
              <a:avLst/>
              <a:gdLst/>
              <a:ahLst/>
              <a:cxnLst/>
              <a:rect l="l" t="t" r="r" b="b"/>
              <a:pathLst>
                <a:path w="3266" h="3266" extrusionOk="0">
                  <a:moveTo>
                    <a:pt x="1624" y="1"/>
                  </a:moveTo>
                  <a:cubicBezTo>
                    <a:pt x="732" y="1"/>
                    <a:pt x="0" y="732"/>
                    <a:pt x="0" y="1624"/>
                  </a:cubicBezTo>
                  <a:cubicBezTo>
                    <a:pt x="0" y="2534"/>
                    <a:pt x="732" y="3266"/>
                    <a:pt x="1624" y="3266"/>
                  </a:cubicBezTo>
                  <a:cubicBezTo>
                    <a:pt x="2534" y="3266"/>
                    <a:pt x="3266" y="2534"/>
                    <a:pt x="3266" y="1624"/>
                  </a:cubicBezTo>
                  <a:cubicBezTo>
                    <a:pt x="3266" y="732"/>
                    <a:pt x="2534" y="1"/>
                    <a:pt x="16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5" name="Google Shape;1895;p48"/>
            <p:cNvSpPr/>
            <p:nvPr/>
          </p:nvSpPr>
          <p:spPr>
            <a:xfrm>
              <a:off x="6235025" y="25320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32" y="1"/>
                  </a:moveTo>
                  <a:cubicBezTo>
                    <a:pt x="322" y="1"/>
                    <a:pt x="1" y="322"/>
                    <a:pt x="1" y="732"/>
                  </a:cubicBezTo>
                  <a:cubicBezTo>
                    <a:pt x="1" y="1143"/>
                    <a:pt x="322" y="1482"/>
                    <a:pt x="732" y="1482"/>
                  </a:cubicBezTo>
                  <a:cubicBezTo>
                    <a:pt x="1142" y="1482"/>
                    <a:pt x="1482" y="1143"/>
                    <a:pt x="1482" y="732"/>
                  </a:cubicBezTo>
                  <a:cubicBezTo>
                    <a:pt x="1482" y="322"/>
                    <a:pt x="1142" y="1"/>
                    <a:pt x="7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6" name="Google Shape;1896;p48"/>
            <p:cNvSpPr/>
            <p:nvPr/>
          </p:nvSpPr>
          <p:spPr>
            <a:xfrm>
              <a:off x="6421025" y="2509775"/>
              <a:ext cx="81675" cy="81650"/>
            </a:xfrm>
            <a:custGeom>
              <a:avLst/>
              <a:gdLst/>
              <a:ahLst/>
              <a:cxnLst/>
              <a:rect l="l" t="t" r="r" b="b"/>
              <a:pathLst>
                <a:path w="3267" h="3266" extrusionOk="0">
                  <a:moveTo>
                    <a:pt x="1642" y="1"/>
                  </a:moveTo>
                  <a:cubicBezTo>
                    <a:pt x="732" y="1"/>
                    <a:pt x="1" y="732"/>
                    <a:pt x="1" y="1624"/>
                  </a:cubicBezTo>
                  <a:cubicBezTo>
                    <a:pt x="1" y="2534"/>
                    <a:pt x="732" y="3266"/>
                    <a:pt x="1642" y="3266"/>
                  </a:cubicBezTo>
                  <a:cubicBezTo>
                    <a:pt x="2535" y="3266"/>
                    <a:pt x="3266" y="2534"/>
                    <a:pt x="3266" y="1624"/>
                  </a:cubicBezTo>
                  <a:cubicBezTo>
                    <a:pt x="3266" y="732"/>
                    <a:pt x="2535" y="1"/>
                    <a:pt x="16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7" name="Google Shape;1897;p48"/>
            <p:cNvSpPr/>
            <p:nvPr/>
          </p:nvSpPr>
          <p:spPr>
            <a:xfrm>
              <a:off x="6443350" y="25320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9" y="1"/>
                  </a:moveTo>
                  <a:cubicBezTo>
                    <a:pt x="339" y="1"/>
                    <a:pt x="0" y="322"/>
                    <a:pt x="0" y="732"/>
                  </a:cubicBezTo>
                  <a:cubicBezTo>
                    <a:pt x="0" y="1143"/>
                    <a:pt x="339" y="1482"/>
                    <a:pt x="749" y="1482"/>
                  </a:cubicBezTo>
                  <a:cubicBezTo>
                    <a:pt x="1160" y="1482"/>
                    <a:pt x="1481" y="1143"/>
                    <a:pt x="1481" y="732"/>
                  </a:cubicBezTo>
                  <a:cubicBezTo>
                    <a:pt x="1481" y="322"/>
                    <a:pt x="1160" y="1"/>
                    <a:pt x="7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8" name="Google Shape;1898;p48"/>
            <p:cNvSpPr/>
            <p:nvPr/>
          </p:nvSpPr>
          <p:spPr>
            <a:xfrm>
              <a:off x="6428175" y="2389800"/>
              <a:ext cx="71400" cy="49075"/>
            </a:xfrm>
            <a:custGeom>
              <a:avLst/>
              <a:gdLst/>
              <a:ahLst/>
              <a:cxnLst/>
              <a:rect l="l" t="t" r="r" b="b"/>
              <a:pathLst>
                <a:path w="2856" h="1963" extrusionOk="0">
                  <a:moveTo>
                    <a:pt x="411" y="0"/>
                  </a:moveTo>
                  <a:cubicBezTo>
                    <a:pt x="197" y="0"/>
                    <a:pt x="0" y="178"/>
                    <a:pt x="0" y="410"/>
                  </a:cubicBezTo>
                  <a:lnTo>
                    <a:pt x="0" y="1552"/>
                  </a:lnTo>
                  <a:cubicBezTo>
                    <a:pt x="0" y="1784"/>
                    <a:pt x="197" y="1963"/>
                    <a:pt x="411" y="1963"/>
                  </a:cubicBezTo>
                  <a:lnTo>
                    <a:pt x="2855" y="1963"/>
                  </a:lnTo>
                  <a:cubicBezTo>
                    <a:pt x="2713" y="1891"/>
                    <a:pt x="2588" y="1766"/>
                    <a:pt x="2516" y="1606"/>
                  </a:cubicBezTo>
                  <a:lnTo>
                    <a:pt x="18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9" name="Google Shape;1899;p48"/>
            <p:cNvSpPr/>
            <p:nvPr/>
          </p:nvSpPr>
          <p:spPr>
            <a:xfrm>
              <a:off x="6524075" y="2491050"/>
              <a:ext cx="27675" cy="37500"/>
            </a:xfrm>
            <a:custGeom>
              <a:avLst/>
              <a:gdLst/>
              <a:ahLst/>
              <a:cxnLst/>
              <a:rect l="l" t="t" r="r" b="b"/>
              <a:pathLst>
                <a:path w="1107" h="1500" extrusionOk="0">
                  <a:moveTo>
                    <a:pt x="340" y="0"/>
                  </a:moveTo>
                  <a:cubicBezTo>
                    <a:pt x="161" y="0"/>
                    <a:pt x="1" y="143"/>
                    <a:pt x="1" y="339"/>
                  </a:cubicBezTo>
                  <a:lnTo>
                    <a:pt x="1" y="1142"/>
                  </a:lnTo>
                  <a:cubicBezTo>
                    <a:pt x="1" y="1338"/>
                    <a:pt x="161" y="1499"/>
                    <a:pt x="340" y="1499"/>
                  </a:cubicBezTo>
                  <a:lnTo>
                    <a:pt x="1107" y="1499"/>
                  </a:lnTo>
                  <a:lnTo>
                    <a:pt x="11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0" name="Google Shape;1900;p48"/>
            <p:cNvSpPr/>
            <p:nvPr/>
          </p:nvSpPr>
          <p:spPr>
            <a:xfrm>
              <a:off x="6430400" y="2463400"/>
              <a:ext cx="34375" cy="10725"/>
            </a:xfrm>
            <a:custGeom>
              <a:avLst/>
              <a:gdLst/>
              <a:ahLst/>
              <a:cxnLst/>
              <a:rect l="l" t="t" r="r" b="b"/>
              <a:pathLst>
                <a:path w="1375" h="429" extrusionOk="0">
                  <a:moveTo>
                    <a:pt x="215" y="0"/>
                  </a:moveTo>
                  <a:cubicBezTo>
                    <a:pt x="90" y="0"/>
                    <a:pt x="1" y="107"/>
                    <a:pt x="1" y="214"/>
                  </a:cubicBezTo>
                  <a:cubicBezTo>
                    <a:pt x="1" y="339"/>
                    <a:pt x="90" y="428"/>
                    <a:pt x="215" y="428"/>
                  </a:cubicBezTo>
                  <a:lnTo>
                    <a:pt x="1143" y="428"/>
                  </a:lnTo>
                  <a:cubicBezTo>
                    <a:pt x="1267" y="428"/>
                    <a:pt x="1375" y="339"/>
                    <a:pt x="1375" y="214"/>
                  </a:cubicBezTo>
                  <a:cubicBezTo>
                    <a:pt x="1375" y="107"/>
                    <a:pt x="1267" y="0"/>
                    <a:pt x="11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1" name="Google Shape;1901;p48"/>
            <p:cNvSpPr/>
            <p:nvPr/>
          </p:nvSpPr>
          <p:spPr>
            <a:xfrm>
              <a:off x="6226100" y="2408525"/>
              <a:ext cx="159725" cy="67825"/>
            </a:xfrm>
            <a:custGeom>
              <a:avLst/>
              <a:gdLst/>
              <a:ahLst/>
              <a:cxnLst/>
              <a:rect l="l" t="t" r="r" b="b"/>
              <a:pathLst>
                <a:path w="6389" h="2713" extrusionOk="0">
                  <a:moveTo>
                    <a:pt x="1" y="0"/>
                  </a:moveTo>
                  <a:lnTo>
                    <a:pt x="1" y="2177"/>
                  </a:lnTo>
                  <a:cubicBezTo>
                    <a:pt x="1" y="2463"/>
                    <a:pt x="233" y="2712"/>
                    <a:pt x="536" y="2712"/>
                  </a:cubicBezTo>
                  <a:lnTo>
                    <a:pt x="5835" y="2712"/>
                  </a:lnTo>
                  <a:cubicBezTo>
                    <a:pt x="6139" y="2712"/>
                    <a:pt x="6388" y="2463"/>
                    <a:pt x="6388" y="2177"/>
                  </a:cubicBezTo>
                  <a:lnTo>
                    <a:pt x="6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2" name="Google Shape;1902;p48"/>
            <p:cNvSpPr/>
            <p:nvPr/>
          </p:nvSpPr>
          <p:spPr>
            <a:xfrm>
              <a:off x="6327800" y="2408525"/>
              <a:ext cx="10750" cy="67825"/>
            </a:xfrm>
            <a:custGeom>
              <a:avLst/>
              <a:gdLst/>
              <a:ahLst/>
              <a:cxnLst/>
              <a:rect l="l" t="t" r="r" b="b"/>
              <a:pathLst>
                <a:path w="430" h="2713" extrusionOk="0">
                  <a:moveTo>
                    <a:pt x="1" y="0"/>
                  </a:moveTo>
                  <a:lnTo>
                    <a:pt x="1" y="2712"/>
                  </a:lnTo>
                  <a:lnTo>
                    <a:pt x="429" y="2712"/>
                  </a:lnTo>
                  <a:lnTo>
                    <a:pt x="4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3" name="Google Shape;1903;p48"/>
            <p:cNvSpPr/>
            <p:nvPr/>
          </p:nvSpPr>
          <p:spPr>
            <a:xfrm>
              <a:off x="6257775" y="2408525"/>
              <a:ext cx="32150" cy="29475"/>
            </a:xfrm>
            <a:custGeom>
              <a:avLst/>
              <a:gdLst/>
              <a:ahLst/>
              <a:cxnLst/>
              <a:rect l="l" t="t" r="r" b="b"/>
              <a:pathLst>
                <a:path w="1286" h="1179" extrusionOk="0">
                  <a:moveTo>
                    <a:pt x="1" y="0"/>
                  </a:moveTo>
                  <a:lnTo>
                    <a:pt x="1" y="536"/>
                  </a:lnTo>
                  <a:cubicBezTo>
                    <a:pt x="1" y="893"/>
                    <a:pt x="286" y="1178"/>
                    <a:pt x="643" y="1178"/>
                  </a:cubicBezTo>
                  <a:cubicBezTo>
                    <a:pt x="1000" y="1178"/>
                    <a:pt x="1285" y="893"/>
                    <a:pt x="1285" y="536"/>
                  </a:cubicBezTo>
                  <a:lnTo>
                    <a:pt x="12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4" name="Google Shape;1904;p48"/>
            <p:cNvSpPr/>
            <p:nvPr/>
          </p:nvSpPr>
          <p:spPr>
            <a:xfrm>
              <a:off x="6289900" y="2408525"/>
              <a:ext cx="32125" cy="29475"/>
            </a:xfrm>
            <a:custGeom>
              <a:avLst/>
              <a:gdLst/>
              <a:ahLst/>
              <a:cxnLst/>
              <a:rect l="l" t="t" r="r" b="b"/>
              <a:pathLst>
                <a:path w="1285" h="1179" extrusionOk="0">
                  <a:moveTo>
                    <a:pt x="0" y="0"/>
                  </a:moveTo>
                  <a:lnTo>
                    <a:pt x="0" y="536"/>
                  </a:lnTo>
                  <a:cubicBezTo>
                    <a:pt x="0" y="893"/>
                    <a:pt x="286" y="1178"/>
                    <a:pt x="643" y="1178"/>
                  </a:cubicBezTo>
                  <a:cubicBezTo>
                    <a:pt x="999" y="1178"/>
                    <a:pt x="1285" y="893"/>
                    <a:pt x="1285" y="536"/>
                  </a:cubicBezTo>
                  <a:lnTo>
                    <a:pt x="1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5" name="Google Shape;1905;p48"/>
            <p:cNvSpPr/>
            <p:nvPr/>
          </p:nvSpPr>
          <p:spPr>
            <a:xfrm>
              <a:off x="6226100" y="2408525"/>
              <a:ext cx="31700" cy="29475"/>
            </a:xfrm>
            <a:custGeom>
              <a:avLst/>
              <a:gdLst/>
              <a:ahLst/>
              <a:cxnLst/>
              <a:rect l="l" t="t" r="r" b="b"/>
              <a:pathLst>
                <a:path w="1268" h="1179" extrusionOk="0">
                  <a:moveTo>
                    <a:pt x="1" y="0"/>
                  </a:moveTo>
                  <a:lnTo>
                    <a:pt x="1" y="536"/>
                  </a:lnTo>
                  <a:cubicBezTo>
                    <a:pt x="1" y="893"/>
                    <a:pt x="286" y="1178"/>
                    <a:pt x="643" y="1178"/>
                  </a:cubicBezTo>
                  <a:cubicBezTo>
                    <a:pt x="982" y="1178"/>
                    <a:pt x="1268" y="893"/>
                    <a:pt x="1268" y="536"/>
                  </a:cubicBezTo>
                  <a:lnTo>
                    <a:pt x="12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6" name="Google Shape;1906;p48"/>
            <p:cNvSpPr/>
            <p:nvPr/>
          </p:nvSpPr>
          <p:spPr>
            <a:xfrm>
              <a:off x="6322000" y="2408525"/>
              <a:ext cx="31700" cy="29475"/>
            </a:xfrm>
            <a:custGeom>
              <a:avLst/>
              <a:gdLst/>
              <a:ahLst/>
              <a:cxnLst/>
              <a:rect l="l" t="t" r="r" b="b"/>
              <a:pathLst>
                <a:path w="1268" h="1179" extrusionOk="0">
                  <a:moveTo>
                    <a:pt x="1" y="0"/>
                  </a:moveTo>
                  <a:lnTo>
                    <a:pt x="1" y="536"/>
                  </a:lnTo>
                  <a:cubicBezTo>
                    <a:pt x="1" y="893"/>
                    <a:pt x="286" y="1178"/>
                    <a:pt x="625" y="1178"/>
                  </a:cubicBezTo>
                  <a:cubicBezTo>
                    <a:pt x="982" y="1178"/>
                    <a:pt x="1268" y="893"/>
                    <a:pt x="1268" y="536"/>
                  </a:cubicBezTo>
                  <a:lnTo>
                    <a:pt x="12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7" name="Google Shape;1907;p48"/>
            <p:cNvSpPr/>
            <p:nvPr/>
          </p:nvSpPr>
          <p:spPr>
            <a:xfrm>
              <a:off x="6353675" y="2408525"/>
              <a:ext cx="32150" cy="29475"/>
            </a:xfrm>
            <a:custGeom>
              <a:avLst/>
              <a:gdLst/>
              <a:ahLst/>
              <a:cxnLst/>
              <a:rect l="l" t="t" r="r" b="b"/>
              <a:pathLst>
                <a:path w="1286" h="1179" extrusionOk="0">
                  <a:moveTo>
                    <a:pt x="1" y="0"/>
                  </a:moveTo>
                  <a:lnTo>
                    <a:pt x="1" y="536"/>
                  </a:lnTo>
                  <a:cubicBezTo>
                    <a:pt x="1" y="893"/>
                    <a:pt x="286" y="1178"/>
                    <a:pt x="643" y="1178"/>
                  </a:cubicBezTo>
                  <a:cubicBezTo>
                    <a:pt x="1000" y="1178"/>
                    <a:pt x="1285" y="893"/>
                    <a:pt x="1285" y="536"/>
                  </a:cubicBezTo>
                  <a:lnTo>
                    <a:pt x="1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8" name="Google Shape;1908;p48"/>
            <p:cNvSpPr/>
            <p:nvPr/>
          </p:nvSpPr>
          <p:spPr>
            <a:xfrm>
              <a:off x="6214050" y="2389800"/>
              <a:ext cx="183375" cy="18750"/>
            </a:xfrm>
            <a:custGeom>
              <a:avLst/>
              <a:gdLst/>
              <a:ahLst/>
              <a:cxnLst/>
              <a:rect l="l" t="t" r="r" b="b"/>
              <a:pathLst>
                <a:path w="7335" h="750" extrusionOk="0">
                  <a:moveTo>
                    <a:pt x="304" y="0"/>
                  </a:moveTo>
                  <a:cubicBezTo>
                    <a:pt x="144" y="0"/>
                    <a:pt x="1" y="125"/>
                    <a:pt x="1" y="303"/>
                  </a:cubicBezTo>
                  <a:lnTo>
                    <a:pt x="1" y="446"/>
                  </a:lnTo>
                  <a:cubicBezTo>
                    <a:pt x="1" y="607"/>
                    <a:pt x="144" y="749"/>
                    <a:pt x="304" y="749"/>
                  </a:cubicBezTo>
                  <a:lnTo>
                    <a:pt x="7031" y="749"/>
                  </a:lnTo>
                  <a:cubicBezTo>
                    <a:pt x="7209" y="749"/>
                    <a:pt x="7334" y="607"/>
                    <a:pt x="7334" y="446"/>
                  </a:cubicBezTo>
                  <a:lnTo>
                    <a:pt x="7334" y="303"/>
                  </a:lnTo>
                  <a:cubicBezTo>
                    <a:pt x="7334" y="125"/>
                    <a:pt x="7209" y="0"/>
                    <a:pt x="70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909" name="Google Shape;1909;p48"/>
          <p:cNvGrpSpPr/>
          <p:nvPr/>
        </p:nvGrpSpPr>
        <p:grpSpPr>
          <a:xfrm>
            <a:off x="107537" y="1149471"/>
            <a:ext cx="586579" cy="654864"/>
            <a:chOff x="4458350" y="2237675"/>
            <a:chExt cx="329650" cy="368025"/>
          </a:xfrm>
        </p:grpSpPr>
        <p:sp>
          <p:nvSpPr>
            <p:cNvPr id="1910" name="Google Shape;1910;p48"/>
            <p:cNvSpPr/>
            <p:nvPr/>
          </p:nvSpPr>
          <p:spPr>
            <a:xfrm>
              <a:off x="4740700" y="2540100"/>
              <a:ext cx="10725" cy="53125"/>
            </a:xfrm>
            <a:custGeom>
              <a:avLst/>
              <a:gdLst/>
              <a:ahLst/>
              <a:cxnLst/>
              <a:rect l="l" t="t" r="r" b="b"/>
              <a:pathLst>
                <a:path w="429" h="2125" extrusionOk="0">
                  <a:moveTo>
                    <a:pt x="215" y="1"/>
                  </a:moveTo>
                  <a:cubicBezTo>
                    <a:pt x="90" y="1"/>
                    <a:pt x="1" y="108"/>
                    <a:pt x="1" y="215"/>
                  </a:cubicBezTo>
                  <a:lnTo>
                    <a:pt x="1" y="1892"/>
                  </a:lnTo>
                  <a:cubicBezTo>
                    <a:pt x="1" y="2017"/>
                    <a:pt x="90" y="2124"/>
                    <a:pt x="215" y="2124"/>
                  </a:cubicBezTo>
                  <a:cubicBezTo>
                    <a:pt x="322" y="2124"/>
                    <a:pt x="429" y="2017"/>
                    <a:pt x="429" y="1892"/>
                  </a:cubicBezTo>
                  <a:lnTo>
                    <a:pt x="429" y="215"/>
                  </a:lnTo>
                  <a:cubicBezTo>
                    <a:pt x="429" y="108"/>
                    <a:pt x="322" y="1"/>
                    <a:pt x="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1" name="Google Shape;1911;p48"/>
            <p:cNvSpPr/>
            <p:nvPr/>
          </p:nvSpPr>
          <p:spPr>
            <a:xfrm>
              <a:off x="4727775" y="2569550"/>
              <a:ext cx="36600" cy="36150"/>
            </a:xfrm>
            <a:custGeom>
              <a:avLst/>
              <a:gdLst/>
              <a:ahLst/>
              <a:cxnLst/>
              <a:rect l="l" t="t" r="r" b="b"/>
              <a:pathLst>
                <a:path w="1464" h="1446" extrusionOk="0">
                  <a:moveTo>
                    <a:pt x="732" y="1"/>
                  </a:moveTo>
                  <a:cubicBezTo>
                    <a:pt x="321" y="1"/>
                    <a:pt x="0" y="322"/>
                    <a:pt x="0" y="714"/>
                  </a:cubicBezTo>
                  <a:cubicBezTo>
                    <a:pt x="0" y="1125"/>
                    <a:pt x="321" y="1446"/>
                    <a:pt x="732" y="1446"/>
                  </a:cubicBezTo>
                  <a:cubicBezTo>
                    <a:pt x="1124" y="1446"/>
                    <a:pt x="1463" y="1125"/>
                    <a:pt x="1463" y="714"/>
                  </a:cubicBezTo>
                  <a:cubicBezTo>
                    <a:pt x="1463" y="322"/>
                    <a:pt x="1124" y="1"/>
                    <a:pt x="7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2" name="Google Shape;1912;p48"/>
            <p:cNvSpPr/>
            <p:nvPr/>
          </p:nvSpPr>
          <p:spPr>
            <a:xfrm>
              <a:off x="4740700" y="2582050"/>
              <a:ext cx="10725" cy="10725"/>
            </a:xfrm>
            <a:custGeom>
              <a:avLst/>
              <a:gdLst/>
              <a:ahLst/>
              <a:cxnLst/>
              <a:rect l="l" t="t" r="r" b="b"/>
              <a:pathLst>
                <a:path w="429" h="429" extrusionOk="0">
                  <a:moveTo>
                    <a:pt x="215" y="0"/>
                  </a:moveTo>
                  <a:cubicBezTo>
                    <a:pt x="90" y="0"/>
                    <a:pt x="1" y="107"/>
                    <a:pt x="1" y="214"/>
                  </a:cubicBezTo>
                  <a:cubicBezTo>
                    <a:pt x="1" y="339"/>
                    <a:pt x="90" y="428"/>
                    <a:pt x="215" y="428"/>
                  </a:cubicBezTo>
                  <a:cubicBezTo>
                    <a:pt x="322" y="428"/>
                    <a:pt x="429" y="339"/>
                    <a:pt x="429" y="214"/>
                  </a:cubicBezTo>
                  <a:cubicBezTo>
                    <a:pt x="429" y="107"/>
                    <a:pt x="322" y="0"/>
                    <a:pt x="2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3" name="Google Shape;1913;p48"/>
            <p:cNvSpPr/>
            <p:nvPr/>
          </p:nvSpPr>
          <p:spPr>
            <a:xfrm>
              <a:off x="4458350" y="2349200"/>
              <a:ext cx="109750" cy="65150"/>
            </a:xfrm>
            <a:custGeom>
              <a:avLst/>
              <a:gdLst/>
              <a:ahLst/>
              <a:cxnLst/>
              <a:rect l="l" t="t" r="r" b="b"/>
              <a:pathLst>
                <a:path w="4390" h="2606" extrusionOk="0">
                  <a:moveTo>
                    <a:pt x="500" y="0"/>
                  </a:moveTo>
                  <a:cubicBezTo>
                    <a:pt x="214" y="0"/>
                    <a:pt x="0" y="232"/>
                    <a:pt x="0" y="500"/>
                  </a:cubicBezTo>
                  <a:cubicBezTo>
                    <a:pt x="0" y="785"/>
                    <a:pt x="214" y="1000"/>
                    <a:pt x="500" y="1000"/>
                  </a:cubicBezTo>
                  <a:lnTo>
                    <a:pt x="1838" y="1000"/>
                  </a:lnTo>
                  <a:cubicBezTo>
                    <a:pt x="1963" y="1000"/>
                    <a:pt x="2088" y="1053"/>
                    <a:pt x="2177" y="1142"/>
                  </a:cubicBezTo>
                  <a:lnTo>
                    <a:pt x="3480" y="2463"/>
                  </a:lnTo>
                  <a:cubicBezTo>
                    <a:pt x="3587" y="2552"/>
                    <a:pt x="3712" y="2605"/>
                    <a:pt x="3836" y="2605"/>
                  </a:cubicBezTo>
                  <a:cubicBezTo>
                    <a:pt x="3961" y="2605"/>
                    <a:pt x="4086" y="2552"/>
                    <a:pt x="4193" y="2463"/>
                  </a:cubicBezTo>
                  <a:cubicBezTo>
                    <a:pt x="4390" y="2266"/>
                    <a:pt x="4390" y="1945"/>
                    <a:pt x="4193" y="1749"/>
                  </a:cubicBezTo>
                  <a:lnTo>
                    <a:pt x="2873" y="429"/>
                  </a:lnTo>
                  <a:cubicBezTo>
                    <a:pt x="2605" y="161"/>
                    <a:pt x="2231" y="0"/>
                    <a:pt x="1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4" name="Google Shape;1914;p48"/>
            <p:cNvSpPr/>
            <p:nvPr/>
          </p:nvSpPr>
          <p:spPr>
            <a:xfrm>
              <a:off x="4531950" y="2376850"/>
              <a:ext cx="256050" cy="168650"/>
            </a:xfrm>
            <a:custGeom>
              <a:avLst/>
              <a:gdLst/>
              <a:ahLst/>
              <a:cxnLst/>
              <a:rect l="l" t="t" r="r" b="b"/>
              <a:pathLst>
                <a:path w="10242" h="6746" extrusionOk="0">
                  <a:moveTo>
                    <a:pt x="1285" y="1"/>
                  </a:moveTo>
                  <a:cubicBezTo>
                    <a:pt x="589" y="1"/>
                    <a:pt x="0" y="572"/>
                    <a:pt x="0" y="1285"/>
                  </a:cubicBezTo>
                  <a:lnTo>
                    <a:pt x="0" y="5764"/>
                  </a:lnTo>
                  <a:cubicBezTo>
                    <a:pt x="0" y="6317"/>
                    <a:pt x="446" y="6745"/>
                    <a:pt x="1000" y="6745"/>
                  </a:cubicBezTo>
                  <a:lnTo>
                    <a:pt x="9243" y="6745"/>
                  </a:lnTo>
                  <a:cubicBezTo>
                    <a:pt x="9796" y="6745"/>
                    <a:pt x="10242" y="6317"/>
                    <a:pt x="10242" y="5764"/>
                  </a:cubicBezTo>
                  <a:lnTo>
                    <a:pt x="10242" y="1285"/>
                  </a:lnTo>
                  <a:cubicBezTo>
                    <a:pt x="10242" y="572"/>
                    <a:pt x="9653" y="1"/>
                    <a:pt x="89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5" name="Google Shape;1915;p48"/>
            <p:cNvSpPr/>
            <p:nvPr/>
          </p:nvSpPr>
          <p:spPr>
            <a:xfrm>
              <a:off x="4531950" y="2468300"/>
              <a:ext cx="256050" cy="77200"/>
            </a:xfrm>
            <a:custGeom>
              <a:avLst/>
              <a:gdLst/>
              <a:ahLst/>
              <a:cxnLst/>
              <a:rect l="l" t="t" r="r" b="b"/>
              <a:pathLst>
                <a:path w="10242" h="3088" extrusionOk="0">
                  <a:moveTo>
                    <a:pt x="0" y="0"/>
                  </a:moveTo>
                  <a:lnTo>
                    <a:pt x="0" y="2106"/>
                  </a:lnTo>
                  <a:cubicBezTo>
                    <a:pt x="0" y="2659"/>
                    <a:pt x="446" y="3087"/>
                    <a:pt x="1000" y="3087"/>
                  </a:cubicBezTo>
                  <a:lnTo>
                    <a:pt x="9243" y="3087"/>
                  </a:lnTo>
                  <a:cubicBezTo>
                    <a:pt x="9796" y="3087"/>
                    <a:pt x="10242" y="2659"/>
                    <a:pt x="10242" y="2106"/>
                  </a:cubicBezTo>
                  <a:lnTo>
                    <a:pt x="102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6" name="Google Shape;1916;p48"/>
            <p:cNvSpPr/>
            <p:nvPr/>
          </p:nvSpPr>
          <p:spPr>
            <a:xfrm>
              <a:off x="4524375" y="2496850"/>
              <a:ext cx="109300" cy="108850"/>
            </a:xfrm>
            <a:custGeom>
              <a:avLst/>
              <a:gdLst/>
              <a:ahLst/>
              <a:cxnLst/>
              <a:rect l="l" t="t" r="r" b="b"/>
              <a:pathLst>
                <a:path w="4372" h="4354" extrusionOk="0">
                  <a:moveTo>
                    <a:pt x="2177" y="0"/>
                  </a:moveTo>
                  <a:cubicBezTo>
                    <a:pt x="981" y="0"/>
                    <a:pt x="0" y="982"/>
                    <a:pt x="0" y="2177"/>
                  </a:cubicBezTo>
                  <a:cubicBezTo>
                    <a:pt x="0" y="3390"/>
                    <a:pt x="981" y="4354"/>
                    <a:pt x="2177" y="4354"/>
                  </a:cubicBezTo>
                  <a:cubicBezTo>
                    <a:pt x="3390" y="4354"/>
                    <a:pt x="4371" y="3390"/>
                    <a:pt x="4371" y="2177"/>
                  </a:cubicBezTo>
                  <a:cubicBezTo>
                    <a:pt x="4371" y="982"/>
                    <a:pt x="3390" y="0"/>
                    <a:pt x="21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7" name="Google Shape;1917;p48"/>
            <p:cNvSpPr/>
            <p:nvPr/>
          </p:nvSpPr>
          <p:spPr>
            <a:xfrm>
              <a:off x="4552025" y="2524050"/>
              <a:ext cx="54000" cy="54450"/>
            </a:xfrm>
            <a:custGeom>
              <a:avLst/>
              <a:gdLst/>
              <a:ahLst/>
              <a:cxnLst/>
              <a:rect l="l" t="t" r="r" b="b"/>
              <a:pathLst>
                <a:path w="2160" h="2178" extrusionOk="0">
                  <a:moveTo>
                    <a:pt x="1071" y="1"/>
                  </a:moveTo>
                  <a:cubicBezTo>
                    <a:pt x="482" y="1"/>
                    <a:pt x="0" y="500"/>
                    <a:pt x="0" y="1089"/>
                  </a:cubicBezTo>
                  <a:cubicBezTo>
                    <a:pt x="0" y="1696"/>
                    <a:pt x="482" y="2177"/>
                    <a:pt x="1071" y="2177"/>
                  </a:cubicBezTo>
                  <a:cubicBezTo>
                    <a:pt x="1677" y="2177"/>
                    <a:pt x="2159" y="1696"/>
                    <a:pt x="2159" y="1089"/>
                  </a:cubicBezTo>
                  <a:cubicBezTo>
                    <a:pt x="2159" y="500"/>
                    <a:pt x="1677" y="1"/>
                    <a:pt x="10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8" name="Google Shape;1918;p48"/>
            <p:cNvSpPr/>
            <p:nvPr/>
          </p:nvSpPr>
          <p:spPr>
            <a:xfrm>
              <a:off x="4608675" y="2404050"/>
              <a:ext cx="81650" cy="81675"/>
            </a:xfrm>
            <a:custGeom>
              <a:avLst/>
              <a:gdLst/>
              <a:ahLst/>
              <a:cxnLst/>
              <a:rect l="l" t="t" r="r" b="b"/>
              <a:pathLst>
                <a:path w="3266" h="3267" extrusionOk="0">
                  <a:moveTo>
                    <a:pt x="1624" y="1"/>
                  </a:moveTo>
                  <a:cubicBezTo>
                    <a:pt x="732" y="1"/>
                    <a:pt x="0" y="733"/>
                    <a:pt x="0" y="1625"/>
                  </a:cubicBezTo>
                  <a:cubicBezTo>
                    <a:pt x="0" y="2535"/>
                    <a:pt x="732" y="3266"/>
                    <a:pt x="1624" y="3266"/>
                  </a:cubicBezTo>
                  <a:cubicBezTo>
                    <a:pt x="2534" y="3266"/>
                    <a:pt x="3265" y="2535"/>
                    <a:pt x="3265" y="1625"/>
                  </a:cubicBezTo>
                  <a:cubicBezTo>
                    <a:pt x="3265" y="733"/>
                    <a:pt x="2534" y="1"/>
                    <a:pt x="16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9" name="Google Shape;1919;p48"/>
            <p:cNvSpPr/>
            <p:nvPr/>
          </p:nvSpPr>
          <p:spPr>
            <a:xfrm>
              <a:off x="4626950" y="2423500"/>
              <a:ext cx="94225" cy="91300"/>
            </a:xfrm>
            <a:custGeom>
              <a:avLst/>
              <a:gdLst/>
              <a:ahLst/>
              <a:cxnLst/>
              <a:rect l="l" t="t" r="r" b="b"/>
              <a:pathLst>
                <a:path w="3769" h="3652" extrusionOk="0">
                  <a:moveTo>
                    <a:pt x="2363" y="0"/>
                  </a:moveTo>
                  <a:cubicBezTo>
                    <a:pt x="2309" y="0"/>
                    <a:pt x="2254" y="20"/>
                    <a:pt x="2213" y="62"/>
                  </a:cubicBezTo>
                  <a:lnTo>
                    <a:pt x="108" y="2167"/>
                  </a:lnTo>
                  <a:cubicBezTo>
                    <a:pt x="1" y="2274"/>
                    <a:pt x="37" y="2470"/>
                    <a:pt x="197" y="2524"/>
                  </a:cubicBezTo>
                  <a:lnTo>
                    <a:pt x="3141" y="3630"/>
                  </a:lnTo>
                  <a:cubicBezTo>
                    <a:pt x="3188" y="3645"/>
                    <a:pt x="3235" y="3652"/>
                    <a:pt x="3280" y="3652"/>
                  </a:cubicBezTo>
                  <a:cubicBezTo>
                    <a:pt x="3557" y="3652"/>
                    <a:pt x="3769" y="3387"/>
                    <a:pt x="3676" y="3095"/>
                  </a:cubicBezTo>
                  <a:lnTo>
                    <a:pt x="2570" y="151"/>
                  </a:lnTo>
                  <a:cubicBezTo>
                    <a:pt x="2537" y="52"/>
                    <a:pt x="2450" y="0"/>
                    <a:pt x="23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0" name="Google Shape;1920;p48"/>
            <p:cNvSpPr/>
            <p:nvPr/>
          </p:nvSpPr>
          <p:spPr>
            <a:xfrm>
              <a:off x="4658625" y="2429500"/>
              <a:ext cx="24550" cy="23650"/>
            </a:xfrm>
            <a:custGeom>
              <a:avLst/>
              <a:gdLst/>
              <a:ahLst/>
              <a:cxnLst/>
              <a:rect l="l" t="t" r="r" b="b"/>
              <a:pathLst>
                <a:path w="982" h="946" extrusionOk="0">
                  <a:moveTo>
                    <a:pt x="242" y="0"/>
                  </a:moveTo>
                  <a:cubicBezTo>
                    <a:pt x="188" y="0"/>
                    <a:pt x="134" y="18"/>
                    <a:pt x="90" y="54"/>
                  </a:cubicBezTo>
                  <a:cubicBezTo>
                    <a:pt x="1" y="143"/>
                    <a:pt x="1" y="285"/>
                    <a:pt x="90" y="357"/>
                  </a:cubicBezTo>
                  <a:lnTo>
                    <a:pt x="589" y="874"/>
                  </a:lnTo>
                  <a:cubicBezTo>
                    <a:pt x="643" y="910"/>
                    <a:pt x="697" y="946"/>
                    <a:pt x="750" y="946"/>
                  </a:cubicBezTo>
                  <a:cubicBezTo>
                    <a:pt x="804" y="946"/>
                    <a:pt x="857" y="910"/>
                    <a:pt x="911" y="874"/>
                  </a:cubicBezTo>
                  <a:cubicBezTo>
                    <a:pt x="982" y="785"/>
                    <a:pt x="982" y="660"/>
                    <a:pt x="911" y="571"/>
                  </a:cubicBezTo>
                  <a:lnTo>
                    <a:pt x="393" y="54"/>
                  </a:lnTo>
                  <a:cubicBezTo>
                    <a:pt x="349" y="18"/>
                    <a:pt x="295" y="0"/>
                    <a:pt x="2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1" name="Google Shape;1921;p48"/>
            <p:cNvSpPr/>
            <p:nvPr/>
          </p:nvSpPr>
          <p:spPr>
            <a:xfrm>
              <a:off x="4658625" y="2465625"/>
              <a:ext cx="10725" cy="15625"/>
            </a:xfrm>
            <a:custGeom>
              <a:avLst/>
              <a:gdLst/>
              <a:ahLst/>
              <a:cxnLst/>
              <a:rect l="l" t="t" r="r" b="b"/>
              <a:pathLst>
                <a:path w="429" h="625" extrusionOk="0">
                  <a:moveTo>
                    <a:pt x="215" y="0"/>
                  </a:moveTo>
                  <a:cubicBezTo>
                    <a:pt x="90" y="0"/>
                    <a:pt x="1" y="89"/>
                    <a:pt x="1" y="214"/>
                  </a:cubicBezTo>
                  <a:lnTo>
                    <a:pt x="1" y="411"/>
                  </a:lnTo>
                  <a:cubicBezTo>
                    <a:pt x="1" y="536"/>
                    <a:pt x="90" y="625"/>
                    <a:pt x="215" y="625"/>
                  </a:cubicBezTo>
                  <a:cubicBezTo>
                    <a:pt x="340" y="625"/>
                    <a:pt x="429" y="536"/>
                    <a:pt x="429" y="411"/>
                  </a:cubicBezTo>
                  <a:lnTo>
                    <a:pt x="429" y="214"/>
                  </a:lnTo>
                  <a:cubicBezTo>
                    <a:pt x="429" y="89"/>
                    <a:pt x="340" y="0"/>
                    <a:pt x="2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2" name="Google Shape;1922;p48"/>
            <p:cNvSpPr/>
            <p:nvPr/>
          </p:nvSpPr>
          <p:spPr>
            <a:xfrm>
              <a:off x="4684500" y="2466075"/>
              <a:ext cx="10725" cy="27675"/>
            </a:xfrm>
            <a:custGeom>
              <a:avLst/>
              <a:gdLst/>
              <a:ahLst/>
              <a:cxnLst/>
              <a:rect l="l" t="t" r="r" b="b"/>
              <a:pathLst>
                <a:path w="429" h="1107" extrusionOk="0">
                  <a:moveTo>
                    <a:pt x="215" y="0"/>
                  </a:moveTo>
                  <a:cubicBezTo>
                    <a:pt x="108" y="0"/>
                    <a:pt x="1" y="107"/>
                    <a:pt x="1" y="214"/>
                  </a:cubicBezTo>
                  <a:lnTo>
                    <a:pt x="1" y="892"/>
                  </a:lnTo>
                  <a:cubicBezTo>
                    <a:pt x="1" y="1017"/>
                    <a:pt x="108" y="1106"/>
                    <a:pt x="215" y="1106"/>
                  </a:cubicBezTo>
                  <a:cubicBezTo>
                    <a:pt x="340" y="1106"/>
                    <a:pt x="429" y="1017"/>
                    <a:pt x="429" y="892"/>
                  </a:cubicBezTo>
                  <a:lnTo>
                    <a:pt x="429" y="214"/>
                  </a:lnTo>
                  <a:cubicBezTo>
                    <a:pt x="429" y="107"/>
                    <a:pt x="340" y="0"/>
                    <a:pt x="2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3" name="Google Shape;1923;p48"/>
            <p:cNvSpPr/>
            <p:nvPr/>
          </p:nvSpPr>
          <p:spPr>
            <a:xfrm>
              <a:off x="4534625" y="2237675"/>
              <a:ext cx="250700" cy="78100"/>
            </a:xfrm>
            <a:custGeom>
              <a:avLst/>
              <a:gdLst/>
              <a:ahLst/>
              <a:cxnLst/>
              <a:rect l="l" t="t" r="r" b="b"/>
              <a:pathLst>
                <a:path w="10028" h="3124" extrusionOk="0">
                  <a:moveTo>
                    <a:pt x="5014" y="1"/>
                  </a:moveTo>
                  <a:cubicBezTo>
                    <a:pt x="2998" y="1"/>
                    <a:pt x="1017" y="804"/>
                    <a:pt x="125" y="2570"/>
                  </a:cubicBezTo>
                  <a:cubicBezTo>
                    <a:pt x="0" y="2820"/>
                    <a:pt x="179" y="3123"/>
                    <a:pt x="464" y="3123"/>
                  </a:cubicBezTo>
                  <a:lnTo>
                    <a:pt x="9564" y="3123"/>
                  </a:lnTo>
                  <a:cubicBezTo>
                    <a:pt x="9850" y="3123"/>
                    <a:pt x="10028" y="2820"/>
                    <a:pt x="9903" y="2570"/>
                  </a:cubicBezTo>
                  <a:cubicBezTo>
                    <a:pt x="9011" y="804"/>
                    <a:pt x="7030" y="1"/>
                    <a:pt x="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4" name="Google Shape;1924;p48"/>
            <p:cNvSpPr/>
            <p:nvPr/>
          </p:nvSpPr>
          <p:spPr>
            <a:xfrm>
              <a:off x="4609550" y="2237675"/>
              <a:ext cx="100850" cy="78100"/>
            </a:xfrm>
            <a:custGeom>
              <a:avLst/>
              <a:gdLst/>
              <a:ahLst/>
              <a:cxnLst/>
              <a:rect l="l" t="t" r="r" b="b"/>
              <a:pathLst>
                <a:path w="4034" h="3124" extrusionOk="0">
                  <a:moveTo>
                    <a:pt x="2017" y="1"/>
                  </a:moveTo>
                  <a:cubicBezTo>
                    <a:pt x="1214" y="375"/>
                    <a:pt x="162" y="1714"/>
                    <a:pt x="1" y="3123"/>
                  </a:cubicBezTo>
                  <a:lnTo>
                    <a:pt x="4033" y="3123"/>
                  </a:lnTo>
                  <a:cubicBezTo>
                    <a:pt x="3873" y="1714"/>
                    <a:pt x="2802" y="375"/>
                    <a:pt x="20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5" name="Google Shape;1925;p48"/>
            <p:cNvSpPr/>
            <p:nvPr/>
          </p:nvSpPr>
          <p:spPr>
            <a:xfrm>
              <a:off x="4655950" y="2315750"/>
              <a:ext cx="10725" cy="61125"/>
            </a:xfrm>
            <a:custGeom>
              <a:avLst/>
              <a:gdLst/>
              <a:ahLst/>
              <a:cxnLst/>
              <a:rect l="l" t="t" r="r" b="b"/>
              <a:pathLst>
                <a:path w="429" h="2445" extrusionOk="0">
                  <a:moveTo>
                    <a:pt x="1" y="0"/>
                  </a:moveTo>
                  <a:lnTo>
                    <a:pt x="1" y="2445"/>
                  </a:lnTo>
                  <a:lnTo>
                    <a:pt x="429" y="2445"/>
                  </a:lnTo>
                  <a:lnTo>
                    <a:pt x="4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926" name="Google Shape;1926;p48"/>
          <p:cNvGrpSpPr/>
          <p:nvPr/>
        </p:nvGrpSpPr>
        <p:grpSpPr>
          <a:xfrm>
            <a:off x="8405088" y="1914646"/>
            <a:ext cx="458018" cy="654864"/>
            <a:chOff x="1682025" y="2237675"/>
            <a:chExt cx="257400" cy="368025"/>
          </a:xfrm>
        </p:grpSpPr>
        <p:sp>
          <p:nvSpPr>
            <p:cNvPr id="1927" name="Google Shape;1927;p48"/>
            <p:cNvSpPr/>
            <p:nvPr/>
          </p:nvSpPr>
          <p:spPr>
            <a:xfrm>
              <a:off x="1709675" y="2504425"/>
              <a:ext cx="202550" cy="101275"/>
            </a:xfrm>
            <a:custGeom>
              <a:avLst/>
              <a:gdLst/>
              <a:ahLst/>
              <a:cxnLst/>
              <a:rect l="l" t="t" r="r" b="b"/>
              <a:pathLst>
                <a:path w="8102" h="4051" extrusionOk="0">
                  <a:moveTo>
                    <a:pt x="4051" y="1"/>
                  </a:moveTo>
                  <a:cubicBezTo>
                    <a:pt x="2053" y="1"/>
                    <a:pt x="393" y="1464"/>
                    <a:pt x="54" y="3355"/>
                  </a:cubicBezTo>
                  <a:cubicBezTo>
                    <a:pt x="1" y="3730"/>
                    <a:pt x="286" y="4051"/>
                    <a:pt x="643" y="4051"/>
                  </a:cubicBezTo>
                  <a:lnTo>
                    <a:pt x="7441" y="4051"/>
                  </a:lnTo>
                  <a:cubicBezTo>
                    <a:pt x="7816" y="4051"/>
                    <a:pt x="8101" y="3730"/>
                    <a:pt x="8030" y="3355"/>
                  </a:cubicBezTo>
                  <a:cubicBezTo>
                    <a:pt x="7709" y="1464"/>
                    <a:pt x="6050" y="1"/>
                    <a:pt x="40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8" name="Google Shape;1928;p48"/>
            <p:cNvSpPr/>
            <p:nvPr/>
          </p:nvSpPr>
          <p:spPr>
            <a:xfrm>
              <a:off x="1749825" y="2561975"/>
              <a:ext cx="121800" cy="43725"/>
            </a:xfrm>
            <a:custGeom>
              <a:avLst/>
              <a:gdLst/>
              <a:ahLst/>
              <a:cxnLst/>
              <a:rect l="l" t="t" r="r" b="b"/>
              <a:pathLst>
                <a:path w="4872" h="1749" extrusionOk="0">
                  <a:moveTo>
                    <a:pt x="429" y="0"/>
                  </a:moveTo>
                  <a:cubicBezTo>
                    <a:pt x="197" y="0"/>
                    <a:pt x="1" y="179"/>
                    <a:pt x="1" y="411"/>
                  </a:cubicBezTo>
                  <a:lnTo>
                    <a:pt x="1" y="1749"/>
                  </a:lnTo>
                  <a:lnTo>
                    <a:pt x="4872" y="1749"/>
                  </a:lnTo>
                  <a:lnTo>
                    <a:pt x="4872" y="411"/>
                  </a:lnTo>
                  <a:cubicBezTo>
                    <a:pt x="4872" y="179"/>
                    <a:pt x="4693" y="0"/>
                    <a:pt x="44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9" name="Google Shape;1929;p48"/>
            <p:cNvSpPr/>
            <p:nvPr/>
          </p:nvSpPr>
          <p:spPr>
            <a:xfrm>
              <a:off x="1824775" y="2578475"/>
              <a:ext cx="27675" cy="10725"/>
            </a:xfrm>
            <a:custGeom>
              <a:avLst/>
              <a:gdLst/>
              <a:ahLst/>
              <a:cxnLst/>
              <a:rect l="l" t="t" r="r" b="b"/>
              <a:pathLst>
                <a:path w="1107" h="429" extrusionOk="0">
                  <a:moveTo>
                    <a:pt x="214" y="0"/>
                  </a:moveTo>
                  <a:cubicBezTo>
                    <a:pt x="90" y="0"/>
                    <a:pt x="0" y="90"/>
                    <a:pt x="0" y="215"/>
                  </a:cubicBezTo>
                  <a:cubicBezTo>
                    <a:pt x="0" y="339"/>
                    <a:pt x="90" y="429"/>
                    <a:pt x="214" y="429"/>
                  </a:cubicBezTo>
                  <a:lnTo>
                    <a:pt x="892" y="429"/>
                  </a:lnTo>
                  <a:cubicBezTo>
                    <a:pt x="999" y="429"/>
                    <a:pt x="1107" y="339"/>
                    <a:pt x="1107" y="215"/>
                  </a:cubicBezTo>
                  <a:cubicBezTo>
                    <a:pt x="1107" y="90"/>
                    <a:pt x="999" y="0"/>
                    <a:pt x="8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0" name="Google Shape;1930;p48"/>
            <p:cNvSpPr/>
            <p:nvPr/>
          </p:nvSpPr>
          <p:spPr>
            <a:xfrm>
              <a:off x="1765450" y="2519150"/>
              <a:ext cx="10725" cy="48200"/>
            </a:xfrm>
            <a:custGeom>
              <a:avLst/>
              <a:gdLst/>
              <a:ahLst/>
              <a:cxnLst/>
              <a:rect l="l" t="t" r="r" b="b"/>
              <a:pathLst>
                <a:path w="429" h="1928" extrusionOk="0">
                  <a:moveTo>
                    <a:pt x="214" y="0"/>
                  </a:moveTo>
                  <a:cubicBezTo>
                    <a:pt x="89" y="0"/>
                    <a:pt x="0" y="90"/>
                    <a:pt x="0" y="214"/>
                  </a:cubicBezTo>
                  <a:lnTo>
                    <a:pt x="0" y="1713"/>
                  </a:lnTo>
                  <a:cubicBezTo>
                    <a:pt x="0" y="1838"/>
                    <a:pt x="89" y="1927"/>
                    <a:pt x="214" y="1927"/>
                  </a:cubicBezTo>
                  <a:cubicBezTo>
                    <a:pt x="339" y="1927"/>
                    <a:pt x="428" y="1838"/>
                    <a:pt x="428" y="1713"/>
                  </a:cubicBezTo>
                  <a:lnTo>
                    <a:pt x="428" y="214"/>
                  </a:lnTo>
                  <a:cubicBezTo>
                    <a:pt x="428" y="90"/>
                    <a:pt x="339" y="0"/>
                    <a:pt x="2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1" name="Google Shape;1931;p48"/>
            <p:cNvSpPr/>
            <p:nvPr/>
          </p:nvSpPr>
          <p:spPr>
            <a:xfrm>
              <a:off x="1845300" y="2519150"/>
              <a:ext cx="10725" cy="48200"/>
            </a:xfrm>
            <a:custGeom>
              <a:avLst/>
              <a:gdLst/>
              <a:ahLst/>
              <a:cxnLst/>
              <a:rect l="l" t="t" r="r" b="b"/>
              <a:pathLst>
                <a:path w="429" h="1928" extrusionOk="0">
                  <a:moveTo>
                    <a:pt x="214" y="0"/>
                  </a:moveTo>
                  <a:cubicBezTo>
                    <a:pt x="107" y="0"/>
                    <a:pt x="0" y="90"/>
                    <a:pt x="0" y="214"/>
                  </a:cubicBezTo>
                  <a:lnTo>
                    <a:pt x="0" y="1713"/>
                  </a:lnTo>
                  <a:cubicBezTo>
                    <a:pt x="0" y="1838"/>
                    <a:pt x="107" y="1927"/>
                    <a:pt x="214" y="1927"/>
                  </a:cubicBezTo>
                  <a:cubicBezTo>
                    <a:pt x="339" y="1927"/>
                    <a:pt x="428" y="1838"/>
                    <a:pt x="428" y="1713"/>
                  </a:cubicBezTo>
                  <a:lnTo>
                    <a:pt x="428" y="214"/>
                  </a:lnTo>
                  <a:cubicBezTo>
                    <a:pt x="428" y="90"/>
                    <a:pt x="339" y="0"/>
                    <a:pt x="2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2" name="Google Shape;1932;p48"/>
            <p:cNvSpPr/>
            <p:nvPr/>
          </p:nvSpPr>
          <p:spPr>
            <a:xfrm>
              <a:off x="1682025" y="2422350"/>
              <a:ext cx="56225" cy="56225"/>
            </a:xfrm>
            <a:custGeom>
              <a:avLst/>
              <a:gdLst/>
              <a:ahLst/>
              <a:cxnLst/>
              <a:rect l="l" t="t" r="r" b="b"/>
              <a:pathLst>
                <a:path w="2249" h="2249" extrusionOk="0">
                  <a:moveTo>
                    <a:pt x="1125" y="1"/>
                  </a:moveTo>
                  <a:cubicBezTo>
                    <a:pt x="518" y="1"/>
                    <a:pt x="1" y="500"/>
                    <a:pt x="1" y="1125"/>
                  </a:cubicBezTo>
                  <a:cubicBezTo>
                    <a:pt x="1" y="1731"/>
                    <a:pt x="518" y="2249"/>
                    <a:pt x="1125" y="2249"/>
                  </a:cubicBezTo>
                  <a:cubicBezTo>
                    <a:pt x="1749" y="2249"/>
                    <a:pt x="2249" y="1731"/>
                    <a:pt x="2249" y="1125"/>
                  </a:cubicBezTo>
                  <a:cubicBezTo>
                    <a:pt x="2249" y="500"/>
                    <a:pt x="1749" y="1"/>
                    <a:pt x="11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3" name="Google Shape;1933;p48"/>
            <p:cNvSpPr/>
            <p:nvPr/>
          </p:nvSpPr>
          <p:spPr>
            <a:xfrm>
              <a:off x="1883200" y="2422350"/>
              <a:ext cx="56225" cy="56225"/>
            </a:xfrm>
            <a:custGeom>
              <a:avLst/>
              <a:gdLst/>
              <a:ahLst/>
              <a:cxnLst/>
              <a:rect l="l" t="t" r="r" b="b"/>
              <a:pathLst>
                <a:path w="2249" h="2249" extrusionOk="0">
                  <a:moveTo>
                    <a:pt x="1125" y="1"/>
                  </a:moveTo>
                  <a:cubicBezTo>
                    <a:pt x="500" y="1"/>
                    <a:pt x="1" y="500"/>
                    <a:pt x="1" y="1125"/>
                  </a:cubicBezTo>
                  <a:cubicBezTo>
                    <a:pt x="1" y="1731"/>
                    <a:pt x="500" y="2249"/>
                    <a:pt x="1125" y="2249"/>
                  </a:cubicBezTo>
                  <a:cubicBezTo>
                    <a:pt x="1749" y="2249"/>
                    <a:pt x="2249" y="1731"/>
                    <a:pt x="2249" y="1125"/>
                  </a:cubicBezTo>
                  <a:cubicBezTo>
                    <a:pt x="2249" y="500"/>
                    <a:pt x="1749" y="1"/>
                    <a:pt x="11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4" name="Google Shape;1934;p48"/>
            <p:cNvSpPr/>
            <p:nvPr/>
          </p:nvSpPr>
          <p:spPr>
            <a:xfrm>
              <a:off x="1710125" y="2349650"/>
              <a:ext cx="201200" cy="189150"/>
            </a:xfrm>
            <a:custGeom>
              <a:avLst/>
              <a:gdLst/>
              <a:ahLst/>
              <a:cxnLst/>
              <a:rect l="l" t="t" r="r" b="b"/>
              <a:pathLst>
                <a:path w="8048" h="7566" extrusionOk="0">
                  <a:moveTo>
                    <a:pt x="4033" y="0"/>
                  </a:moveTo>
                  <a:cubicBezTo>
                    <a:pt x="1803" y="0"/>
                    <a:pt x="1" y="1802"/>
                    <a:pt x="1" y="4033"/>
                  </a:cubicBezTo>
                  <a:cubicBezTo>
                    <a:pt x="1" y="6245"/>
                    <a:pt x="1803" y="7565"/>
                    <a:pt x="4033" y="7565"/>
                  </a:cubicBezTo>
                  <a:cubicBezTo>
                    <a:pt x="6246" y="7565"/>
                    <a:pt x="8048" y="6245"/>
                    <a:pt x="8048" y="4033"/>
                  </a:cubicBezTo>
                  <a:cubicBezTo>
                    <a:pt x="8048" y="1802"/>
                    <a:pt x="6246" y="0"/>
                    <a:pt x="40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5" name="Google Shape;1935;p48"/>
            <p:cNvSpPr/>
            <p:nvPr/>
          </p:nvSpPr>
          <p:spPr>
            <a:xfrm>
              <a:off x="1707900" y="2353650"/>
              <a:ext cx="65600" cy="77050"/>
            </a:xfrm>
            <a:custGeom>
              <a:avLst/>
              <a:gdLst/>
              <a:ahLst/>
              <a:cxnLst/>
              <a:rect l="l" t="t" r="r" b="b"/>
              <a:pathLst>
                <a:path w="2624" h="3082" extrusionOk="0">
                  <a:moveTo>
                    <a:pt x="2623" y="1"/>
                  </a:moveTo>
                  <a:cubicBezTo>
                    <a:pt x="1285" y="1"/>
                    <a:pt x="1" y="964"/>
                    <a:pt x="72" y="2677"/>
                  </a:cubicBezTo>
                  <a:cubicBezTo>
                    <a:pt x="86" y="2911"/>
                    <a:pt x="280" y="3082"/>
                    <a:pt x="491" y="3082"/>
                  </a:cubicBezTo>
                  <a:cubicBezTo>
                    <a:pt x="554" y="3082"/>
                    <a:pt x="617" y="3067"/>
                    <a:pt x="679" y="3034"/>
                  </a:cubicBezTo>
                  <a:cubicBezTo>
                    <a:pt x="1696" y="2552"/>
                    <a:pt x="2623" y="1642"/>
                    <a:pt x="26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6" name="Google Shape;1936;p48"/>
            <p:cNvSpPr/>
            <p:nvPr/>
          </p:nvSpPr>
          <p:spPr>
            <a:xfrm>
              <a:off x="1848400" y="2353650"/>
              <a:ext cx="65600" cy="77050"/>
            </a:xfrm>
            <a:custGeom>
              <a:avLst/>
              <a:gdLst/>
              <a:ahLst/>
              <a:cxnLst/>
              <a:rect l="l" t="t" r="r" b="b"/>
              <a:pathLst>
                <a:path w="2624" h="3082" extrusionOk="0">
                  <a:moveTo>
                    <a:pt x="1" y="1"/>
                  </a:moveTo>
                  <a:cubicBezTo>
                    <a:pt x="1" y="1642"/>
                    <a:pt x="929" y="2552"/>
                    <a:pt x="1946" y="3034"/>
                  </a:cubicBezTo>
                  <a:cubicBezTo>
                    <a:pt x="2007" y="3067"/>
                    <a:pt x="2071" y="3082"/>
                    <a:pt x="2133" y="3082"/>
                  </a:cubicBezTo>
                  <a:cubicBezTo>
                    <a:pt x="2343" y="3082"/>
                    <a:pt x="2535" y="2911"/>
                    <a:pt x="2535" y="2677"/>
                  </a:cubicBezTo>
                  <a:cubicBezTo>
                    <a:pt x="2624" y="964"/>
                    <a:pt x="1339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7" name="Google Shape;1937;p48"/>
            <p:cNvSpPr/>
            <p:nvPr/>
          </p:nvSpPr>
          <p:spPr>
            <a:xfrm>
              <a:off x="1754750" y="2366600"/>
              <a:ext cx="115100" cy="45700"/>
            </a:xfrm>
            <a:custGeom>
              <a:avLst/>
              <a:gdLst/>
              <a:ahLst/>
              <a:cxnLst/>
              <a:rect l="l" t="t" r="r" b="b"/>
              <a:pathLst>
                <a:path w="4604" h="1828" extrusionOk="0">
                  <a:moveTo>
                    <a:pt x="0" y="0"/>
                  </a:moveTo>
                  <a:lnTo>
                    <a:pt x="0" y="571"/>
                  </a:lnTo>
                  <a:cubicBezTo>
                    <a:pt x="372" y="1245"/>
                    <a:pt x="1499" y="1828"/>
                    <a:pt x="2704" y="1828"/>
                  </a:cubicBezTo>
                  <a:cubicBezTo>
                    <a:pt x="3350" y="1828"/>
                    <a:pt x="4018" y="1660"/>
                    <a:pt x="4603" y="1249"/>
                  </a:cubicBezTo>
                  <a:lnTo>
                    <a:pt x="46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8" name="Google Shape;1938;p48"/>
            <p:cNvSpPr/>
            <p:nvPr/>
          </p:nvSpPr>
          <p:spPr>
            <a:xfrm>
              <a:off x="1725750" y="2237675"/>
              <a:ext cx="170425" cy="85225"/>
            </a:xfrm>
            <a:custGeom>
              <a:avLst/>
              <a:gdLst/>
              <a:ahLst/>
              <a:cxnLst/>
              <a:rect l="l" t="t" r="r" b="b"/>
              <a:pathLst>
                <a:path w="6817" h="3409" extrusionOk="0">
                  <a:moveTo>
                    <a:pt x="3408" y="1"/>
                  </a:moveTo>
                  <a:cubicBezTo>
                    <a:pt x="1517" y="1"/>
                    <a:pt x="0" y="1517"/>
                    <a:pt x="0" y="3409"/>
                  </a:cubicBezTo>
                  <a:lnTo>
                    <a:pt x="6816" y="3409"/>
                  </a:lnTo>
                  <a:cubicBezTo>
                    <a:pt x="6816" y="1517"/>
                    <a:pt x="5282" y="1"/>
                    <a:pt x="34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9" name="Google Shape;1939;p48"/>
            <p:cNvSpPr/>
            <p:nvPr/>
          </p:nvSpPr>
          <p:spPr>
            <a:xfrm>
              <a:off x="1715925" y="2316175"/>
              <a:ext cx="189600" cy="65625"/>
            </a:xfrm>
            <a:custGeom>
              <a:avLst/>
              <a:gdLst/>
              <a:ahLst/>
              <a:cxnLst/>
              <a:rect l="l" t="t" r="r" b="b"/>
              <a:pathLst>
                <a:path w="7584" h="2625" extrusionOk="0">
                  <a:moveTo>
                    <a:pt x="447" y="1"/>
                  </a:moveTo>
                  <a:cubicBezTo>
                    <a:pt x="197" y="1"/>
                    <a:pt x="1" y="233"/>
                    <a:pt x="54" y="465"/>
                  </a:cubicBezTo>
                  <a:lnTo>
                    <a:pt x="411" y="2178"/>
                  </a:lnTo>
                  <a:cubicBezTo>
                    <a:pt x="447" y="2356"/>
                    <a:pt x="590" y="2481"/>
                    <a:pt x="750" y="2499"/>
                  </a:cubicBezTo>
                  <a:cubicBezTo>
                    <a:pt x="1664" y="2613"/>
                    <a:pt x="2120" y="2625"/>
                    <a:pt x="3025" y="2625"/>
                  </a:cubicBezTo>
                  <a:cubicBezTo>
                    <a:pt x="3251" y="2625"/>
                    <a:pt x="3505" y="2624"/>
                    <a:pt x="3801" y="2624"/>
                  </a:cubicBezTo>
                  <a:cubicBezTo>
                    <a:pt x="4097" y="2624"/>
                    <a:pt x="4351" y="2625"/>
                    <a:pt x="4576" y="2625"/>
                  </a:cubicBezTo>
                  <a:cubicBezTo>
                    <a:pt x="5476" y="2625"/>
                    <a:pt x="5921" y="2613"/>
                    <a:pt x="6834" y="2499"/>
                  </a:cubicBezTo>
                  <a:cubicBezTo>
                    <a:pt x="7013" y="2481"/>
                    <a:pt x="7156" y="2356"/>
                    <a:pt x="7191" y="2178"/>
                  </a:cubicBezTo>
                  <a:lnTo>
                    <a:pt x="7530" y="465"/>
                  </a:lnTo>
                  <a:cubicBezTo>
                    <a:pt x="7584" y="233"/>
                    <a:pt x="7405" y="1"/>
                    <a:pt x="71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0" name="Google Shape;1940;p48"/>
            <p:cNvSpPr/>
            <p:nvPr/>
          </p:nvSpPr>
          <p:spPr>
            <a:xfrm>
              <a:off x="1742700" y="2360800"/>
              <a:ext cx="136075" cy="33475"/>
            </a:xfrm>
            <a:custGeom>
              <a:avLst/>
              <a:gdLst/>
              <a:ahLst/>
              <a:cxnLst/>
              <a:rect l="l" t="t" r="r" b="b"/>
              <a:pathLst>
                <a:path w="5443" h="1339" extrusionOk="0">
                  <a:moveTo>
                    <a:pt x="2730" y="0"/>
                  </a:moveTo>
                  <a:cubicBezTo>
                    <a:pt x="1695" y="0"/>
                    <a:pt x="750" y="179"/>
                    <a:pt x="482" y="250"/>
                  </a:cubicBezTo>
                  <a:cubicBezTo>
                    <a:pt x="179" y="321"/>
                    <a:pt x="0" y="625"/>
                    <a:pt x="72" y="928"/>
                  </a:cubicBezTo>
                  <a:cubicBezTo>
                    <a:pt x="132" y="1171"/>
                    <a:pt x="361" y="1336"/>
                    <a:pt x="615" y="1336"/>
                  </a:cubicBezTo>
                  <a:cubicBezTo>
                    <a:pt x="659" y="1336"/>
                    <a:pt x="704" y="1331"/>
                    <a:pt x="750" y="1321"/>
                  </a:cubicBezTo>
                  <a:cubicBezTo>
                    <a:pt x="964" y="1267"/>
                    <a:pt x="1820" y="1106"/>
                    <a:pt x="2730" y="1106"/>
                  </a:cubicBezTo>
                  <a:cubicBezTo>
                    <a:pt x="3640" y="1106"/>
                    <a:pt x="4479" y="1267"/>
                    <a:pt x="4693" y="1321"/>
                  </a:cubicBezTo>
                  <a:cubicBezTo>
                    <a:pt x="4746" y="1338"/>
                    <a:pt x="4800" y="1338"/>
                    <a:pt x="4836" y="1338"/>
                  </a:cubicBezTo>
                  <a:cubicBezTo>
                    <a:pt x="5085" y="1338"/>
                    <a:pt x="5317" y="1178"/>
                    <a:pt x="5371" y="928"/>
                  </a:cubicBezTo>
                  <a:cubicBezTo>
                    <a:pt x="5442" y="625"/>
                    <a:pt x="5264" y="321"/>
                    <a:pt x="4978" y="250"/>
                  </a:cubicBezTo>
                  <a:cubicBezTo>
                    <a:pt x="4693" y="179"/>
                    <a:pt x="3747" y="0"/>
                    <a:pt x="27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1" name="Google Shape;1941;p48"/>
            <p:cNvSpPr/>
            <p:nvPr/>
          </p:nvSpPr>
          <p:spPr>
            <a:xfrm>
              <a:off x="1838150" y="2308150"/>
              <a:ext cx="48650" cy="41075"/>
            </a:xfrm>
            <a:custGeom>
              <a:avLst/>
              <a:gdLst/>
              <a:ahLst/>
              <a:cxnLst/>
              <a:rect l="l" t="t" r="r" b="b"/>
              <a:pathLst>
                <a:path w="1946" h="1643" extrusionOk="0">
                  <a:moveTo>
                    <a:pt x="1" y="1"/>
                  </a:moveTo>
                  <a:lnTo>
                    <a:pt x="1" y="322"/>
                  </a:lnTo>
                  <a:cubicBezTo>
                    <a:pt x="250" y="322"/>
                    <a:pt x="464" y="518"/>
                    <a:pt x="464" y="786"/>
                  </a:cubicBezTo>
                  <a:lnTo>
                    <a:pt x="464" y="1125"/>
                  </a:lnTo>
                  <a:cubicBezTo>
                    <a:pt x="464" y="1410"/>
                    <a:pt x="679" y="1642"/>
                    <a:pt x="964" y="1642"/>
                  </a:cubicBezTo>
                  <a:cubicBezTo>
                    <a:pt x="1250" y="1642"/>
                    <a:pt x="1482" y="1410"/>
                    <a:pt x="1482" y="1125"/>
                  </a:cubicBezTo>
                  <a:lnTo>
                    <a:pt x="1482" y="786"/>
                  </a:lnTo>
                  <a:cubicBezTo>
                    <a:pt x="1482" y="518"/>
                    <a:pt x="1678" y="322"/>
                    <a:pt x="1945" y="322"/>
                  </a:cubicBezTo>
                  <a:lnTo>
                    <a:pt x="19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2" name="Google Shape;1942;p48"/>
            <p:cNvSpPr/>
            <p:nvPr/>
          </p:nvSpPr>
          <p:spPr>
            <a:xfrm>
              <a:off x="1732425" y="2452225"/>
              <a:ext cx="42400" cy="33500"/>
            </a:xfrm>
            <a:custGeom>
              <a:avLst/>
              <a:gdLst/>
              <a:ahLst/>
              <a:cxnLst/>
              <a:rect l="l" t="t" r="r" b="b"/>
              <a:pathLst>
                <a:path w="1696" h="1340" extrusionOk="0">
                  <a:moveTo>
                    <a:pt x="839" y="1"/>
                  </a:moveTo>
                  <a:cubicBezTo>
                    <a:pt x="376" y="1"/>
                    <a:pt x="1" y="304"/>
                    <a:pt x="1" y="679"/>
                  </a:cubicBezTo>
                  <a:cubicBezTo>
                    <a:pt x="1" y="1036"/>
                    <a:pt x="376" y="1339"/>
                    <a:pt x="839" y="1339"/>
                  </a:cubicBezTo>
                  <a:cubicBezTo>
                    <a:pt x="1303" y="1339"/>
                    <a:pt x="1696" y="1036"/>
                    <a:pt x="1696" y="679"/>
                  </a:cubicBezTo>
                  <a:cubicBezTo>
                    <a:pt x="1696" y="304"/>
                    <a:pt x="1303" y="1"/>
                    <a:pt x="8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3" name="Google Shape;1943;p48"/>
            <p:cNvSpPr/>
            <p:nvPr/>
          </p:nvSpPr>
          <p:spPr>
            <a:xfrm>
              <a:off x="1847075" y="2452225"/>
              <a:ext cx="42400" cy="33500"/>
            </a:xfrm>
            <a:custGeom>
              <a:avLst/>
              <a:gdLst/>
              <a:ahLst/>
              <a:cxnLst/>
              <a:rect l="l" t="t" r="r" b="b"/>
              <a:pathLst>
                <a:path w="1696" h="1340" extrusionOk="0">
                  <a:moveTo>
                    <a:pt x="839" y="1"/>
                  </a:moveTo>
                  <a:cubicBezTo>
                    <a:pt x="375" y="1"/>
                    <a:pt x="0" y="304"/>
                    <a:pt x="0" y="679"/>
                  </a:cubicBezTo>
                  <a:cubicBezTo>
                    <a:pt x="0" y="1036"/>
                    <a:pt x="375" y="1339"/>
                    <a:pt x="839" y="1339"/>
                  </a:cubicBezTo>
                  <a:cubicBezTo>
                    <a:pt x="1303" y="1339"/>
                    <a:pt x="1695" y="1036"/>
                    <a:pt x="1695" y="679"/>
                  </a:cubicBezTo>
                  <a:cubicBezTo>
                    <a:pt x="1695" y="304"/>
                    <a:pt x="1303" y="1"/>
                    <a:pt x="8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4" name="Google Shape;1944;p48"/>
            <p:cNvSpPr/>
            <p:nvPr/>
          </p:nvSpPr>
          <p:spPr>
            <a:xfrm>
              <a:off x="1750275" y="2435275"/>
              <a:ext cx="31250" cy="21000"/>
            </a:xfrm>
            <a:custGeom>
              <a:avLst/>
              <a:gdLst/>
              <a:ahLst/>
              <a:cxnLst/>
              <a:rect l="l" t="t" r="r" b="b"/>
              <a:pathLst>
                <a:path w="1250" h="840" extrusionOk="0">
                  <a:moveTo>
                    <a:pt x="625" y="1"/>
                  </a:moveTo>
                  <a:cubicBezTo>
                    <a:pt x="286" y="1"/>
                    <a:pt x="1" y="269"/>
                    <a:pt x="1" y="625"/>
                  </a:cubicBezTo>
                  <a:cubicBezTo>
                    <a:pt x="1" y="733"/>
                    <a:pt x="108" y="840"/>
                    <a:pt x="215" y="840"/>
                  </a:cubicBezTo>
                  <a:cubicBezTo>
                    <a:pt x="340" y="840"/>
                    <a:pt x="429" y="733"/>
                    <a:pt x="429" y="625"/>
                  </a:cubicBezTo>
                  <a:cubicBezTo>
                    <a:pt x="429" y="518"/>
                    <a:pt x="518" y="429"/>
                    <a:pt x="625" y="429"/>
                  </a:cubicBezTo>
                  <a:cubicBezTo>
                    <a:pt x="732" y="429"/>
                    <a:pt x="803" y="518"/>
                    <a:pt x="803" y="625"/>
                  </a:cubicBezTo>
                  <a:cubicBezTo>
                    <a:pt x="803" y="733"/>
                    <a:pt x="911" y="840"/>
                    <a:pt x="1018" y="840"/>
                  </a:cubicBezTo>
                  <a:cubicBezTo>
                    <a:pt x="1143" y="840"/>
                    <a:pt x="1250" y="733"/>
                    <a:pt x="1250" y="625"/>
                  </a:cubicBezTo>
                  <a:cubicBezTo>
                    <a:pt x="1250" y="269"/>
                    <a:pt x="964" y="1"/>
                    <a:pt x="6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5" name="Google Shape;1945;p48"/>
            <p:cNvSpPr/>
            <p:nvPr/>
          </p:nvSpPr>
          <p:spPr>
            <a:xfrm>
              <a:off x="1840375" y="2435275"/>
              <a:ext cx="30800" cy="21000"/>
            </a:xfrm>
            <a:custGeom>
              <a:avLst/>
              <a:gdLst/>
              <a:ahLst/>
              <a:cxnLst/>
              <a:rect l="l" t="t" r="r" b="b"/>
              <a:pathLst>
                <a:path w="1232" h="840" extrusionOk="0">
                  <a:moveTo>
                    <a:pt x="607" y="1"/>
                  </a:moveTo>
                  <a:cubicBezTo>
                    <a:pt x="268" y="1"/>
                    <a:pt x="1" y="269"/>
                    <a:pt x="1" y="625"/>
                  </a:cubicBezTo>
                  <a:cubicBezTo>
                    <a:pt x="1" y="733"/>
                    <a:pt x="90" y="840"/>
                    <a:pt x="215" y="840"/>
                  </a:cubicBezTo>
                  <a:cubicBezTo>
                    <a:pt x="340" y="840"/>
                    <a:pt x="429" y="733"/>
                    <a:pt x="429" y="625"/>
                  </a:cubicBezTo>
                  <a:cubicBezTo>
                    <a:pt x="429" y="518"/>
                    <a:pt x="518" y="429"/>
                    <a:pt x="607" y="429"/>
                  </a:cubicBezTo>
                  <a:cubicBezTo>
                    <a:pt x="714" y="429"/>
                    <a:pt x="804" y="518"/>
                    <a:pt x="804" y="625"/>
                  </a:cubicBezTo>
                  <a:cubicBezTo>
                    <a:pt x="804" y="733"/>
                    <a:pt x="893" y="840"/>
                    <a:pt x="1018" y="840"/>
                  </a:cubicBezTo>
                  <a:cubicBezTo>
                    <a:pt x="1143" y="840"/>
                    <a:pt x="1232" y="733"/>
                    <a:pt x="1232" y="625"/>
                  </a:cubicBezTo>
                  <a:cubicBezTo>
                    <a:pt x="1232" y="269"/>
                    <a:pt x="964" y="1"/>
                    <a:pt x="6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6" name="Google Shape;1946;p48"/>
            <p:cNvSpPr/>
            <p:nvPr/>
          </p:nvSpPr>
          <p:spPr>
            <a:xfrm>
              <a:off x="1794000" y="2457025"/>
              <a:ext cx="33475" cy="15750"/>
            </a:xfrm>
            <a:custGeom>
              <a:avLst/>
              <a:gdLst/>
              <a:ahLst/>
              <a:cxnLst/>
              <a:rect l="l" t="t" r="r" b="b"/>
              <a:pathLst>
                <a:path w="1339" h="630" extrusionOk="0">
                  <a:moveTo>
                    <a:pt x="243" y="0"/>
                  </a:moveTo>
                  <a:cubicBezTo>
                    <a:pt x="195" y="0"/>
                    <a:pt x="147" y="19"/>
                    <a:pt x="107" y="59"/>
                  </a:cubicBezTo>
                  <a:cubicBezTo>
                    <a:pt x="18" y="130"/>
                    <a:pt x="0" y="273"/>
                    <a:pt x="89" y="362"/>
                  </a:cubicBezTo>
                  <a:cubicBezTo>
                    <a:pt x="232" y="523"/>
                    <a:pt x="446" y="630"/>
                    <a:pt x="678" y="630"/>
                  </a:cubicBezTo>
                  <a:cubicBezTo>
                    <a:pt x="892" y="630"/>
                    <a:pt x="1106" y="523"/>
                    <a:pt x="1267" y="362"/>
                  </a:cubicBezTo>
                  <a:cubicBezTo>
                    <a:pt x="1338" y="273"/>
                    <a:pt x="1338" y="130"/>
                    <a:pt x="1249" y="59"/>
                  </a:cubicBezTo>
                  <a:cubicBezTo>
                    <a:pt x="1209" y="19"/>
                    <a:pt x="1158" y="0"/>
                    <a:pt x="1107" y="0"/>
                  </a:cubicBezTo>
                  <a:cubicBezTo>
                    <a:pt x="1046" y="0"/>
                    <a:pt x="985" y="28"/>
                    <a:pt x="946" y="77"/>
                  </a:cubicBezTo>
                  <a:cubicBezTo>
                    <a:pt x="874" y="148"/>
                    <a:pt x="767" y="202"/>
                    <a:pt x="678" y="202"/>
                  </a:cubicBezTo>
                  <a:cubicBezTo>
                    <a:pt x="571" y="202"/>
                    <a:pt x="482" y="148"/>
                    <a:pt x="411" y="77"/>
                  </a:cubicBezTo>
                  <a:cubicBezTo>
                    <a:pt x="362" y="28"/>
                    <a:pt x="302" y="0"/>
                    <a:pt x="2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0" name="Google Shape;2020;p51"/>
          <p:cNvGrpSpPr/>
          <p:nvPr>
            <p:custDataLst>
              <p:tags r:id="rId1"/>
            </p:custDataLst>
          </p:nvPr>
        </p:nvGrpSpPr>
        <p:grpSpPr>
          <a:xfrm>
            <a:off x="6151435" y="1361434"/>
            <a:ext cx="1862522" cy="3210930"/>
            <a:chOff x="3640744" y="1348099"/>
            <a:chExt cx="1862522" cy="3210930"/>
          </a:xfrm>
        </p:grpSpPr>
        <p:sp>
          <p:nvSpPr>
            <p:cNvPr id="2021" name="Google Shape;2021;p51"/>
            <p:cNvSpPr/>
            <p:nvPr>
              <p:custDataLst>
                <p:tags r:id="rId2"/>
              </p:custDataLst>
            </p:nvPr>
          </p:nvSpPr>
          <p:spPr>
            <a:xfrm>
              <a:off x="5098461" y="2241475"/>
              <a:ext cx="97886" cy="208574"/>
            </a:xfrm>
            <a:custGeom>
              <a:avLst/>
              <a:gdLst/>
              <a:ahLst/>
              <a:cxnLst/>
              <a:rect l="l" t="t" r="r" b="b"/>
              <a:pathLst>
                <a:path w="1491" h="3177" extrusionOk="0">
                  <a:moveTo>
                    <a:pt x="1161" y="0"/>
                  </a:moveTo>
                  <a:cubicBezTo>
                    <a:pt x="795" y="366"/>
                    <a:pt x="402" y="768"/>
                    <a:pt x="1" y="1187"/>
                  </a:cubicBezTo>
                  <a:cubicBezTo>
                    <a:pt x="179" y="1838"/>
                    <a:pt x="304" y="2498"/>
                    <a:pt x="367" y="3176"/>
                  </a:cubicBezTo>
                  <a:cubicBezTo>
                    <a:pt x="741" y="2775"/>
                    <a:pt x="1125" y="2373"/>
                    <a:pt x="1491" y="1990"/>
                  </a:cubicBezTo>
                  <a:cubicBezTo>
                    <a:pt x="1437" y="1321"/>
                    <a:pt x="1321" y="652"/>
                    <a:pt x="11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2" name="Google Shape;2022;p51"/>
            <p:cNvSpPr/>
            <p:nvPr>
              <p:custDataLst>
                <p:tags r:id="rId3"/>
              </p:custDataLst>
            </p:nvPr>
          </p:nvSpPr>
          <p:spPr>
            <a:xfrm>
              <a:off x="4947398" y="2399038"/>
              <a:ext cx="101366" cy="205029"/>
            </a:xfrm>
            <a:custGeom>
              <a:avLst/>
              <a:gdLst/>
              <a:ahLst/>
              <a:cxnLst/>
              <a:rect l="l" t="t" r="r" b="b"/>
              <a:pathLst>
                <a:path w="1544" h="3123" extrusionOk="0">
                  <a:moveTo>
                    <a:pt x="1151" y="0"/>
                  </a:moveTo>
                  <a:cubicBezTo>
                    <a:pt x="732" y="437"/>
                    <a:pt x="339" y="857"/>
                    <a:pt x="0" y="1231"/>
                  </a:cubicBezTo>
                  <a:cubicBezTo>
                    <a:pt x="179" y="1847"/>
                    <a:pt x="321" y="2480"/>
                    <a:pt x="411" y="3123"/>
                  </a:cubicBezTo>
                  <a:cubicBezTo>
                    <a:pt x="705" y="2819"/>
                    <a:pt x="1098" y="2409"/>
                    <a:pt x="1544" y="1954"/>
                  </a:cubicBezTo>
                  <a:cubicBezTo>
                    <a:pt x="1463" y="1294"/>
                    <a:pt x="1330" y="634"/>
                    <a:pt x="11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3" name="Google Shape;2023;p51"/>
            <p:cNvSpPr/>
            <p:nvPr>
              <p:custDataLst>
                <p:tags r:id="rId4"/>
              </p:custDataLst>
            </p:nvPr>
          </p:nvSpPr>
          <p:spPr>
            <a:xfrm>
              <a:off x="4861854" y="2479854"/>
              <a:ext cx="112526" cy="166360"/>
            </a:xfrm>
            <a:custGeom>
              <a:avLst/>
              <a:gdLst/>
              <a:ahLst/>
              <a:cxnLst/>
              <a:rect l="l" t="t" r="r" b="b"/>
              <a:pathLst>
                <a:path w="1714" h="2534" extrusionOk="0">
                  <a:moveTo>
                    <a:pt x="1303" y="0"/>
                  </a:moveTo>
                  <a:cubicBezTo>
                    <a:pt x="545" y="812"/>
                    <a:pt x="10" y="1410"/>
                    <a:pt x="1" y="1445"/>
                  </a:cubicBezTo>
                  <a:lnTo>
                    <a:pt x="1098" y="2534"/>
                  </a:lnTo>
                  <a:cubicBezTo>
                    <a:pt x="1098" y="2534"/>
                    <a:pt x="1330" y="2284"/>
                    <a:pt x="1714" y="1892"/>
                  </a:cubicBezTo>
                  <a:cubicBezTo>
                    <a:pt x="1624" y="1249"/>
                    <a:pt x="1482" y="616"/>
                    <a:pt x="1303" y="0"/>
                  </a:cubicBezTo>
                  <a:close/>
                </a:path>
              </a:pathLst>
            </a:custGeom>
            <a:solidFill>
              <a:srgbClr val="A3E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4" name="Google Shape;2024;p51"/>
            <p:cNvSpPr/>
            <p:nvPr>
              <p:custDataLst>
                <p:tags r:id="rId5"/>
              </p:custDataLst>
            </p:nvPr>
          </p:nvSpPr>
          <p:spPr>
            <a:xfrm>
              <a:off x="5022962" y="2319337"/>
              <a:ext cx="99593" cy="207983"/>
            </a:xfrm>
            <a:custGeom>
              <a:avLst/>
              <a:gdLst/>
              <a:ahLst/>
              <a:cxnLst/>
              <a:rect l="l" t="t" r="r" b="b"/>
              <a:pathLst>
                <a:path w="1517" h="3168" extrusionOk="0">
                  <a:moveTo>
                    <a:pt x="1151" y="1"/>
                  </a:moveTo>
                  <a:cubicBezTo>
                    <a:pt x="767" y="402"/>
                    <a:pt x="375" y="813"/>
                    <a:pt x="0" y="1214"/>
                  </a:cubicBezTo>
                  <a:cubicBezTo>
                    <a:pt x="179" y="1848"/>
                    <a:pt x="312" y="2508"/>
                    <a:pt x="393" y="3168"/>
                  </a:cubicBezTo>
                  <a:cubicBezTo>
                    <a:pt x="741" y="2802"/>
                    <a:pt x="1124" y="2401"/>
                    <a:pt x="1517" y="1990"/>
                  </a:cubicBezTo>
                  <a:cubicBezTo>
                    <a:pt x="1445" y="1312"/>
                    <a:pt x="1329" y="652"/>
                    <a:pt x="11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5" name="Google Shape;2025;p51"/>
            <p:cNvSpPr/>
            <p:nvPr>
              <p:custDataLst>
                <p:tags r:id="rId6"/>
              </p:custDataLst>
            </p:nvPr>
          </p:nvSpPr>
          <p:spPr>
            <a:xfrm>
              <a:off x="5174616" y="2167092"/>
              <a:ext cx="95523" cy="205029"/>
            </a:xfrm>
            <a:custGeom>
              <a:avLst/>
              <a:gdLst/>
              <a:ahLst/>
              <a:cxnLst/>
              <a:rect l="l" t="t" r="r" b="b"/>
              <a:pathLst>
                <a:path w="1455" h="3123" extrusionOk="0">
                  <a:moveTo>
                    <a:pt x="1169" y="0"/>
                  </a:moveTo>
                  <a:cubicBezTo>
                    <a:pt x="857" y="286"/>
                    <a:pt x="447" y="678"/>
                    <a:pt x="1" y="1133"/>
                  </a:cubicBezTo>
                  <a:cubicBezTo>
                    <a:pt x="161" y="1785"/>
                    <a:pt x="277" y="2454"/>
                    <a:pt x="331" y="3123"/>
                  </a:cubicBezTo>
                  <a:cubicBezTo>
                    <a:pt x="732" y="2695"/>
                    <a:pt x="1116" y="2293"/>
                    <a:pt x="1455" y="1918"/>
                  </a:cubicBezTo>
                  <a:cubicBezTo>
                    <a:pt x="1410" y="1276"/>
                    <a:pt x="1312" y="634"/>
                    <a:pt x="1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6" name="Google Shape;2026;p51"/>
            <p:cNvSpPr/>
            <p:nvPr>
              <p:custDataLst>
                <p:tags r:id="rId7"/>
              </p:custDataLst>
            </p:nvPr>
          </p:nvSpPr>
          <p:spPr>
            <a:xfrm>
              <a:off x="5251362" y="2137221"/>
              <a:ext cx="104911" cy="155856"/>
            </a:xfrm>
            <a:custGeom>
              <a:avLst/>
              <a:gdLst/>
              <a:ahLst/>
              <a:cxnLst/>
              <a:rect l="l" t="t" r="r" b="b"/>
              <a:pathLst>
                <a:path w="1598" h="2374" extrusionOk="0">
                  <a:moveTo>
                    <a:pt x="601" y="0"/>
                  </a:moveTo>
                  <a:cubicBezTo>
                    <a:pt x="525" y="0"/>
                    <a:pt x="313" y="168"/>
                    <a:pt x="0" y="455"/>
                  </a:cubicBezTo>
                  <a:cubicBezTo>
                    <a:pt x="143" y="1089"/>
                    <a:pt x="241" y="1731"/>
                    <a:pt x="286" y="2373"/>
                  </a:cubicBezTo>
                  <a:cubicBezTo>
                    <a:pt x="1053" y="1553"/>
                    <a:pt x="1588" y="937"/>
                    <a:pt x="1588" y="857"/>
                  </a:cubicBezTo>
                  <a:cubicBezTo>
                    <a:pt x="1597" y="571"/>
                    <a:pt x="1017" y="45"/>
                    <a:pt x="607" y="0"/>
                  </a:cubicBezTo>
                  <a:cubicBezTo>
                    <a:pt x="605" y="0"/>
                    <a:pt x="603" y="0"/>
                    <a:pt x="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7" name="Google Shape;2027;p51"/>
            <p:cNvSpPr/>
            <p:nvPr>
              <p:custDataLst>
                <p:tags r:id="rId8"/>
              </p:custDataLst>
            </p:nvPr>
          </p:nvSpPr>
          <p:spPr>
            <a:xfrm>
              <a:off x="5198645" y="2464032"/>
              <a:ext cx="111935" cy="183955"/>
            </a:xfrm>
            <a:custGeom>
              <a:avLst/>
              <a:gdLst/>
              <a:ahLst/>
              <a:cxnLst/>
              <a:rect l="l" t="t" r="r" b="b"/>
              <a:pathLst>
                <a:path w="1705" h="2802" extrusionOk="0">
                  <a:moveTo>
                    <a:pt x="1704" y="0"/>
                  </a:moveTo>
                  <a:cubicBezTo>
                    <a:pt x="1249" y="241"/>
                    <a:pt x="750" y="509"/>
                    <a:pt x="241" y="794"/>
                  </a:cubicBezTo>
                  <a:cubicBezTo>
                    <a:pt x="215" y="1463"/>
                    <a:pt x="134" y="2141"/>
                    <a:pt x="0" y="2802"/>
                  </a:cubicBezTo>
                  <a:cubicBezTo>
                    <a:pt x="482" y="2534"/>
                    <a:pt x="964" y="2266"/>
                    <a:pt x="1428" y="2008"/>
                  </a:cubicBezTo>
                  <a:cubicBezTo>
                    <a:pt x="1571" y="1347"/>
                    <a:pt x="1669" y="678"/>
                    <a:pt x="17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8" name="Google Shape;2028;p51"/>
            <p:cNvSpPr/>
            <p:nvPr>
              <p:custDataLst>
                <p:tags r:id="rId9"/>
              </p:custDataLst>
            </p:nvPr>
          </p:nvSpPr>
          <p:spPr>
            <a:xfrm>
              <a:off x="5011211" y="2569468"/>
              <a:ext cx="107274" cy="181591"/>
            </a:xfrm>
            <a:custGeom>
              <a:avLst/>
              <a:gdLst/>
              <a:ahLst/>
              <a:cxnLst/>
              <a:rect l="l" t="t" r="r" b="b"/>
              <a:pathLst>
                <a:path w="1634" h="2766" extrusionOk="0">
                  <a:moveTo>
                    <a:pt x="1633" y="0"/>
                  </a:moveTo>
                  <a:lnTo>
                    <a:pt x="1633" y="0"/>
                  </a:lnTo>
                  <a:cubicBezTo>
                    <a:pt x="1116" y="295"/>
                    <a:pt x="607" y="580"/>
                    <a:pt x="170" y="830"/>
                  </a:cubicBezTo>
                  <a:cubicBezTo>
                    <a:pt x="161" y="1481"/>
                    <a:pt x="108" y="2132"/>
                    <a:pt x="1" y="2766"/>
                  </a:cubicBezTo>
                  <a:cubicBezTo>
                    <a:pt x="375" y="2560"/>
                    <a:pt x="875" y="2293"/>
                    <a:pt x="1428" y="1981"/>
                  </a:cubicBezTo>
                  <a:cubicBezTo>
                    <a:pt x="1553" y="1329"/>
                    <a:pt x="1615" y="660"/>
                    <a:pt x="16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9" name="Google Shape;2029;p51"/>
            <p:cNvSpPr/>
            <p:nvPr>
              <p:custDataLst>
                <p:tags r:id="rId10"/>
              </p:custDataLst>
            </p:nvPr>
          </p:nvSpPr>
          <p:spPr>
            <a:xfrm>
              <a:off x="4912274" y="2623893"/>
              <a:ext cx="110163" cy="155265"/>
            </a:xfrm>
            <a:custGeom>
              <a:avLst/>
              <a:gdLst/>
              <a:ahLst/>
              <a:cxnLst/>
              <a:rect l="l" t="t" r="r" b="b"/>
              <a:pathLst>
                <a:path w="1678" h="2365" extrusionOk="0">
                  <a:moveTo>
                    <a:pt x="1677" y="1"/>
                  </a:moveTo>
                  <a:cubicBezTo>
                    <a:pt x="714" y="563"/>
                    <a:pt x="27" y="964"/>
                    <a:pt x="0" y="1000"/>
                  </a:cubicBezTo>
                  <a:lnTo>
                    <a:pt x="732" y="2365"/>
                  </a:lnTo>
                  <a:cubicBezTo>
                    <a:pt x="732" y="2365"/>
                    <a:pt x="1026" y="2204"/>
                    <a:pt x="1508" y="1937"/>
                  </a:cubicBezTo>
                  <a:cubicBezTo>
                    <a:pt x="1615" y="1303"/>
                    <a:pt x="1668" y="652"/>
                    <a:pt x="1677" y="1"/>
                  </a:cubicBezTo>
                  <a:close/>
                </a:path>
              </a:pathLst>
            </a:custGeom>
            <a:solidFill>
              <a:srgbClr val="A3E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0" name="Google Shape;2030;p51"/>
            <p:cNvSpPr/>
            <p:nvPr>
              <p:custDataLst>
                <p:tags r:id="rId11"/>
              </p:custDataLst>
            </p:nvPr>
          </p:nvSpPr>
          <p:spPr>
            <a:xfrm>
              <a:off x="5104960" y="2516159"/>
              <a:ext cx="109572" cy="183364"/>
            </a:xfrm>
            <a:custGeom>
              <a:avLst/>
              <a:gdLst/>
              <a:ahLst/>
              <a:cxnLst/>
              <a:rect l="l" t="t" r="r" b="b"/>
              <a:pathLst>
                <a:path w="1669" h="2793" extrusionOk="0">
                  <a:moveTo>
                    <a:pt x="1668" y="0"/>
                  </a:moveTo>
                  <a:lnTo>
                    <a:pt x="1668" y="0"/>
                  </a:lnTo>
                  <a:cubicBezTo>
                    <a:pt x="1178" y="268"/>
                    <a:pt x="687" y="545"/>
                    <a:pt x="205" y="812"/>
                  </a:cubicBezTo>
                  <a:cubicBezTo>
                    <a:pt x="187" y="1472"/>
                    <a:pt x="125" y="2141"/>
                    <a:pt x="0" y="2793"/>
                  </a:cubicBezTo>
                  <a:cubicBezTo>
                    <a:pt x="446" y="2552"/>
                    <a:pt x="937" y="2284"/>
                    <a:pt x="1427" y="2008"/>
                  </a:cubicBezTo>
                  <a:cubicBezTo>
                    <a:pt x="1561" y="1347"/>
                    <a:pt x="1642" y="669"/>
                    <a:pt x="16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1" name="Google Shape;2031;p51"/>
            <p:cNvSpPr/>
            <p:nvPr>
              <p:custDataLst>
                <p:tags r:id="rId12"/>
              </p:custDataLst>
            </p:nvPr>
          </p:nvSpPr>
          <p:spPr>
            <a:xfrm>
              <a:off x="5292329" y="2415976"/>
              <a:ext cx="113117" cy="179884"/>
            </a:xfrm>
            <a:custGeom>
              <a:avLst/>
              <a:gdLst/>
              <a:ahLst/>
              <a:cxnLst/>
              <a:rect l="l" t="t" r="r" b="b"/>
              <a:pathLst>
                <a:path w="1723" h="2740" extrusionOk="0">
                  <a:moveTo>
                    <a:pt x="1723" y="1"/>
                  </a:moveTo>
                  <a:cubicBezTo>
                    <a:pt x="1348" y="179"/>
                    <a:pt x="839" y="438"/>
                    <a:pt x="277" y="732"/>
                  </a:cubicBezTo>
                  <a:cubicBezTo>
                    <a:pt x="242" y="1410"/>
                    <a:pt x="144" y="2079"/>
                    <a:pt x="1" y="2740"/>
                  </a:cubicBezTo>
                  <a:cubicBezTo>
                    <a:pt x="509" y="2445"/>
                    <a:pt x="1000" y="2169"/>
                    <a:pt x="1428" y="1928"/>
                  </a:cubicBezTo>
                  <a:cubicBezTo>
                    <a:pt x="1580" y="1294"/>
                    <a:pt x="1678" y="652"/>
                    <a:pt x="1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2" name="Google Shape;2032;p51"/>
            <p:cNvSpPr/>
            <p:nvPr>
              <p:custDataLst>
                <p:tags r:id="rId13"/>
              </p:custDataLst>
            </p:nvPr>
          </p:nvSpPr>
          <p:spPr>
            <a:xfrm>
              <a:off x="5386078" y="2399300"/>
              <a:ext cx="117188" cy="143251"/>
            </a:xfrm>
            <a:custGeom>
              <a:avLst/>
              <a:gdLst/>
              <a:ahLst/>
              <a:cxnLst/>
              <a:rect l="l" t="t" r="r" b="b"/>
              <a:pathLst>
                <a:path w="1785" h="2182" extrusionOk="0">
                  <a:moveTo>
                    <a:pt x="989" y="1"/>
                  </a:moveTo>
                  <a:cubicBezTo>
                    <a:pt x="895" y="1"/>
                    <a:pt x="644" y="96"/>
                    <a:pt x="295" y="255"/>
                  </a:cubicBezTo>
                  <a:cubicBezTo>
                    <a:pt x="250" y="906"/>
                    <a:pt x="152" y="1548"/>
                    <a:pt x="0" y="2182"/>
                  </a:cubicBezTo>
                  <a:cubicBezTo>
                    <a:pt x="981" y="1611"/>
                    <a:pt x="1677" y="1192"/>
                    <a:pt x="1704" y="1111"/>
                  </a:cubicBezTo>
                  <a:cubicBezTo>
                    <a:pt x="1784" y="844"/>
                    <a:pt x="1392" y="166"/>
                    <a:pt x="1017" y="5"/>
                  </a:cubicBezTo>
                  <a:cubicBezTo>
                    <a:pt x="1010" y="2"/>
                    <a:pt x="1001" y="1"/>
                    <a:pt x="9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033" name="Google Shape;2033;p51"/>
            <p:cNvGrpSpPr/>
            <p:nvPr/>
          </p:nvGrpSpPr>
          <p:grpSpPr>
            <a:xfrm>
              <a:off x="3834049" y="1348099"/>
              <a:ext cx="343290" cy="943803"/>
              <a:chOff x="4366775" y="986100"/>
              <a:chExt cx="130725" cy="359400"/>
            </a:xfrm>
          </p:grpSpPr>
          <p:sp>
            <p:nvSpPr>
              <p:cNvPr id="2034" name="Google Shape;2034;p51"/>
              <p:cNvSpPr/>
              <p:nvPr>
                <p:custDataLst>
                  <p:tags r:id="rId14"/>
                </p:custDataLst>
              </p:nvPr>
            </p:nvSpPr>
            <p:spPr>
              <a:xfrm>
                <a:off x="4405800" y="986100"/>
                <a:ext cx="17200" cy="59000"/>
              </a:xfrm>
              <a:custGeom>
                <a:avLst/>
                <a:gdLst/>
                <a:ahLst/>
                <a:cxnLst/>
                <a:rect l="l" t="t" r="r" b="b"/>
                <a:pathLst>
                  <a:path w="688" h="2360" extrusionOk="0">
                    <a:moveTo>
                      <a:pt x="168" y="0"/>
                    </a:moveTo>
                    <a:cubicBezTo>
                      <a:pt x="157" y="0"/>
                      <a:pt x="146" y="2"/>
                      <a:pt x="134" y="4"/>
                    </a:cubicBezTo>
                    <a:cubicBezTo>
                      <a:pt x="54" y="13"/>
                      <a:pt x="1" y="93"/>
                      <a:pt x="10" y="182"/>
                    </a:cubicBezTo>
                    <a:lnTo>
                      <a:pt x="366" y="2225"/>
                    </a:lnTo>
                    <a:cubicBezTo>
                      <a:pt x="384" y="2306"/>
                      <a:pt x="447" y="2359"/>
                      <a:pt x="518" y="2359"/>
                    </a:cubicBezTo>
                    <a:cubicBezTo>
                      <a:pt x="527" y="2359"/>
                      <a:pt x="536" y="2359"/>
                      <a:pt x="545" y="2350"/>
                    </a:cubicBezTo>
                    <a:cubicBezTo>
                      <a:pt x="625" y="2341"/>
                      <a:pt x="688" y="2261"/>
                      <a:pt x="670" y="2181"/>
                    </a:cubicBezTo>
                    <a:lnTo>
                      <a:pt x="313" y="129"/>
                    </a:lnTo>
                    <a:cubicBezTo>
                      <a:pt x="297" y="51"/>
                      <a:pt x="241" y="0"/>
                      <a:pt x="16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35" name="Google Shape;2035;p51"/>
              <p:cNvSpPr/>
              <p:nvPr>
                <p:custDataLst>
                  <p:tags r:id="rId15"/>
                </p:custDataLst>
              </p:nvPr>
            </p:nvSpPr>
            <p:spPr>
              <a:xfrm>
                <a:off x="4366775" y="1027225"/>
                <a:ext cx="117775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4711" h="4711" extrusionOk="0">
                    <a:moveTo>
                      <a:pt x="3221" y="1"/>
                    </a:moveTo>
                    <a:cubicBezTo>
                      <a:pt x="2142" y="1"/>
                      <a:pt x="577" y="566"/>
                      <a:pt x="313" y="830"/>
                    </a:cubicBezTo>
                    <a:cubicBezTo>
                      <a:pt x="0" y="1115"/>
                      <a:pt x="304" y="3747"/>
                      <a:pt x="812" y="4711"/>
                    </a:cubicBezTo>
                    <a:cubicBezTo>
                      <a:pt x="1077" y="4269"/>
                      <a:pt x="2108" y="4054"/>
                      <a:pt x="3037" y="4054"/>
                    </a:cubicBezTo>
                    <a:cubicBezTo>
                      <a:pt x="3703" y="4054"/>
                      <a:pt x="4317" y="4165"/>
                      <a:pt x="4559" y="4381"/>
                    </a:cubicBezTo>
                    <a:cubicBezTo>
                      <a:pt x="4711" y="3435"/>
                      <a:pt x="4470" y="313"/>
                      <a:pt x="3836" y="90"/>
                    </a:cubicBezTo>
                    <a:cubicBezTo>
                      <a:pt x="3666" y="28"/>
                      <a:pt x="3455" y="1"/>
                      <a:pt x="3221" y="1"/>
                    </a:cubicBezTo>
                    <a:close/>
                  </a:path>
                </a:pathLst>
              </a:custGeom>
              <a:solidFill>
                <a:srgbClr val="A3E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36" name="Google Shape;2036;p51"/>
              <p:cNvSpPr/>
              <p:nvPr>
                <p:custDataLst>
                  <p:tags r:id="rId16"/>
                </p:custDataLst>
              </p:nvPr>
            </p:nvSpPr>
            <p:spPr>
              <a:xfrm>
                <a:off x="4403350" y="1128550"/>
                <a:ext cx="77425" cy="30725"/>
              </a:xfrm>
              <a:custGeom>
                <a:avLst/>
                <a:gdLst/>
                <a:ahLst/>
                <a:cxnLst/>
                <a:rect l="l" t="t" r="r" b="b"/>
                <a:pathLst>
                  <a:path w="3097" h="1229" extrusionOk="0">
                    <a:moveTo>
                      <a:pt x="1560" y="0"/>
                    </a:moveTo>
                    <a:cubicBezTo>
                      <a:pt x="1017" y="0"/>
                      <a:pt x="440" y="73"/>
                      <a:pt x="0" y="221"/>
                    </a:cubicBezTo>
                    <a:cubicBezTo>
                      <a:pt x="286" y="568"/>
                      <a:pt x="589" y="899"/>
                      <a:pt x="893" y="1229"/>
                    </a:cubicBezTo>
                    <a:cubicBezTo>
                      <a:pt x="1847" y="1202"/>
                      <a:pt x="2918" y="890"/>
                      <a:pt x="3051" y="506"/>
                    </a:cubicBezTo>
                    <a:cubicBezTo>
                      <a:pt x="3069" y="461"/>
                      <a:pt x="3087" y="399"/>
                      <a:pt x="3096" y="328"/>
                    </a:cubicBezTo>
                    <a:cubicBezTo>
                      <a:pt x="2850" y="111"/>
                      <a:pt x="2230" y="0"/>
                      <a:pt x="15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37" name="Google Shape;2037;p51"/>
              <p:cNvSpPr/>
              <p:nvPr>
                <p:custDataLst>
                  <p:tags r:id="rId17"/>
                </p:custDataLst>
              </p:nvPr>
            </p:nvSpPr>
            <p:spPr>
              <a:xfrm>
                <a:off x="4387075" y="1134050"/>
                <a:ext cx="38600" cy="25250"/>
              </a:xfrm>
              <a:custGeom>
                <a:avLst/>
                <a:gdLst/>
                <a:ahLst/>
                <a:cxnLst/>
                <a:rect l="l" t="t" r="r" b="b"/>
                <a:pathLst>
                  <a:path w="1544" h="1010" extrusionOk="0">
                    <a:moveTo>
                      <a:pt x="651" y="1"/>
                    </a:moveTo>
                    <a:cubicBezTo>
                      <a:pt x="348" y="108"/>
                      <a:pt x="107" y="250"/>
                      <a:pt x="0" y="438"/>
                    </a:cubicBezTo>
                    <a:cubicBezTo>
                      <a:pt x="36" y="500"/>
                      <a:pt x="81" y="563"/>
                      <a:pt x="116" y="616"/>
                    </a:cubicBezTo>
                    <a:cubicBezTo>
                      <a:pt x="339" y="899"/>
                      <a:pt x="876" y="1009"/>
                      <a:pt x="1473" y="1009"/>
                    </a:cubicBezTo>
                    <a:cubicBezTo>
                      <a:pt x="1496" y="1009"/>
                      <a:pt x="1520" y="1009"/>
                      <a:pt x="1544" y="1009"/>
                    </a:cubicBezTo>
                    <a:cubicBezTo>
                      <a:pt x="1240" y="679"/>
                      <a:pt x="937" y="348"/>
                      <a:pt x="6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38" name="Google Shape;2038;p51"/>
              <p:cNvSpPr/>
              <p:nvPr>
                <p:custDataLst>
                  <p:tags r:id="rId18"/>
                </p:custDataLst>
              </p:nvPr>
            </p:nvSpPr>
            <p:spPr>
              <a:xfrm>
                <a:off x="4371450" y="1032350"/>
                <a:ext cx="111100" cy="104400"/>
              </a:xfrm>
              <a:custGeom>
                <a:avLst/>
                <a:gdLst/>
                <a:ahLst/>
                <a:cxnLst/>
                <a:rect l="l" t="t" r="r" b="b"/>
                <a:pathLst>
                  <a:path w="4444" h="4176" extrusionOk="0">
                    <a:moveTo>
                      <a:pt x="1687" y="1"/>
                    </a:moveTo>
                    <a:cubicBezTo>
                      <a:pt x="946" y="188"/>
                      <a:pt x="286" y="464"/>
                      <a:pt x="126" y="625"/>
                    </a:cubicBezTo>
                    <a:cubicBezTo>
                      <a:pt x="45" y="696"/>
                      <a:pt x="10" y="910"/>
                      <a:pt x="1" y="1214"/>
                    </a:cubicBezTo>
                    <a:cubicBezTo>
                      <a:pt x="1517" y="1981"/>
                      <a:pt x="2891" y="2989"/>
                      <a:pt x="4203" y="4077"/>
                    </a:cubicBezTo>
                    <a:cubicBezTo>
                      <a:pt x="4274" y="4104"/>
                      <a:pt x="4327" y="4140"/>
                      <a:pt x="4372" y="4176"/>
                    </a:cubicBezTo>
                    <a:cubicBezTo>
                      <a:pt x="4443" y="3712"/>
                      <a:pt x="4426" y="2695"/>
                      <a:pt x="4310" y="1767"/>
                    </a:cubicBezTo>
                    <a:cubicBezTo>
                      <a:pt x="3712" y="1258"/>
                      <a:pt x="3078" y="786"/>
                      <a:pt x="2401" y="384"/>
                    </a:cubicBezTo>
                    <a:cubicBezTo>
                      <a:pt x="2169" y="241"/>
                      <a:pt x="1928" y="117"/>
                      <a:pt x="16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39" name="Google Shape;2039;p51"/>
              <p:cNvSpPr/>
              <p:nvPr>
                <p:custDataLst>
                  <p:tags r:id="rId19"/>
                </p:custDataLst>
              </p:nvPr>
            </p:nvSpPr>
            <p:spPr>
              <a:xfrm>
                <a:off x="4413600" y="1027275"/>
                <a:ext cx="65600" cy="49250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1970" extrusionOk="0">
                    <a:moveTo>
                      <a:pt x="1356" y="0"/>
                    </a:moveTo>
                    <a:cubicBezTo>
                      <a:pt x="944" y="0"/>
                      <a:pt x="458" y="84"/>
                      <a:pt x="1" y="204"/>
                    </a:cubicBezTo>
                    <a:cubicBezTo>
                      <a:pt x="242" y="320"/>
                      <a:pt x="483" y="444"/>
                      <a:pt x="715" y="587"/>
                    </a:cubicBezTo>
                    <a:cubicBezTo>
                      <a:pt x="1392" y="989"/>
                      <a:pt x="2026" y="1461"/>
                      <a:pt x="2624" y="1970"/>
                    </a:cubicBezTo>
                    <a:cubicBezTo>
                      <a:pt x="2499" y="1042"/>
                      <a:pt x="2285" y="195"/>
                      <a:pt x="1963" y="88"/>
                    </a:cubicBezTo>
                    <a:cubicBezTo>
                      <a:pt x="1797" y="27"/>
                      <a:pt x="1588" y="0"/>
                      <a:pt x="13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40" name="Google Shape;2040;p51"/>
              <p:cNvSpPr/>
              <p:nvPr>
                <p:custDataLst>
                  <p:tags r:id="rId20"/>
                </p:custDataLst>
              </p:nvPr>
            </p:nvSpPr>
            <p:spPr>
              <a:xfrm>
                <a:off x="4371000" y="1062675"/>
                <a:ext cx="105525" cy="71625"/>
              </a:xfrm>
              <a:custGeom>
                <a:avLst/>
                <a:gdLst/>
                <a:ahLst/>
                <a:cxnLst/>
                <a:rect l="l" t="t" r="r" b="b"/>
                <a:pathLst>
                  <a:path w="4221" h="2865" extrusionOk="0">
                    <a:moveTo>
                      <a:pt x="19" y="1"/>
                    </a:moveTo>
                    <a:cubicBezTo>
                      <a:pt x="1" y="607"/>
                      <a:pt x="117" y="1553"/>
                      <a:pt x="304" y="2320"/>
                    </a:cubicBezTo>
                    <a:cubicBezTo>
                      <a:pt x="643" y="2481"/>
                      <a:pt x="964" y="2668"/>
                      <a:pt x="1277" y="2864"/>
                    </a:cubicBezTo>
                    <a:cubicBezTo>
                      <a:pt x="1718" y="2713"/>
                      <a:pt x="2305" y="2637"/>
                      <a:pt x="2856" y="2637"/>
                    </a:cubicBezTo>
                    <a:cubicBezTo>
                      <a:pt x="3407" y="2637"/>
                      <a:pt x="3922" y="2713"/>
                      <a:pt x="4221" y="2864"/>
                    </a:cubicBezTo>
                    <a:cubicBezTo>
                      <a:pt x="2909" y="1776"/>
                      <a:pt x="1535" y="768"/>
                      <a:pt x="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41" name="Google Shape;2041;p51"/>
              <p:cNvSpPr/>
              <p:nvPr>
                <p:custDataLst>
                  <p:tags r:id="rId21"/>
                </p:custDataLst>
              </p:nvPr>
            </p:nvSpPr>
            <p:spPr>
              <a:xfrm>
                <a:off x="4378600" y="1120675"/>
                <a:ext cx="24325" cy="24325"/>
              </a:xfrm>
              <a:custGeom>
                <a:avLst/>
                <a:gdLst/>
                <a:ahLst/>
                <a:cxnLst/>
                <a:rect l="l" t="t" r="r" b="b"/>
                <a:pathLst>
                  <a:path w="973" h="973" extrusionOk="0">
                    <a:moveTo>
                      <a:pt x="0" y="0"/>
                    </a:moveTo>
                    <a:cubicBezTo>
                      <a:pt x="98" y="384"/>
                      <a:pt x="214" y="732"/>
                      <a:pt x="339" y="973"/>
                    </a:cubicBezTo>
                    <a:cubicBezTo>
                      <a:pt x="446" y="794"/>
                      <a:pt x="678" y="651"/>
                      <a:pt x="973" y="544"/>
                    </a:cubicBezTo>
                    <a:cubicBezTo>
                      <a:pt x="660" y="348"/>
                      <a:pt x="339" y="161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42" name="Google Shape;2042;p51"/>
              <p:cNvSpPr/>
              <p:nvPr>
                <p:custDataLst>
                  <p:tags r:id="rId22"/>
                </p:custDataLst>
              </p:nvPr>
            </p:nvSpPr>
            <p:spPr>
              <a:xfrm>
                <a:off x="4428100" y="1145350"/>
                <a:ext cx="17200" cy="58975"/>
              </a:xfrm>
              <a:custGeom>
                <a:avLst/>
                <a:gdLst/>
                <a:ahLst/>
                <a:cxnLst/>
                <a:rect l="l" t="t" r="r" b="b"/>
                <a:pathLst>
                  <a:path w="688" h="2359" extrusionOk="0">
                    <a:moveTo>
                      <a:pt x="168" y="0"/>
                    </a:moveTo>
                    <a:cubicBezTo>
                      <a:pt x="157" y="0"/>
                      <a:pt x="146" y="1"/>
                      <a:pt x="135" y="3"/>
                    </a:cubicBezTo>
                    <a:cubicBezTo>
                      <a:pt x="54" y="12"/>
                      <a:pt x="1" y="93"/>
                      <a:pt x="10" y="173"/>
                    </a:cubicBezTo>
                    <a:lnTo>
                      <a:pt x="366" y="2225"/>
                    </a:lnTo>
                    <a:cubicBezTo>
                      <a:pt x="384" y="2305"/>
                      <a:pt x="447" y="2359"/>
                      <a:pt x="518" y="2359"/>
                    </a:cubicBezTo>
                    <a:cubicBezTo>
                      <a:pt x="527" y="2359"/>
                      <a:pt x="536" y="2350"/>
                      <a:pt x="545" y="2350"/>
                    </a:cubicBezTo>
                    <a:cubicBezTo>
                      <a:pt x="625" y="2341"/>
                      <a:pt x="688" y="2260"/>
                      <a:pt x="670" y="2171"/>
                    </a:cubicBezTo>
                    <a:lnTo>
                      <a:pt x="313" y="128"/>
                    </a:lnTo>
                    <a:cubicBezTo>
                      <a:pt x="305" y="51"/>
                      <a:pt x="243" y="0"/>
                      <a:pt x="16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43" name="Google Shape;2043;p51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5950" y="1177225"/>
                <a:ext cx="111550" cy="111625"/>
              </a:xfrm>
              <a:custGeom>
                <a:avLst/>
                <a:gdLst/>
                <a:ahLst/>
                <a:cxnLst/>
                <a:rect l="l" t="t" r="r" b="b"/>
                <a:pathLst>
                  <a:path w="4462" h="4465" extrusionOk="0">
                    <a:moveTo>
                      <a:pt x="3056" y="1"/>
                    </a:moveTo>
                    <a:cubicBezTo>
                      <a:pt x="2030" y="1"/>
                      <a:pt x="543" y="538"/>
                      <a:pt x="286" y="780"/>
                    </a:cubicBezTo>
                    <a:cubicBezTo>
                      <a:pt x="1" y="1057"/>
                      <a:pt x="277" y="3555"/>
                      <a:pt x="768" y="4465"/>
                    </a:cubicBezTo>
                    <a:cubicBezTo>
                      <a:pt x="1016" y="4046"/>
                      <a:pt x="1981" y="3843"/>
                      <a:pt x="2857" y="3843"/>
                    </a:cubicBezTo>
                    <a:cubicBezTo>
                      <a:pt x="3495" y="3843"/>
                      <a:pt x="4085" y="3951"/>
                      <a:pt x="4318" y="4161"/>
                    </a:cubicBezTo>
                    <a:cubicBezTo>
                      <a:pt x="4461" y="3260"/>
                      <a:pt x="4238" y="299"/>
                      <a:pt x="3640" y="84"/>
                    </a:cubicBezTo>
                    <a:cubicBezTo>
                      <a:pt x="3479" y="26"/>
                      <a:pt x="3278" y="1"/>
                      <a:pt x="3056" y="1"/>
                    </a:cubicBezTo>
                    <a:close/>
                  </a:path>
                </a:pathLst>
              </a:custGeom>
              <a:solidFill>
                <a:srgbClr val="A3E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44" name="Google Shape;2044;p51"/>
              <p:cNvSpPr/>
              <p:nvPr>
                <p:custDataLst>
                  <p:tags r:id="rId24"/>
                </p:custDataLst>
              </p:nvPr>
            </p:nvSpPr>
            <p:spPr>
              <a:xfrm>
                <a:off x="4420525" y="1273325"/>
                <a:ext cx="73400" cy="29125"/>
              </a:xfrm>
              <a:custGeom>
                <a:avLst/>
                <a:gdLst/>
                <a:ahLst/>
                <a:cxnLst/>
                <a:rect l="l" t="t" r="r" b="b"/>
                <a:pathLst>
                  <a:path w="2936" h="1165" extrusionOk="0">
                    <a:moveTo>
                      <a:pt x="1483" y="0"/>
                    </a:moveTo>
                    <a:cubicBezTo>
                      <a:pt x="966" y="0"/>
                      <a:pt x="417" y="70"/>
                      <a:pt x="0" y="210"/>
                    </a:cubicBezTo>
                    <a:cubicBezTo>
                      <a:pt x="277" y="540"/>
                      <a:pt x="553" y="853"/>
                      <a:pt x="848" y="1165"/>
                    </a:cubicBezTo>
                    <a:cubicBezTo>
                      <a:pt x="1749" y="1138"/>
                      <a:pt x="2766" y="844"/>
                      <a:pt x="2900" y="478"/>
                    </a:cubicBezTo>
                    <a:cubicBezTo>
                      <a:pt x="2909" y="433"/>
                      <a:pt x="2926" y="380"/>
                      <a:pt x="2935" y="317"/>
                    </a:cubicBezTo>
                    <a:cubicBezTo>
                      <a:pt x="2704" y="106"/>
                      <a:pt x="2118" y="0"/>
                      <a:pt x="148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45" name="Google Shape;2045;p51"/>
              <p:cNvSpPr/>
              <p:nvPr>
                <p:custDataLst>
                  <p:tags r:id="rId25"/>
                </p:custDataLst>
              </p:nvPr>
            </p:nvSpPr>
            <p:spPr>
              <a:xfrm>
                <a:off x="4405125" y="1278575"/>
                <a:ext cx="36600" cy="23900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956" extrusionOk="0">
                    <a:moveTo>
                      <a:pt x="616" y="0"/>
                    </a:moveTo>
                    <a:cubicBezTo>
                      <a:pt x="331" y="98"/>
                      <a:pt x="99" y="232"/>
                      <a:pt x="1" y="411"/>
                    </a:cubicBezTo>
                    <a:cubicBezTo>
                      <a:pt x="37" y="473"/>
                      <a:pt x="72" y="536"/>
                      <a:pt x="108" y="580"/>
                    </a:cubicBezTo>
                    <a:cubicBezTo>
                      <a:pt x="322" y="846"/>
                      <a:pt x="834" y="955"/>
                      <a:pt x="1397" y="955"/>
                    </a:cubicBezTo>
                    <a:cubicBezTo>
                      <a:pt x="1419" y="955"/>
                      <a:pt x="1441" y="955"/>
                      <a:pt x="1464" y="955"/>
                    </a:cubicBezTo>
                    <a:cubicBezTo>
                      <a:pt x="1169" y="643"/>
                      <a:pt x="893" y="330"/>
                      <a:pt x="6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46" name="Google Shape;2046;p51"/>
              <p:cNvSpPr/>
              <p:nvPr>
                <p:custDataLst>
                  <p:tags r:id="rId26"/>
                </p:custDataLst>
              </p:nvPr>
            </p:nvSpPr>
            <p:spPr>
              <a:xfrm>
                <a:off x="4390200" y="1182000"/>
                <a:ext cx="105500" cy="99275"/>
              </a:xfrm>
              <a:custGeom>
                <a:avLst/>
                <a:gdLst/>
                <a:ahLst/>
                <a:cxnLst/>
                <a:rect l="l" t="t" r="r" b="b"/>
                <a:pathLst>
                  <a:path w="4220" h="3971" extrusionOk="0">
                    <a:moveTo>
                      <a:pt x="1597" y="1"/>
                    </a:moveTo>
                    <a:cubicBezTo>
                      <a:pt x="901" y="179"/>
                      <a:pt x="277" y="438"/>
                      <a:pt x="116" y="589"/>
                    </a:cubicBezTo>
                    <a:cubicBezTo>
                      <a:pt x="45" y="661"/>
                      <a:pt x="9" y="875"/>
                      <a:pt x="0" y="1160"/>
                    </a:cubicBezTo>
                    <a:cubicBezTo>
                      <a:pt x="1436" y="1874"/>
                      <a:pt x="2748" y="2837"/>
                      <a:pt x="3988" y="3863"/>
                    </a:cubicBezTo>
                    <a:cubicBezTo>
                      <a:pt x="4050" y="3899"/>
                      <a:pt x="4104" y="3926"/>
                      <a:pt x="4148" y="3970"/>
                    </a:cubicBezTo>
                    <a:cubicBezTo>
                      <a:pt x="4220" y="3515"/>
                      <a:pt x="4202" y="2552"/>
                      <a:pt x="4086" y="1678"/>
                    </a:cubicBezTo>
                    <a:cubicBezTo>
                      <a:pt x="3515" y="1196"/>
                      <a:pt x="2926" y="741"/>
                      <a:pt x="2284" y="366"/>
                    </a:cubicBezTo>
                    <a:cubicBezTo>
                      <a:pt x="2061" y="232"/>
                      <a:pt x="1829" y="116"/>
                      <a:pt x="159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47" name="Google Shape;2047;p51"/>
              <p:cNvSpPr/>
              <p:nvPr>
                <p:custDataLst>
                  <p:tags r:id="rId27"/>
                </p:custDataLst>
              </p:nvPr>
            </p:nvSpPr>
            <p:spPr>
              <a:xfrm>
                <a:off x="4430100" y="1177275"/>
                <a:ext cx="62250" cy="46675"/>
              </a:xfrm>
              <a:custGeom>
                <a:avLst/>
                <a:gdLst/>
                <a:ahLst/>
                <a:cxnLst/>
                <a:rect l="l" t="t" r="r" b="b"/>
                <a:pathLst>
                  <a:path w="2490" h="1867" extrusionOk="0">
                    <a:moveTo>
                      <a:pt x="1295" y="1"/>
                    </a:moveTo>
                    <a:cubicBezTo>
                      <a:pt x="900" y="1"/>
                      <a:pt x="437" y="80"/>
                      <a:pt x="1" y="190"/>
                    </a:cubicBezTo>
                    <a:cubicBezTo>
                      <a:pt x="233" y="305"/>
                      <a:pt x="465" y="421"/>
                      <a:pt x="688" y="555"/>
                    </a:cubicBezTo>
                    <a:cubicBezTo>
                      <a:pt x="1330" y="930"/>
                      <a:pt x="1919" y="1385"/>
                      <a:pt x="2490" y="1867"/>
                    </a:cubicBezTo>
                    <a:cubicBezTo>
                      <a:pt x="2374" y="983"/>
                      <a:pt x="2169" y="190"/>
                      <a:pt x="1874" y="82"/>
                    </a:cubicBezTo>
                    <a:cubicBezTo>
                      <a:pt x="1712" y="25"/>
                      <a:pt x="1514" y="1"/>
                      <a:pt x="12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48" name="Google Shape;2048;p51"/>
              <p:cNvSpPr/>
              <p:nvPr>
                <p:custDataLst>
                  <p:tags r:id="rId28"/>
                </p:custDataLst>
              </p:nvPr>
            </p:nvSpPr>
            <p:spPr>
              <a:xfrm>
                <a:off x="4389975" y="1211000"/>
                <a:ext cx="99925" cy="67825"/>
              </a:xfrm>
              <a:custGeom>
                <a:avLst/>
                <a:gdLst/>
                <a:ahLst/>
                <a:cxnLst/>
                <a:rect l="l" t="t" r="r" b="b"/>
                <a:pathLst>
                  <a:path w="3997" h="2713" extrusionOk="0">
                    <a:moveTo>
                      <a:pt x="9" y="0"/>
                    </a:moveTo>
                    <a:lnTo>
                      <a:pt x="9" y="0"/>
                    </a:lnTo>
                    <a:cubicBezTo>
                      <a:pt x="0" y="571"/>
                      <a:pt x="107" y="1463"/>
                      <a:pt x="286" y="2195"/>
                    </a:cubicBezTo>
                    <a:cubicBezTo>
                      <a:pt x="607" y="2346"/>
                      <a:pt x="910" y="2516"/>
                      <a:pt x="1205" y="2712"/>
                    </a:cubicBezTo>
                    <a:cubicBezTo>
                      <a:pt x="1624" y="2565"/>
                      <a:pt x="2179" y="2494"/>
                      <a:pt x="2701" y="2494"/>
                    </a:cubicBezTo>
                    <a:cubicBezTo>
                      <a:pt x="3223" y="2494"/>
                      <a:pt x="3711" y="2565"/>
                      <a:pt x="3997" y="2703"/>
                    </a:cubicBezTo>
                    <a:cubicBezTo>
                      <a:pt x="2757" y="1677"/>
                      <a:pt x="1445" y="714"/>
                      <a:pt x="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49" name="Google Shape;2049;p51"/>
              <p:cNvSpPr/>
              <p:nvPr>
                <p:custDataLst>
                  <p:tags r:id="rId29"/>
                </p:custDataLst>
              </p:nvPr>
            </p:nvSpPr>
            <p:spPr>
              <a:xfrm>
                <a:off x="4397100" y="1265850"/>
                <a:ext cx="23000" cy="23000"/>
              </a:xfrm>
              <a:custGeom>
                <a:avLst/>
                <a:gdLst/>
                <a:ahLst/>
                <a:cxnLst/>
                <a:rect l="l" t="t" r="r" b="b"/>
                <a:pathLst>
                  <a:path w="920" h="920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90" y="367"/>
                      <a:pt x="197" y="688"/>
                      <a:pt x="322" y="920"/>
                    </a:cubicBezTo>
                    <a:cubicBezTo>
                      <a:pt x="420" y="750"/>
                      <a:pt x="643" y="616"/>
                      <a:pt x="920" y="518"/>
                    </a:cubicBezTo>
                    <a:cubicBezTo>
                      <a:pt x="625" y="322"/>
                      <a:pt x="322" y="152"/>
                      <a:pt x="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50" name="Google Shape;2050;p51"/>
              <p:cNvSpPr/>
              <p:nvPr>
                <p:custDataLst>
                  <p:tags r:id="rId30"/>
                </p:custDataLst>
              </p:nvPr>
            </p:nvSpPr>
            <p:spPr>
              <a:xfrm>
                <a:off x="4446850" y="1286525"/>
                <a:ext cx="17175" cy="58975"/>
              </a:xfrm>
              <a:custGeom>
                <a:avLst/>
                <a:gdLst/>
                <a:ahLst/>
                <a:cxnLst/>
                <a:rect l="l" t="t" r="r" b="b"/>
                <a:pathLst>
                  <a:path w="687" h="2359" extrusionOk="0">
                    <a:moveTo>
                      <a:pt x="171" y="0"/>
                    </a:moveTo>
                    <a:cubicBezTo>
                      <a:pt x="161" y="0"/>
                      <a:pt x="152" y="1"/>
                      <a:pt x="143" y="3"/>
                    </a:cubicBezTo>
                    <a:cubicBezTo>
                      <a:pt x="54" y="21"/>
                      <a:pt x="0" y="102"/>
                      <a:pt x="18" y="182"/>
                    </a:cubicBezTo>
                    <a:lnTo>
                      <a:pt x="366" y="2234"/>
                    </a:lnTo>
                    <a:cubicBezTo>
                      <a:pt x="384" y="2305"/>
                      <a:pt x="446" y="2359"/>
                      <a:pt x="517" y="2359"/>
                    </a:cubicBezTo>
                    <a:lnTo>
                      <a:pt x="544" y="2359"/>
                    </a:lnTo>
                    <a:cubicBezTo>
                      <a:pt x="633" y="2341"/>
                      <a:pt x="687" y="2260"/>
                      <a:pt x="669" y="2180"/>
                    </a:cubicBezTo>
                    <a:lnTo>
                      <a:pt x="312" y="128"/>
                    </a:lnTo>
                    <a:cubicBezTo>
                      <a:pt x="304" y="57"/>
                      <a:pt x="241" y="0"/>
                      <a:pt x="1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051" name="Google Shape;2051;p51"/>
            <p:cNvGrpSpPr/>
            <p:nvPr/>
          </p:nvGrpSpPr>
          <p:grpSpPr>
            <a:xfrm>
              <a:off x="4206525" y="1739966"/>
              <a:ext cx="366071" cy="558233"/>
              <a:chOff x="4235184" y="1961299"/>
              <a:chExt cx="337362" cy="514453"/>
            </a:xfrm>
          </p:grpSpPr>
          <p:sp>
            <p:nvSpPr>
              <p:cNvPr id="2052" name="Google Shape;2052;p51"/>
              <p:cNvSpPr/>
              <p:nvPr>
                <p:custDataLst>
                  <p:tags r:id="rId31"/>
                </p:custDataLst>
              </p:nvPr>
            </p:nvSpPr>
            <p:spPr>
              <a:xfrm>
                <a:off x="4319888" y="1989614"/>
                <a:ext cx="252658" cy="486138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8035" extrusionOk="0">
                    <a:moveTo>
                      <a:pt x="2765" y="0"/>
                    </a:moveTo>
                    <a:cubicBezTo>
                      <a:pt x="2627" y="0"/>
                      <a:pt x="2481" y="35"/>
                      <a:pt x="2320" y="97"/>
                    </a:cubicBezTo>
                    <a:cubicBezTo>
                      <a:pt x="1767" y="320"/>
                      <a:pt x="634" y="1640"/>
                      <a:pt x="286" y="3755"/>
                    </a:cubicBezTo>
                    <a:cubicBezTo>
                      <a:pt x="1" y="5467"/>
                      <a:pt x="170" y="7716"/>
                      <a:pt x="786" y="7983"/>
                    </a:cubicBezTo>
                    <a:cubicBezTo>
                      <a:pt x="861" y="8017"/>
                      <a:pt x="949" y="8034"/>
                      <a:pt x="1047" y="8034"/>
                    </a:cubicBezTo>
                    <a:cubicBezTo>
                      <a:pt x="1749" y="8034"/>
                      <a:pt x="2953" y="7149"/>
                      <a:pt x="3525" y="5191"/>
                    </a:cubicBezTo>
                    <a:cubicBezTo>
                      <a:pt x="4176" y="2961"/>
                      <a:pt x="3890" y="900"/>
                      <a:pt x="3507" y="427"/>
                    </a:cubicBezTo>
                    <a:cubicBezTo>
                      <a:pt x="3256" y="124"/>
                      <a:pt x="3025" y="0"/>
                      <a:pt x="27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53" name="Google Shape;2053;p51"/>
              <p:cNvSpPr/>
              <p:nvPr>
                <p:custDataLst>
                  <p:tags r:id="rId32"/>
                </p:custDataLst>
              </p:nvPr>
            </p:nvSpPr>
            <p:spPr>
              <a:xfrm>
                <a:off x="4354435" y="1989493"/>
                <a:ext cx="218112" cy="486259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8037" extrusionOk="0">
                    <a:moveTo>
                      <a:pt x="2195" y="1"/>
                    </a:moveTo>
                    <a:cubicBezTo>
                      <a:pt x="2249" y="54"/>
                      <a:pt x="2311" y="117"/>
                      <a:pt x="2374" y="188"/>
                    </a:cubicBezTo>
                    <a:cubicBezTo>
                      <a:pt x="2757" y="661"/>
                      <a:pt x="3043" y="2722"/>
                      <a:pt x="2392" y="4952"/>
                    </a:cubicBezTo>
                    <a:cubicBezTo>
                      <a:pt x="1847" y="6825"/>
                      <a:pt x="714" y="7718"/>
                      <a:pt x="1" y="7789"/>
                    </a:cubicBezTo>
                    <a:cubicBezTo>
                      <a:pt x="63" y="7887"/>
                      <a:pt x="135" y="7950"/>
                      <a:pt x="215" y="7985"/>
                    </a:cubicBezTo>
                    <a:cubicBezTo>
                      <a:pt x="290" y="8019"/>
                      <a:pt x="378" y="8036"/>
                      <a:pt x="476" y="8036"/>
                    </a:cubicBezTo>
                    <a:cubicBezTo>
                      <a:pt x="1178" y="8036"/>
                      <a:pt x="2382" y="7151"/>
                      <a:pt x="2954" y="5193"/>
                    </a:cubicBezTo>
                    <a:cubicBezTo>
                      <a:pt x="3605" y="2963"/>
                      <a:pt x="3319" y="902"/>
                      <a:pt x="2936" y="429"/>
                    </a:cubicBezTo>
                    <a:cubicBezTo>
                      <a:pt x="2686" y="126"/>
                      <a:pt x="2454" y="1"/>
                      <a:pt x="21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54" name="Google Shape;2054;p51"/>
              <p:cNvSpPr/>
              <p:nvPr>
                <p:custDataLst>
                  <p:tags r:id="rId33"/>
                </p:custDataLst>
              </p:nvPr>
            </p:nvSpPr>
            <p:spPr>
              <a:xfrm>
                <a:off x="4293993" y="1977453"/>
                <a:ext cx="213271" cy="476941"/>
              </a:xfrm>
              <a:custGeom>
                <a:avLst/>
                <a:gdLst/>
                <a:ahLst/>
                <a:cxnLst/>
                <a:rect l="l" t="t" r="r" b="b"/>
                <a:pathLst>
                  <a:path w="3525" h="7883" extrusionOk="0">
                    <a:moveTo>
                      <a:pt x="2487" y="0"/>
                    </a:moveTo>
                    <a:cubicBezTo>
                      <a:pt x="2328" y="0"/>
                      <a:pt x="2162" y="36"/>
                      <a:pt x="2008" y="75"/>
                    </a:cubicBezTo>
                    <a:lnTo>
                      <a:pt x="45" y="6641"/>
                    </a:lnTo>
                    <a:cubicBezTo>
                      <a:pt x="1" y="6900"/>
                      <a:pt x="9" y="7167"/>
                      <a:pt x="81" y="7417"/>
                    </a:cubicBezTo>
                    <a:cubicBezTo>
                      <a:pt x="143" y="7631"/>
                      <a:pt x="277" y="7863"/>
                      <a:pt x="500" y="7881"/>
                    </a:cubicBezTo>
                    <a:cubicBezTo>
                      <a:pt x="510" y="7882"/>
                      <a:pt x="521" y="7882"/>
                      <a:pt x="531" y="7882"/>
                    </a:cubicBezTo>
                    <a:cubicBezTo>
                      <a:pt x="619" y="7882"/>
                      <a:pt x="706" y="7849"/>
                      <a:pt x="786" y="7810"/>
                    </a:cubicBezTo>
                    <a:cubicBezTo>
                      <a:pt x="1428" y="7533"/>
                      <a:pt x="1981" y="7060"/>
                      <a:pt x="2356" y="6480"/>
                    </a:cubicBezTo>
                    <a:cubicBezTo>
                      <a:pt x="2713" y="5918"/>
                      <a:pt x="2909" y="5276"/>
                      <a:pt x="3105" y="4643"/>
                    </a:cubicBezTo>
                    <a:cubicBezTo>
                      <a:pt x="3292" y="4009"/>
                      <a:pt x="3489" y="3367"/>
                      <a:pt x="3507" y="2698"/>
                    </a:cubicBezTo>
                    <a:cubicBezTo>
                      <a:pt x="3524" y="2002"/>
                      <a:pt x="3337" y="1315"/>
                      <a:pt x="3159" y="646"/>
                    </a:cubicBezTo>
                    <a:cubicBezTo>
                      <a:pt x="3114" y="459"/>
                      <a:pt x="3060" y="271"/>
                      <a:pt x="2927" y="146"/>
                    </a:cubicBezTo>
                    <a:cubicBezTo>
                      <a:pt x="2804" y="38"/>
                      <a:pt x="2650" y="0"/>
                      <a:pt x="24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55" name="Google Shape;2055;p51"/>
              <p:cNvSpPr/>
              <p:nvPr>
                <p:custDataLst>
                  <p:tags r:id="rId34"/>
                </p:custDataLst>
              </p:nvPr>
            </p:nvSpPr>
            <p:spPr>
              <a:xfrm>
                <a:off x="4235184" y="1961299"/>
                <a:ext cx="252658" cy="486319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8038" extrusionOk="0">
                    <a:moveTo>
                      <a:pt x="2764" y="0"/>
                    </a:moveTo>
                    <a:cubicBezTo>
                      <a:pt x="2626" y="0"/>
                      <a:pt x="2480" y="36"/>
                      <a:pt x="2320" y="101"/>
                    </a:cubicBezTo>
                    <a:cubicBezTo>
                      <a:pt x="1767" y="315"/>
                      <a:pt x="634" y="1636"/>
                      <a:pt x="286" y="3750"/>
                    </a:cubicBezTo>
                    <a:cubicBezTo>
                      <a:pt x="0" y="5472"/>
                      <a:pt x="170" y="7711"/>
                      <a:pt x="785" y="7987"/>
                    </a:cubicBezTo>
                    <a:cubicBezTo>
                      <a:pt x="860" y="8021"/>
                      <a:pt x="947" y="8038"/>
                      <a:pt x="1044" y="8038"/>
                    </a:cubicBezTo>
                    <a:cubicBezTo>
                      <a:pt x="1746" y="8038"/>
                      <a:pt x="2952" y="7146"/>
                      <a:pt x="3524" y="5186"/>
                    </a:cubicBezTo>
                    <a:cubicBezTo>
                      <a:pt x="4175" y="2965"/>
                      <a:pt x="3890" y="895"/>
                      <a:pt x="3506" y="431"/>
                    </a:cubicBezTo>
                    <a:cubicBezTo>
                      <a:pt x="3256" y="128"/>
                      <a:pt x="3024" y="0"/>
                      <a:pt x="276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56" name="Google Shape;2056;p51"/>
              <p:cNvSpPr/>
              <p:nvPr>
                <p:custDataLst>
                  <p:tags r:id="rId35"/>
                </p:custDataLst>
              </p:nvPr>
            </p:nvSpPr>
            <p:spPr>
              <a:xfrm>
                <a:off x="4269731" y="1961481"/>
                <a:ext cx="218112" cy="486138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8035" extrusionOk="0">
                    <a:moveTo>
                      <a:pt x="2195" y="0"/>
                    </a:moveTo>
                    <a:cubicBezTo>
                      <a:pt x="2248" y="54"/>
                      <a:pt x="2311" y="116"/>
                      <a:pt x="2373" y="187"/>
                    </a:cubicBezTo>
                    <a:cubicBezTo>
                      <a:pt x="2757" y="651"/>
                      <a:pt x="3033" y="2712"/>
                      <a:pt x="2391" y="4942"/>
                    </a:cubicBezTo>
                    <a:cubicBezTo>
                      <a:pt x="1838" y="6825"/>
                      <a:pt x="714" y="7717"/>
                      <a:pt x="0" y="7788"/>
                    </a:cubicBezTo>
                    <a:cubicBezTo>
                      <a:pt x="63" y="7886"/>
                      <a:pt x="134" y="7949"/>
                      <a:pt x="214" y="7984"/>
                    </a:cubicBezTo>
                    <a:cubicBezTo>
                      <a:pt x="289" y="8018"/>
                      <a:pt x="376" y="8035"/>
                      <a:pt x="473" y="8035"/>
                    </a:cubicBezTo>
                    <a:cubicBezTo>
                      <a:pt x="1175" y="8035"/>
                      <a:pt x="2381" y="7143"/>
                      <a:pt x="2953" y="5183"/>
                    </a:cubicBezTo>
                    <a:cubicBezTo>
                      <a:pt x="3604" y="2962"/>
                      <a:pt x="3319" y="892"/>
                      <a:pt x="2935" y="428"/>
                    </a:cubicBezTo>
                    <a:cubicBezTo>
                      <a:pt x="2685" y="125"/>
                      <a:pt x="2453" y="0"/>
                      <a:pt x="2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057" name="Google Shape;2057;p51"/>
            <p:cNvGrpSpPr/>
            <p:nvPr/>
          </p:nvGrpSpPr>
          <p:grpSpPr>
            <a:xfrm>
              <a:off x="4417922" y="2039598"/>
              <a:ext cx="471573" cy="448201"/>
              <a:chOff x="4430002" y="2237432"/>
              <a:chExt cx="434589" cy="413050"/>
            </a:xfrm>
          </p:grpSpPr>
          <p:sp>
            <p:nvSpPr>
              <p:cNvPr id="2058" name="Google Shape;2058;p51"/>
              <p:cNvSpPr/>
              <p:nvPr>
                <p:custDataLst>
                  <p:tags r:id="rId36"/>
                </p:custDataLst>
              </p:nvPr>
            </p:nvSpPr>
            <p:spPr>
              <a:xfrm>
                <a:off x="4481853" y="2302230"/>
                <a:ext cx="382739" cy="348252"/>
              </a:xfrm>
              <a:custGeom>
                <a:avLst/>
                <a:gdLst/>
                <a:ahLst/>
                <a:cxnLst/>
                <a:rect l="l" t="t" r="r" b="b"/>
                <a:pathLst>
                  <a:path w="6326" h="5756" extrusionOk="0">
                    <a:moveTo>
                      <a:pt x="5333" y="0"/>
                    </a:moveTo>
                    <a:cubicBezTo>
                      <a:pt x="4682" y="0"/>
                      <a:pt x="3296" y="506"/>
                      <a:pt x="2079" y="1853"/>
                    </a:cubicBezTo>
                    <a:cubicBezTo>
                      <a:pt x="990" y="3048"/>
                      <a:pt x="0" y="4886"/>
                      <a:pt x="348" y="5412"/>
                    </a:cubicBezTo>
                    <a:cubicBezTo>
                      <a:pt x="483" y="5619"/>
                      <a:pt x="817" y="5756"/>
                      <a:pt x="1272" y="5756"/>
                    </a:cubicBezTo>
                    <a:cubicBezTo>
                      <a:pt x="1956" y="5756"/>
                      <a:pt x="2915" y="5447"/>
                      <a:pt x="3890" y="4600"/>
                    </a:cubicBezTo>
                    <a:cubicBezTo>
                      <a:pt x="5513" y="3182"/>
                      <a:pt x="6325" y="1425"/>
                      <a:pt x="6263" y="871"/>
                    </a:cubicBezTo>
                    <a:cubicBezTo>
                      <a:pt x="6200" y="309"/>
                      <a:pt x="5959" y="104"/>
                      <a:pt x="5504" y="15"/>
                    </a:cubicBezTo>
                    <a:cubicBezTo>
                      <a:pt x="5455" y="5"/>
                      <a:pt x="5398" y="0"/>
                      <a:pt x="5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59" name="Google Shape;2059;p51"/>
              <p:cNvSpPr/>
              <p:nvPr>
                <p:custDataLst>
                  <p:tags r:id="rId37"/>
                </p:custDataLst>
              </p:nvPr>
            </p:nvSpPr>
            <p:spPr>
              <a:xfrm>
                <a:off x="4498551" y="2311729"/>
                <a:ext cx="366040" cy="338753"/>
              </a:xfrm>
              <a:custGeom>
                <a:avLst/>
                <a:gdLst/>
                <a:ahLst/>
                <a:cxnLst/>
                <a:rect l="l" t="t" r="r" b="b"/>
                <a:pathLst>
                  <a:path w="6050" h="5599" extrusionOk="0">
                    <a:moveTo>
                      <a:pt x="5621" y="1"/>
                    </a:moveTo>
                    <a:cubicBezTo>
                      <a:pt x="5639" y="72"/>
                      <a:pt x="5657" y="152"/>
                      <a:pt x="5666" y="242"/>
                    </a:cubicBezTo>
                    <a:cubicBezTo>
                      <a:pt x="5728" y="795"/>
                      <a:pt x="4916" y="2552"/>
                      <a:pt x="3293" y="3971"/>
                    </a:cubicBezTo>
                    <a:cubicBezTo>
                      <a:pt x="2321" y="4815"/>
                      <a:pt x="1363" y="5126"/>
                      <a:pt x="680" y="5126"/>
                    </a:cubicBezTo>
                    <a:cubicBezTo>
                      <a:pt x="403" y="5126"/>
                      <a:pt x="170" y="5075"/>
                      <a:pt x="1" y="4988"/>
                    </a:cubicBezTo>
                    <a:lnTo>
                      <a:pt x="1" y="4988"/>
                    </a:lnTo>
                    <a:cubicBezTo>
                      <a:pt x="1" y="5095"/>
                      <a:pt x="27" y="5184"/>
                      <a:pt x="72" y="5255"/>
                    </a:cubicBezTo>
                    <a:cubicBezTo>
                      <a:pt x="207" y="5462"/>
                      <a:pt x="541" y="5599"/>
                      <a:pt x="996" y="5599"/>
                    </a:cubicBezTo>
                    <a:cubicBezTo>
                      <a:pt x="1680" y="5599"/>
                      <a:pt x="2639" y="5290"/>
                      <a:pt x="3614" y="4443"/>
                    </a:cubicBezTo>
                    <a:cubicBezTo>
                      <a:pt x="5237" y="3025"/>
                      <a:pt x="6049" y="1268"/>
                      <a:pt x="5987" y="714"/>
                    </a:cubicBezTo>
                    <a:cubicBezTo>
                      <a:pt x="5942" y="349"/>
                      <a:pt x="5826" y="135"/>
                      <a:pt x="562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60" name="Google Shape;2060;p51"/>
              <p:cNvSpPr/>
              <p:nvPr>
                <p:custDataLst>
                  <p:tags r:id="rId38"/>
                </p:custDataLst>
              </p:nvPr>
            </p:nvSpPr>
            <p:spPr>
              <a:xfrm>
                <a:off x="4468845" y="2270164"/>
                <a:ext cx="361744" cy="331130"/>
              </a:xfrm>
              <a:custGeom>
                <a:avLst/>
                <a:gdLst/>
                <a:ahLst/>
                <a:cxnLst/>
                <a:rect l="l" t="t" r="r" b="b"/>
                <a:pathLst>
                  <a:path w="5979" h="5473" extrusionOk="0">
                    <a:moveTo>
                      <a:pt x="5255" y="1"/>
                    </a:moveTo>
                    <a:lnTo>
                      <a:pt x="420" y="4140"/>
                    </a:lnTo>
                    <a:cubicBezTo>
                      <a:pt x="260" y="4319"/>
                      <a:pt x="135" y="4533"/>
                      <a:pt x="63" y="4765"/>
                    </a:cubicBezTo>
                    <a:cubicBezTo>
                      <a:pt x="1" y="4970"/>
                      <a:pt x="1" y="5220"/>
                      <a:pt x="162" y="5345"/>
                    </a:cubicBezTo>
                    <a:cubicBezTo>
                      <a:pt x="233" y="5398"/>
                      <a:pt x="331" y="5416"/>
                      <a:pt x="420" y="5434"/>
                    </a:cubicBezTo>
                    <a:cubicBezTo>
                      <a:pt x="587" y="5460"/>
                      <a:pt x="757" y="5472"/>
                      <a:pt x="926" y="5472"/>
                    </a:cubicBezTo>
                    <a:cubicBezTo>
                      <a:pt x="1401" y="5472"/>
                      <a:pt x="1878" y="5372"/>
                      <a:pt x="2312" y="5175"/>
                    </a:cubicBezTo>
                    <a:cubicBezTo>
                      <a:pt x="2874" y="4916"/>
                      <a:pt x="3346" y="4515"/>
                      <a:pt x="3819" y="4113"/>
                    </a:cubicBezTo>
                    <a:cubicBezTo>
                      <a:pt x="4283" y="3712"/>
                      <a:pt x="4756" y="3311"/>
                      <a:pt x="5104" y="2802"/>
                    </a:cubicBezTo>
                    <a:cubicBezTo>
                      <a:pt x="5470" y="2267"/>
                      <a:pt x="5666" y="1642"/>
                      <a:pt x="5871" y="1018"/>
                    </a:cubicBezTo>
                    <a:cubicBezTo>
                      <a:pt x="5925" y="857"/>
                      <a:pt x="5978" y="679"/>
                      <a:pt x="5933" y="509"/>
                    </a:cubicBezTo>
                    <a:cubicBezTo>
                      <a:pt x="5853" y="224"/>
                      <a:pt x="5532" y="90"/>
                      <a:pt x="52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61" name="Google Shape;2061;p51"/>
              <p:cNvSpPr/>
              <p:nvPr>
                <p:custDataLst>
                  <p:tags r:id="rId39"/>
                </p:custDataLst>
              </p:nvPr>
            </p:nvSpPr>
            <p:spPr>
              <a:xfrm>
                <a:off x="4430002" y="2237432"/>
                <a:ext cx="382739" cy="348676"/>
              </a:xfrm>
              <a:custGeom>
                <a:avLst/>
                <a:gdLst/>
                <a:ahLst/>
                <a:cxnLst/>
                <a:rect l="l" t="t" r="r" b="b"/>
                <a:pathLst>
                  <a:path w="6326" h="5763" extrusionOk="0">
                    <a:moveTo>
                      <a:pt x="5329" y="1"/>
                    </a:moveTo>
                    <a:cubicBezTo>
                      <a:pt x="4685" y="1"/>
                      <a:pt x="3290" y="513"/>
                      <a:pt x="2079" y="1853"/>
                    </a:cubicBezTo>
                    <a:cubicBezTo>
                      <a:pt x="991" y="3049"/>
                      <a:pt x="1" y="4886"/>
                      <a:pt x="340" y="5413"/>
                    </a:cubicBezTo>
                    <a:cubicBezTo>
                      <a:pt x="479" y="5624"/>
                      <a:pt x="815" y="5763"/>
                      <a:pt x="1272" y="5763"/>
                    </a:cubicBezTo>
                    <a:cubicBezTo>
                      <a:pt x="1956" y="5763"/>
                      <a:pt x="2912" y="5451"/>
                      <a:pt x="3890" y="4601"/>
                    </a:cubicBezTo>
                    <a:cubicBezTo>
                      <a:pt x="5514" y="3182"/>
                      <a:pt x="6326" y="1434"/>
                      <a:pt x="6254" y="872"/>
                    </a:cubicBezTo>
                    <a:cubicBezTo>
                      <a:pt x="6192" y="319"/>
                      <a:pt x="5951" y="105"/>
                      <a:pt x="5496" y="16"/>
                    </a:cubicBezTo>
                    <a:cubicBezTo>
                      <a:pt x="5448" y="6"/>
                      <a:pt x="5392" y="1"/>
                      <a:pt x="53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62" name="Google Shape;2062;p51"/>
              <p:cNvSpPr/>
              <p:nvPr>
                <p:custDataLst>
                  <p:tags r:id="rId40"/>
                </p:custDataLst>
              </p:nvPr>
            </p:nvSpPr>
            <p:spPr>
              <a:xfrm>
                <a:off x="4446761" y="2247536"/>
                <a:ext cx="365980" cy="338572"/>
              </a:xfrm>
              <a:custGeom>
                <a:avLst/>
                <a:gdLst/>
                <a:ahLst/>
                <a:cxnLst/>
                <a:rect l="l" t="t" r="r" b="b"/>
                <a:pathLst>
                  <a:path w="6049" h="5596" extrusionOk="0">
                    <a:moveTo>
                      <a:pt x="5620" y="0"/>
                    </a:moveTo>
                    <a:lnTo>
                      <a:pt x="5620" y="0"/>
                    </a:lnTo>
                    <a:cubicBezTo>
                      <a:pt x="5638" y="72"/>
                      <a:pt x="5647" y="143"/>
                      <a:pt x="5665" y="232"/>
                    </a:cubicBezTo>
                    <a:cubicBezTo>
                      <a:pt x="5728" y="794"/>
                      <a:pt x="4916" y="2543"/>
                      <a:pt x="3292" y="3961"/>
                    </a:cubicBezTo>
                    <a:cubicBezTo>
                      <a:pt x="2313" y="4813"/>
                      <a:pt x="1356" y="5121"/>
                      <a:pt x="674" y="5121"/>
                    </a:cubicBezTo>
                    <a:cubicBezTo>
                      <a:pt x="399" y="5121"/>
                      <a:pt x="169" y="5072"/>
                      <a:pt x="0" y="4987"/>
                    </a:cubicBezTo>
                    <a:lnTo>
                      <a:pt x="0" y="4987"/>
                    </a:lnTo>
                    <a:cubicBezTo>
                      <a:pt x="0" y="5085"/>
                      <a:pt x="18" y="5174"/>
                      <a:pt x="63" y="5246"/>
                    </a:cubicBezTo>
                    <a:cubicBezTo>
                      <a:pt x="202" y="5457"/>
                      <a:pt x="538" y="5596"/>
                      <a:pt x="995" y="5596"/>
                    </a:cubicBezTo>
                    <a:cubicBezTo>
                      <a:pt x="1679" y="5596"/>
                      <a:pt x="2635" y="5284"/>
                      <a:pt x="3613" y="4434"/>
                    </a:cubicBezTo>
                    <a:cubicBezTo>
                      <a:pt x="5237" y="3015"/>
                      <a:pt x="6049" y="1267"/>
                      <a:pt x="5977" y="705"/>
                    </a:cubicBezTo>
                    <a:cubicBezTo>
                      <a:pt x="5942" y="339"/>
                      <a:pt x="5817" y="125"/>
                      <a:pt x="56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063" name="Google Shape;2063;p51"/>
            <p:cNvSpPr/>
            <p:nvPr>
              <p:custDataLst>
                <p:tags r:id="rId41"/>
              </p:custDataLst>
            </p:nvPr>
          </p:nvSpPr>
          <p:spPr>
            <a:xfrm>
              <a:off x="4938010" y="3242983"/>
              <a:ext cx="500263" cy="870339"/>
            </a:xfrm>
            <a:custGeom>
              <a:avLst/>
              <a:gdLst/>
              <a:ahLst/>
              <a:cxnLst/>
              <a:rect l="l" t="t" r="r" b="b"/>
              <a:pathLst>
                <a:path w="7620" h="13257" extrusionOk="0">
                  <a:moveTo>
                    <a:pt x="331" y="0"/>
                  </a:moveTo>
                  <a:lnTo>
                    <a:pt x="304" y="2266"/>
                  </a:lnTo>
                  <a:cubicBezTo>
                    <a:pt x="2320" y="2284"/>
                    <a:pt x="4434" y="2578"/>
                    <a:pt x="4996" y="2891"/>
                  </a:cubicBezTo>
                  <a:cubicBezTo>
                    <a:pt x="5103" y="3283"/>
                    <a:pt x="5202" y="4523"/>
                    <a:pt x="5059" y="6584"/>
                  </a:cubicBezTo>
                  <a:cubicBezTo>
                    <a:pt x="4934" y="8413"/>
                    <a:pt x="4711" y="9671"/>
                    <a:pt x="4577" y="10152"/>
                  </a:cubicBezTo>
                  <a:cubicBezTo>
                    <a:pt x="3881" y="10429"/>
                    <a:pt x="1749" y="10804"/>
                    <a:pt x="1" y="11000"/>
                  </a:cubicBezTo>
                  <a:lnTo>
                    <a:pt x="259" y="13257"/>
                  </a:lnTo>
                  <a:cubicBezTo>
                    <a:pt x="5523" y="12650"/>
                    <a:pt x="6129" y="11919"/>
                    <a:pt x="6352" y="11633"/>
                  </a:cubicBezTo>
                  <a:cubicBezTo>
                    <a:pt x="6923" y="10946"/>
                    <a:pt x="7191" y="8609"/>
                    <a:pt x="7325" y="6762"/>
                  </a:cubicBezTo>
                  <a:cubicBezTo>
                    <a:pt x="7619" y="2543"/>
                    <a:pt x="7021" y="1785"/>
                    <a:pt x="6798" y="1490"/>
                  </a:cubicBezTo>
                  <a:cubicBezTo>
                    <a:pt x="6103" y="607"/>
                    <a:pt x="4461" y="321"/>
                    <a:pt x="2936" y="152"/>
                  </a:cubicBezTo>
                  <a:cubicBezTo>
                    <a:pt x="1606" y="9"/>
                    <a:pt x="384" y="0"/>
                    <a:pt x="331" y="0"/>
                  </a:cubicBezTo>
                  <a:close/>
                </a:path>
              </a:pathLst>
            </a:custGeom>
            <a:solidFill>
              <a:srgbClr val="D0D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4" name="Google Shape;2064;p51"/>
            <p:cNvSpPr/>
            <p:nvPr>
              <p:custDataLst>
                <p:tags r:id="rId42"/>
              </p:custDataLst>
            </p:nvPr>
          </p:nvSpPr>
          <p:spPr>
            <a:xfrm>
              <a:off x="4957902" y="3242983"/>
              <a:ext cx="182839" cy="159336"/>
            </a:xfrm>
            <a:custGeom>
              <a:avLst/>
              <a:gdLst/>
              <a:ahLst/>
              <a:cxnLst/>
              <a:rect l="l" t="t" r="r" b="b"/>
              <a:pathLst>
                <a:path w="2785" h="2427" extrusionOk="0">
                  <a:moveTo>
                    <a:pt x="28" y="0"/>
                  </a:moveTo>
                  <a:lnTo>
                    <a:pt x="1" y="2266"/>
                  </a:lnTo>
                  <a:cubicBezTo>
                    <a:pt x="884" y="2275"/>
                    <a:pt x="1776" y="2338"/>
                    <a:pt x="2552" y="2427"/>
                  </a:cubicBezTo>
                  <a:cubicBezTo>
                    <a:pt x="2757" y="1686"/>
                    <a:pt x="2784" y="901"/>
                    <a:pt x="2624" y="152"/>
                  </a:cubicBezTo>
                  <a:cubicBezTo>
                    <a:pt x="1294" y="9"/>
                    <a:pt x="81" y="0"/>
                    <a:pt x="28" y="0"/>
                  </a:cubicBezTo>
                  <a:close/>
                </a:path>
              </a:pathLst>
            </a:custGeom>
            <a:solidFill>
              <a:srgbClr val="D0D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5" name="Google Shape;2065;p51"/>
            <p:cNvSpPr/>
            <p:nvPr>
              <p:custDataLst>
                <p:tags r:id="rId43"/>
              </p:custDataLst>
            </p:nvPr>
          </p:nvSpPr>
          <p:spPr>
            <a:xfrm>
              <a:off x="4938010" y="3945779"/>
              <a:ext cx="151195" cy="167542"/>
            </a:xfrm>
            <a:custGeom>
              <a:avLst/>
              <a:gdLst/>
              <a:ahLst/>
              <a:cxnLst/>
              <a:rect l="l" t="t" r="r" b="b"/>
              <a:pathLst>
                <a:path w="2303" h="2552" extrusionOk="0">
                  <a:moveTo>
                    <a:pt x="2133" y="1"/>
                  </a:moveTo>
                  <a:cubicBezTo>
                    <a:pt x="1437" y="116"/>
                    <a:pt x="687" y="215"/>
                    <a:pt x="1" y="295"/>
                  </a:cubicBezTo>
                  <a:lnTo>
                    <a:pt x="259" y="2552"/>
                  </a:lnTo>
                  <a:cubicBezTo>
                    <a:pt x="982" y="2463"/>
                    <a:pt x="1606" y="2382"/>
                    <a:pt x="2168" y="2293"/>
                  </a:cubicBezTo>
                  <a:cubicBezTo>
                    <a:pt x="2302" y="1535"/>
                    <a:pt x="2284" y="750"/>
                    <a:pt x="2133" y="1"/>
                  </a:cubicBezTo>
                  <a:close/>
                </a:path>
              </a:pathLst>
            </a:custGeom>
            <a:solidFill>
              <a:srgbClr val="D0D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6" name="Google Shape;2066;p51"/>
            <p:cNvSpPr/>
            <p:nvPr>
              <p:custDataLst>
                <p:tags r:id="rId44"/>
              </p:custDataLst>
            </p:nvPr>
          </p:nvSpPr>
          <p:spPr>
            <a:xfrm>
              <a:off x="3733837" y="2810145"/>
              <a:ext cx="1355370" cy="1748884"/>
            </a:xfrm>
            <a:custGeom>
              <a:avLst/>
              <a:gdLst/>
              <a:ahLst/>
              <a:cxnLst/>
              <a:rect l="l" t="t" r="r" b="b"/>
              <a:pathLst>
                <a:path w="20645" h="26639" extrusionOk="0">
                  <a:moveTo>
                    <a:pt x="10278" y="1"/>
                  </a:moveTo>
                  <a:lnTo>
                    <a:pt x="10278" y="10"/>
                  </a:lnTo>
                  <a:cubicBezTo>
                    <a:pt x="10194" y="9"/>
                    <a:pt x="10110" y="9"/>
                    <a:pt x="10027" y="9"/>
                  </a:cubicBezTo>
                  <a:cubicBezTo>
                    <a:pt x="4164" y="9"/>
                    <a:pt x="1224" y="1547"/>
                    <a:pt x="625" y="2400"/>
                  </a:cubicBezTo>
                  <a:cubicBezTo>
                    <a:pt x="1" y="3266"/>
                    <a:pt x="1009" y="22401"/>
                    <a:pt x="1741" y="23356"/>
                  </a:cubicBezTo>
                  <a:cubicBezTo>
                    <a:pt x="3755" y="26423"/>
                    <a:pt x="8580" y="26632"/>
                    <a:pt x="9840" y="26632"/>
                  </a:cubicBezTo>
                  <a:cubicBezTo>
                    <a:pt x="9937" y="26632"/>
                    <a:pt x="10012" y="26631"/>
                    <a:pt x="10064" y="26630"/>
                  </a:cubicBezTo>
                  <a:cubicBezTo>
                    <a:pt x="10154" y="26633"/>
                    <a:pt x="10316" y="26638"/>
                    <a:pt x="10535" y="26638"/>
                  </a:cubicBezTo>
                  <a:cubicBezTo>
                    <a:pt x="12089" y="26638"/>
                    <a:pt x="16505" y="26389"/>
                    <a:pt x="18467" y="23543"/>
                  </a:cubicBezTo>
                  <a:cubicBezTo>
                    <a:pt x="19217" y="22606"/>
                    <a:pt x="20644" y="3498"/>
                    <a:pt x="20046" y="2615"/>
                  </a:cubicBezTo>
                  <a:cubicBezTo>
                    <a:pt x="19458" y="1740"/>
                    <a:pt x="16487" y="108"/>
                    <a:pt x="10447" y="10"/>
                  </a:cubicBezTo>
                  <a:lnTo>
                    <a:pt x="10367" y="10"/>
                  </a:lnTo>
                  <a:cubicBezTo>
                    <a:pt x="10340" y="10"/>
                    <a:pt x="10314" y="1"/>
                    <a:pt x="10278" y="1"/>
                  </a:cubicBezTo>
                  <a:close/>
                </a:path>
              </a:pathLst>
            </a:custGeom>
            <a:solidFill>
              <a:srgbClr val="D0D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7" name="Google Shape;2067;p51"/>
            <p:cNvSpPr/>
            <p:nvPr>
              <p:custDataLst>
                <p:tags r:id="rId45"/>
              </p:custDataLst>
            </p:nvPr>
          </p:nvSpPr>
          <p:spPr>
            <a:xfrm>
              <a:off x="4938010" y="3242983"/>
              <a:ext cx="500263" cy="870339"/>
            </a:xfrm>
            <a:custGeom>
              <a:avLst/>
              <a:gdLst/>
              <a:ahLst/>
              <a:cxnLst/>
              <a:rect l="l" t="t" r="r" b="b"/>
              <a:pathLst>
                <a:path w="7620" h="13257" extrusionOk="0">
                  <a:moveTo>
                    <a:pt x="331" y="0"/>
                  </a:moveTo>
                  <a:lnTo>
                    <a:pt x="304" y="2266"/>
                  </a:lnTo>
                  <a:cubicBezTo>
                    <a:pt x="2320" y="2284"/>
                    <a:pt x="4434" y="2578"/>
                    <a:pt x="4996" y="2891"/>
                  </a:cubicBezTo>
                  <a:cubicBezTo>
                    <a:pt x="5103" y="3283"/>
                    <a:pt x="5202" y="4523"/>
                    <a:pt x="5059" y="6584"/>
                  </a:cubicBezTo>
                  <a:cubicBezTo>
                    <a:pt x="4934" y="8413"/>
                    <a:pt x="4711" y="9671"/>
                    <a:pt x="4577" y="10152"/>
                  </a:cubicBezTo>
                  <a:cubicBezTo>
                    <a:pt x="3881" y="10429"/>
                    <a:pt x="1749" y="10804"/>
                    <a:pt x="1" y="11000"/>
                  </a:cubicBezTo>
                  <a:lnTo>
                    <a:pt x="259" y="13257"/>
                  </a:lnTo>
                  <a:cubicBezTo>
                    <a:pt x="5523" y="12650"/>
                    <a:pt x="6129" y="11919"/>
                    <a:pt x="6352" y="11633"/>
                  </a:cubicBezTo>
                  <a:cubicBezTo>
                    <a:pt x="6923" y="10946"/>
                    <a:pt x="7191" y="8609"/>
                    <a:pt x="7325" y="6762"/>
                  </a:cubicBezTo>
                  <a:cubicBezTo>
                    <a:pt x="7619" y="2543"/>
                    <a:pt x="7021" y="1785"/>
                    <a:pt x="6798" y="1490"/>
                  </a:cubicBezTo>
                  <a:cubicBezTo>
                    <a:pt x="6103" y="607"/>
                    <a:pt x="4461" y="321"/>
                    <a:pt x="2936" y="152"/>
                  </a:cubicBezTo>
                  <a:cubicBezTo>
                    <a:pt x="1606" y="9"/>
                    <a:pt x="384" y="0"/>
                    <a:pt x="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8" name="Google Shape;2068;p51"/>
            <p:cNvSpPr/>
            <p:nvPr>
              <p:custDataLst>
                <p:tags r:id="rId46"/>
              </p:custDataLst>
            </p:nvPr>
          </p:nvSpPr>
          <p:spPr>
            <a:xfrm>
              <a:off x="4957902" y="3242983"/>
              <a:ext cx="182839" cy="159336"/>
            </a:xfrm>
            <a:custGeom>
              <a:avLst/>
              <a:gdLst/>
              <a:ahLst/>
              <a:cxnLst/>
              <a:rect l="l" t="t" r="r" b="b"/>
              <a:pathLst>
                <a:path w="2785" h="2427" extrusionOk="0">
                  <a:moveTo>
                    <a:pt x="28" y="0"/>
                  </a:moveTo>
                  <a:lnTo>
                    <a:pt x="1" y="2266"/>
                  </a:lnTo>
                  <a:cubicBezTo>
                    <a:pt x="884" y="2275"/>
                    <a:pt x="1776" y="2338"/>
                    <a:pt x="2552" y="2427"/>
                  </a:cubicBezTo>
                  <a:cubicBezTo>
                    <a:pt x="2757" y="1686"/>
                    <a:pt x="2784" y="901"/>
                    <a:pt x="2624" y="152"/>
                  </a:cubicBezTo>
                  <a:cubicBezTo>
                    <a:pt x="1294" y="9"/>
                    <a:pt x="81" y="0"/>
                    <a:pt x="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9" name="Google Shape;2069;p51"/>
            <p:cNvSpPr/>
            <p:nvPr>
              <p:custDataLst>
                <p:tags r:id="rId47"/>
              </p:custDataLst>
            </p:nvPr>
          </p:nvSpPr>
          <p:spPr>
            <a:xfrm>
              <a:off x="4938010" y="3945779"/>
              <a:ext cx="151195" cy="167542"/>
            </a:xfrm>
            <a:custGeom>
              <a:avLst/>
              <a:gdLst/>
              <a:ahLst/>
              <a:cxnLst/>
              <a:rect l="l" t="t" r="r" b="b"/>
              <a:pathLst>
                <a:path w="2303" h="2552" extrusionOk="0">
                  <a:moveTo>
                    <a:pt x="2133" y="1"/>
                  </a:moveTo>
                  <a:cubicBezTo>
                    <a:pt x="1437" y="116"/>
                    <a:pt x="687" y="215"/>
                    <a:pt x="1" y="295"/>
                  </a:cubicBezTo>
                  <a:lnTo>
                    <a:pt x="259" y="2552"/>
                  </a:lnTo>
                  <a:cubicBezTo>
                    <a:pt x="982" y="2463"/>
                    <a:pt x="1606" y="2382"/>
                    <a:pt x="2168" y="2293"/>
                  </a:cubicBezTo>
                  <a:cubicBezTo>
                    <a:pt x="2302" y="1535"/>
                    <a:pt x="2284" y="750"/>
                    <a:pt x="2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0" name="Google Shape;2070;p51"/>
            <p:cNvSpPr/>
            <p:nvPr>
              <p:custDataLst>
                <p:tags r:id="rId48"/>
              </p:custDataLst>
            </p:nvPr>
          </p:nvSpPr>
          <p:spPr>
            <a:xfrm>
              <a:off x="3733837" y="2810145"/>
              <a:ext cx="1355370" cy="1748884"/>
            </a:xfrm>
            <a:custGeom>
              <a:avLst/>
              <a:gdLst/>
              <a:ahLst/>
              <a:cxnLst/>
              <a:rect l="l" t="t" r="r" b="b"/>
              <a:pathLst>
                <a:path w="20645" h="26639" extrusionOk="0">
                  <a:moveTo>
                    <a:pt x="10278" y="1"/>
                  </a:moveTo>
                  <a:lnTo>
                    <a:pt x="10278" y="10"/>
                  </a:lnTo>
                  <a:cubicBezTo>
                    <a:pt x="10194" y="9"/>
                    <a:pt x="10110" y="9"/>
                    <a:pt x="10027" y="9"/>
                  </a:cubicBezTo>
                  <a:cubicBezTo>
                    <a:pt x="4164" y="9"/>
                    <a:pt x="1224" y="1547"/>
                    <a:pt x="625" y="2400"/>
                  </a:cubicBezTo>
                  <a:cubicBezTo>
                    <a:pt x="1" y="3266"/>
                    <a:pt x="1009" y="22401"/>
                    <a:pt x="1741" y="23356"/>
                  </a:cubicBezTo>
                  <a:cubicBezTo>
                    <a:pt x="3755" y="26423"/>
                    <a:pt x="8580" y="26632"/>
                    <a:pt x="9840" y="26632"/>
                  </a:cubicBezTo>
                  <a:cubicBezTo>
                    <a:pt x="9937" y="26632"/>
                    <a:pt x="10012" y="26631"/>
                    <a:pt x="10064" y="26630"/>
                  </a:cubicBezTo>
                  <a:cubicBezTo>
                    <a:pt x="10154" y="26633"/>
                    <a:pt x="10316" y="26638"/>
                    <a:pt x="10535" y="26638"/>
                  </a:cubicBezTo>
                  <a:cubicBezTo>
                    <a:pt x="12089" y="26638"/>
                    <a:pt x="16505" y="26389"/>
                    <a:pt x="18467" y="23543"/>
                  </a:cubicBezTo>
                  <a:cubicBezTo>
                    <a:pt x="19217" y="22606"/>
                    <a:pt x="20644" y="3498"/>
                    <a:pt x="20046" y="2615"/>
                  </a:cubicBezTo>
                  <a:cubicBezTo>
                    <a:pt x="19458" y="1740"/>
                    <a:pt x="16487" y="108"/>
                    <a:pt x="10447" y="10"/>
                  </a:cubicBezTo>
                  <a:lnTo>
                    <a:pt x="10367" y="10"/>
                  </a:lnTo>
                  <a:cubicBezTo>
                    <a:pt x="10340" y="10"/>
                    <a:pt x="10314" y="1"/>
                    <a:pt x="10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1" name="Google Shape;2071;p51"/>
            <p:cNvSpPr/>
            <p:nvPr>
              <p:custDataLst>
                <p:tags r:id="rId49"/>
              </p:custDataLst>
            </p:nvPr>
          </p:nvSpPr>
          <p:spPr>
            <a:xfrm>
              <a:off x="3985675" y="4284867"/>
              <a:ext cx="66" cy="6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2" name="Google Shape;2072;p51"/>
            <p:cNvSpPr/>
            <p:nvPr>
              <p:custDataLst>
                <p:tags r:id="rId50"/>
              </p:custDataLst>
            </p:nvPr>
          </p:nvSpPr>
          <p:spPr>
            <a:xfrm>
              <a:off x="3967555" y="4102685"/>
              <a:ext cx="868041" cy="305869"/>
            </a:xfrm>
            <a:custGeom>
              <a:avLst/>
              <a:gdLst/>
              <a:ahLst/>
              <a:cxnLst/>
              <a:rect l="l" t="t" r="r" b="b"/>
              <a:pathLst>
                <a:path w="13222" h="4659" extrusionOk="0">
                  <a:moveTo>
                    <a:pt x="11124" y="1"/>
                  </a:moveTo>
                  <a:cubicBezTo>
                    <a:pt x="10523" y="1"/>
                    <a:pt x="10085" y="580"/>
                    <a:pt x="9751" y="1081"/>
                  </a:cubicBezTo>
                  <a:cubicBezTo>
                    <a:pt x="9492" y="1464"/>
                    <a:pt x="9216" y="1848"/>
                    <a:pt x="8850" y="2125"/>
                  </a:cubicBezTo>
                  <a:cubicBezTo>
                    <a:pt x="8569" y="2337"/>
                    <a:pt x="8219" y="2476"/>
                    <a:pt x="7869" y="2476"/>
                  </a:cubicBezTo>
                  <a:cubicBezTo>
                    <a:pt x="7764" y="2476"/>
                    <a:pt x="7660" y="2464"/>
                    <a:pt x="7557" y="2437"/>
                  </a:cubicBezTo>
                  <a:cubicBezTo>
                    <a:pt x="7110" y="2321"/>
                    <a:pt x="6745" y="1866"/>
                    <a:pt x="6825" y="1411"/>
                  </a:cubicBezTo>
                  <a:cubicBezTo>
                    <a:pt x="6887" y="1063"/>
                    <a:pt x="7173" y="715"/>
                    <a:pt x="7012" y="403"/>
                  </a:cubicBezTo>
                  <a:cubicBezTo>
                    <a:pt x="6929" y="250"/>
                    <a:pt x="6749" y="168"/>
                    <a:pt x="6573" y="168"/>
                  </a:cubicBezTo>
                  <a:cubicBezTo>
                    <a:pt x="6522" y="168"/>
                    <a:pt x="6471" y="175"/>
                    <a:pt x="6424" y="189"/>
                  </a:cubicBezTo>
                  <a:cubicBezTo>
                    <a:pt x="6201" y="242"/>
                    <a:pt x="6031" y="412"/>
                    <a:pt x="5897" y="590"/>
                  </a:cubicBezTo>
                  <a:cubicBezTo>
                    <a:pt x="5460" y="1179"/>
                    <a:pt x="5317" y="2000"/>
                    <a:pt x="4720" y="2410"/>
                  </a:cubicBezTo>
                  <a:cubicBezTo>
                    <a:pt x="4507" y="2556"/>
                    <a:pt x="4260" y="2623"/>
                    <a:pt x="4008" y="2623"/>
                  </a:cubicBezTo>
                  <a:cubicBezTo>
                    <a:pt x="3417" y="2623"/>
                    <a:pt x="2802" y="2256"/>
                    <a:pt x="2552" y="1705"/>
                  </a:cubicBezTo>
                  <a:cubicBezTo>
                    <a:pt x="2356" y="1286"/>
                    <a:pt x="2284" y="742"/>
                    <a:pt x="1874" y="528"/>
                  </a:cubicBezTo>
                  <a:cubicBezTo>
                    <a:pt x="1761" y="469"/>
                    <a:pt x="1639" y="446"/>
                    <a:pt x="1514" y="446"/>
                  </a:cubicBezTo>
                  <a:cubicBezTo>
                    <a:pt x="1372" y="446"/>
                    <a:pt x="1226" y="476"/>
                    <a:pt x="1089" y="519"/>
                  </a:cubicBezTo>
                  <a:cubicBezTo>
                    <a:pt x="705" y="635"/>
                    <a:pt x="357" y="858"/>
                    <a:pt x="0" y="1054"/>
                  </a:cubicBezTo>
                  <a:cubicBezTo>
                    <a:pt x="81" y="1732"/>
                    <a:pt x="152" y="2267"/>
                    <a:pt x="232" y="2597"/>
                  </a:cubicBezTo>
                  <a:cubicBezTo>
                    <a:pt x="1500" y="4224"/>
                    <a:pt x="4584" y="4651"/>
                    <a:pt x="6250" y="4651"/>
                  </a:cubicBezTo>
                  <a:cubicBezTo>
                    <a:pt x="6319" y="4651"/>
                    <a:pt x="6386" y="4651"/>
                    <a:pt x="6450" y="4649"/>
                  </a:cubicBezTo>
                  <a:lnTo>
                    <a:pt x="6611" y="4649"/>
                  </a:lnTo>
                  <a:cubicBezTo>
                    <a:pt x="6746" y="4655"/>
                    <a:pt x="6893" y="4658"/>
                    <a:pt x="7050" y="4658"/>
                  </a:cubicBezTo>
                  <a:cubicBezTo>
                    <a:pt x="8758" y="4658"/>
                    <a:pt x="11631" y="4268"/>
                    <a:pt x="12873" y="2740"/>
                  </a:cubicBezTo>
                  <a:cubicBezTo>
                    <a:pt x="12981" y="2321"/>
                    <a:pt x="13096" y="1571"/>
                    <a:pt x="13221" y="617"/>
                  </a:cubicBezTo>
                  <a:lnTo>
                    <a:pt x="13221" y="617"/>
                  </a:lnTo>
                  <a:cubicBezTo>
                    <a:pt x="13136" y="628"/>
                    <a:pt x="13050" y="634"/>
                    <a:pt x="12965" y="634"/>
                  </a:cubicBezTo>
                  <a:cubicBezTo>
                    <a:pt x="12776" y="634"/>
                    <a:pt x="12591" y="604"/>
                    <a:pt x="12418" y="537"/>
                  </a:cubicBezTo>
                  <a:cubicBezTo>
                    <a:pt x="11981" y="376"/>
                    <a:pt x="11616" y="19"/>
                    <a:pt x="11152" y="1"/>
                  </a:cubicBezTo>
                  <a:cubicBezTo>
                    <a:pt x="11143" y="1"/>
                    <a:pt x="11133" y="1"/>
                    <a:pt x="111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3" name="Google Shape;2073;p51"/>
            <p:cNvSpPr/>
            <p:nvPr>
              <p:custDataLst>
                <p:tags r:id="rId51"/>
              </p:custDataLst>
            </p:nvPr>
          </p:nvSpPr>
          <p:spPr>
            <a:xfrm>
              <a:off x="3909585" y="2961208"/>
              <a:ext cx="1002757" cy="709624"/>
            </a:xfrm>
            <a:custGeom>
              <a:avLst/>
              <a:gdLst/>
              <a:ahLst/>
              <a:cxnLst/>
              <a:rect l="l" t="t" r="r" b="b"/>
              <a:pathLst>
                <a:path w="15274" h="10809" extrusionOk="0">
                  <a:moveTo>
                    <a:pt x="7396" y="1"/>
                  </a:moveTo>
                  <a:cubicBezTo>
                    <a:pt x="3220" y="1"/>
                    <a:pt x="915" y="838"/>
                    <a:pt x="63" y="1304"/>
                  </a:cubicBezTo>
                  <a:cubicBezTo>
                    <a:pt x="0" y="2365"/>
                    <a:pt x="27" y="4435"/>
                    <a:pt x="116" y="6826"/>
                  </a:cubicBezTo>
                  <a:cubicBezTo>
                    <a:pt x="857" y="6862"/>
                    <a:pt x="1633" y="6772"/>
                    <a:pt x="2302" y="7085"/>
                  </a:cubicBezTo>
                  <a:cubicBezTo>
                    <a:pt x="3381" y="7584"/>
                    <a:pt x="3765" y="8922"/>
                    <a:pt x="4612" y="9761"/>
                  </a:cubicBezTo>
                  <a:cubicBezTo>
                    <a:pt x="4935" y="10084"/>
                    <a:pt x="5362" y="10337"/>
                    <a:pt x="5807" y="10337"/>
                  </a:cubicBezTo>
                  <a:cubicBezTo>
                    <a:pt x="5867" y="10337"/>
                    <a:pt x="5926" y="10332"/>
                    <a:pt x="5986" y="10323"/>
                  </a:cubicBezTo>
                  <a:cubicBezTo>
                    <a:pt x="6352" y="10260"/>
                    <a:pt x="6655" y="10037"/>
                    <a:pt x="6994" y="9895"/>
                  </a:cubicBezTo>
                  <a:cubicBezTo>
                    <a:pt x="7234" y="9798"/>
                    <a:pt x="7492" y="9750"/>
                    <a:pt x="7749" y="9750"/>
                  </a:cubicBezTo>
                  <a:cubicBezTo>
                    <a:pt x="8132" y="9750"/>
                    <a:pt x="8515" y="9856"/>
                    <a:pt x="8841" y="10064"/>
                  </a:cubicBezTo>
                  <a:cubicBezTo>
                    <a:pt x="9109" y="10234"/>
                    <a:pt x="9341" y="10466"/>
                    <a:pt x="9617" y="10626"/>
                  </a:cubicBezTo>
                  <a:cubicBezTo>
                    <a:pt x="9846" y="10751"/>
                    <a:pt x="10100" y="10809"/>
                    <a:pt x="10357" y="10809"/>
                  </a:cubicBezTo>
                  <a:cubicBezTo>
                    <a:pt x="11071" y="10809"/>
                    <a:pt x="11800" y="10361"/>
                    <a:pt x="12017" y="9672"/>
                  </a:cubicBezTo>
                  <a:cubicBezTo>
                    <a:pt x="12249" y="8949"/>
                    <a:pt x="11963" y="8155"/>
                    <a:pt x="12061" y="7397"/>
                  </a:cubicBezTo>
                  <a:cubicBezTo>
                    <a:pt x="12097" y="7138"/>
                    <a:pt x="12186" y="6870"/>
                    <a:pt x="12365" y="6692"/>
                  </a:cubicBezTo>
                  <a:cubicBezTo>
                    <a:pt x="12492" y="6565"/>
                    <a:pt x="12669" y="6482"/>
                    <a:pt x="12843" y="6482"/>
                  </a:cubicBezTo>
                  <a:cubicBezTo>
                    <a:pt x="12924" y="6482"/>
                    <a:pt x="13004" y="6501"/>
                    <a:pt x="13078" y="6540"/>
                  </a:cubicBezTo>
                  <a:cubicBezTo>
                    <a:pt x="13248" y="6621"/>
                    <a:pt x="13346" y="6790"/>
                    <a:pt x="13453" y="6942"/>
                  </a:cubicBezTo>
                  <a:cubicBezTo>
                    <a:pt x="13743" y="7352"/>
                    <a:pt x="14178" y="7741"/>
                    <a:pt x="14666" y="7741"/>
                  </a:cubicBezTo>
                  <a:cubicBezTo>
                    <a:pt x="14719" y="7741"/>
                    <a:pt x="14773" y="7736"/>
                    <a:pt x="14827" y="7727"/>
                  </a:cubicBezTo>
                  <a:cubicBezTo>
                    <a:pt x="14889" y="7709"/>
                    <a:pt x="14952" y="7691"/>
                    <a:pt x="15005" y="7673"/>
                  </a:cubicBezTo>
                  <a:cubicBezTo>
                    <a:pt x="15175" y="4997"/>
                    <a:pt x="15273" y="2642"/>
                    <a:pt x="15228" y="1473"/>
                  </a:cubicBezTo>
                  <a:cubicBezTo>
                    <a:pt x="14372" y="983"/>
                    <a:pt x="12026" y="64"/>
                    <a:pt x="7735" y="1"/>
                  </a:cubicBezTo>
                  <a:lnTo>
                    <a:pt x="7592" y="1"/>
                  </a:lnTo>
                  <a:cubicBezTo>
                    <a:pt x="7526" y="1"/>
                    <a:pt x="7461" y="1"/>
                    <a:pt x="73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4" name="Google Shape;2074;p51"/>
            <p:cNvSpPr/>
            <p:nvPr>
              <p:custDataLst>
                <p:tags r:id="rId52"/>
              </p:custDataLst>
            </p:nvPr>
          </p:nvSpPr>
          <p:spPr>
            <a:xfrm>
              <a:off x="3917201" y="3386759"/>
              <a:ext cx="977547" cy="588957"/>
            </a:xfrm>
            <a:custGeom>
              <a:avLst/>
              <a:gdLst/>
              <a:ahLst/>
              <a:cxnLst/>
              <a:rect l="l" t="t" r="r" b="b"/>
              <a:pathLst>
                <a:path w="14890" h="8971" extrusionOk="0">
                  <a:moveTo>
                    <a:pt x="12727" y="0"/>
                  </a:moveTo>
                  <a:cubicBezTo>
                    <a:pt x="12553" y="0"/>
                    <a:pt x="12376" y="83"/>
                    <a:pt x="12249" y="210"/>
                  </a:cubicBezTo>
                  <a:cubicBezTo>
                    <a:pt x="12070" y="388"/>
                    <a:pt x="11981" y="656"/>
                    <a:pt x="11945" y="915"/>
                  </a:cubicBezTo>
                  <a:cubicBezTo>
                    <a:pt x="11847" y="1673"/>
                    <a:pt x="12133" y="2467"/>
                    <a:pt x="11901" y="3190"/>
                  </a:cubicBezTo>
                  <a:cubicBezTo>
                    <a:pt x="11684" y="3879"/>
                    <a:pt x="10955" y="4327"/>
                    <a:pt x="10241" y="4327"/>
                  </a:cubicBezTo>
                  <a:cubicBezTo>
                    <a:pt x="9984" y="4327"/>
                    <a:pt x="9730" y="4269"/>
                    <a:pt x="9501" y="4144"/>
                  </a:cubicBezTo>
                  <a:cubicBezTo>
                    <a:pt x="9225" y="3984"/>
                    <a:pt x="8993" y="3752"/>
                    <a:pt x="8725" y="3582"/>
                  </a:cubicBezTo>
                  <a:cubicBezTo>
                    <a:pt x="8399" y="3374"/>
                    <a:pt x="8016" y="3268"/>
                    <a:pt x="7633" y="3268"/>
                  </a:cubicBezTo>
                  <a:cubicBezTo>
                    <a:pt x="7376" y="3268"/>
                    <a:pt x="7118" y="3316"/>
                    <a:pt x="6878" y="3413"/>
                  </a:cubicBezTo>
                  <a:cubicBezTo>
                    <a:pt x="6539" y="3555"/>
                    <a:pt x="6236" y="3778"/>
                    <a:pt x="5870" y="3841"/>
                  </a:cubicBezTo>
                  <a:cubicBezTo>
                    <a:pt x="5810" y="3850"/>
                    <a:pt x="5751" y="3855"/>
                    <a:pt x="5691" y="3855"/>
                  </a:cubicBezTo>
                  <a:cubicBezTo>
                    <a:pt x="5246" y="3855"/>
                    <a:pt x="4819" y="3602"/>
                    <a:pt x="4496" y="3279"/>
                  </a:cubicBezTo>
                  <a:cubicBezTo>
                    <a:pt x="3649" y="2440"/>
                    <a:pt x="3265" y="1102"/>
                    <a:pt x="2186" y="603"/>
                  </a:cubicBezTo>
                  <a:cubicBezTo>
                    <a:pt x="1517" y="290"/>
                    <a:pt x="741" y="380"/>
                    <a:pt x="0" y="344"/>
                  </a:cubicBezTo>
                  <a:lnTo>
                    <a:pt x="0" y="344"/>
                  </a:lnTo>
                  <a:cubicBezTo>
                    <a:pt x="80" y="2422"/>
                    <a:pt x="196" y="4742"/>
                    <a:pt x="339" y="6874"/>
                  </a:cubicBezTo>
                  <a:cubicBezTo>
                    <a:pt x="482" y="6597"/>
                    <a:pt x="562" y="6294"/>
                    <a:pt x="625" y="5991"/>
                  </a:cubicBezTo>
                  <a:cubicBezTo>
                    <a:pt x="696" y="5607"/>
                    <a:pt x="750" y="5206"/>
                    <a:pt x="928" y="4858"/>
                  </a:cubicBezTo>
                  <a:cubicBezTo>
                    <a:pt x="1106" y="4510"/>
                    <a:pt x="1445" y="4216"/>
                    <a:pt x="1829" y="4216"/>
                  </a:cubicBezTo>
                  <a:cubicBezTo>
                    <a:pt x="2114" y="4216"/>
                    <a:pt x="2382" y="4376"/>
                    <a:pt x="2587" y="4564"/>
                  </a:cubicBezTo>
                  <a:cubicBezTo>
                    <a:pt x="2944" y="4903"/>
                    <a:pt x="3185" y="5349"/>
                    <a:pt x="3265" y="5830"/>
                  </a:cubicBezTo>
                  <a:cubicBezTo>
                    <a:pt x="3372" y="6508"/>
                    <a:pt x="3167" y="7249"/>
                    <a:pt x="3435" y="7891"/>
                  </a:cubicBezTo>
                  <a:cubicBezTo>
                    <a:pt x="3734" y="8605"/>
                    <a:pt x="4557" y="8971"/>
                    <a:pt x="5334" y="8971"/>
                  </a:cubicBezTo>
                  <a:cubicBezTo>
                    <a:pt x="5343" y="8971"/>
                    <a:pt x="5352" y="8971"/>
                    <a:pt x="5362" y="8970"/>
                  </a:cubicBezTo>
                  <a:cubicBezTo>
                    <a:pt x="6147" y="8970"/>
                    <a:pt x="6887" y="8658"/>
                    <a:pt x="7619" y="8364"/>
                  </a:cubicBezTo>
                  <a:cubicBezTo>
                    <a:pt x="8291" y="8090"/>
                    <a:pt x="9001" y="7824"/>
                    <a:pt x="9722" y="7824"/>
                  </a:cubicBezTo>
                  <a:cubicBezTo>
                    <a:pt x="9776" y="7824"/>
                    <a:pt x="9830" y="7825"/>
                    <a:pt x="9885" y="7829"/>
                  </a:cubicBezTo>
                  <a:cubicBezTo>
                    <a:pt x="10269" y="7850"/>
                    <a:pt x="10653" y="7955"/>
                    <a:pt x="11033" y="7955"/>
                  </a:cubicBezTo>
                  <a:cubicBezTo>
                    <a:pt x="11120" y="7955"/>
                    <a:pt x="11207" y="7949"/>
                    <a:pt x="11294" y="7936"/>
                  </a:cubicBezTo>
                  <a:cubicBezTo>
                    <a:pt x="11910" y="7846"/>
                    <a:pt x="12418" y="7409"/>
                    <a:pt x="12838" y="6954"/>
                  </a:cubicBezTo>
                  <a:cubicBezTo>
                    <a:pt x="13453" y="6267"/>
                    <a:pt x="13979" y="5509"/>
                    <a:pt x="14622" y="4849"/>
                  </a:cubicBezTo>
                  <a:cubicBezTo>
                    <a:pt x="14622" y="4840"/>
                    <a:pt x="14631" y="4831"/>
                    <a:pt x="14631" y="4831"/>
                  </a:cubicBezTo>
                  <a:cubicBezTo>
                    <a:pt x="14729" y="3609"/>
                    <a:pt x="14818" y="2369"/>
                    <a:pt x="14889" y="1191"/>
                  </a:cubicBezTo>
                  <a:lnTo>
                    <a:pt x="14889" y="1191"/>
                  </a:lnTo>
                  <a:cubicBezTo>
                    <a:pt x="14836" y="1209"/>
                    <a:pt x="14773" y="1227"/>
                    <a:pt x="14711" y="1245"/>
                  </a:cubicBezTo>
                  <a:cubicBezTo>
                    <a:pt x="14657" y="1254"/>
                    <a:pt x="14603" y="1259"/>
                    <a:pt x="14550" y="1259"/>
                  </a:cubicBezTo>
                  <a:cubicBezTo>
                    <a:pt x="14062" y="1259"/>
                    <a:pt x="13627" y="870"/>
                    <a:pt x="13337" y="460"/>
                  </a:cubicBezTo>
                  <a:cubicBezTo>
                    <a:pt x="13230" y="308"/>
                    <a:pt x="13132" y="139"/>
                    <a:pt x="12962" y="58"/>
                  </a:cubicBezTo>
                  <a:cubicBezTo>
                    <a:pt x="12888" y="19"/>
                    <a:pt x="12808" y="0"/>
                    <a:pt x="127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5" name="Google Shape;2075;p51"/>
            <p:cNvSpPr/>
            <p:nvPr>
              <p:custDataLst>
                <p:tags r:id="rId53"/>
              </p:custDataLst>
            </p:nvPr>
          </p:nvSpPr>
          <p:spPr>
            <a:xfrm>
              <a:off x="3939456" y="3663479"/>
              <a:ext cx="938288" cy="611410"/>
            </a:xfrm>
            <a:custGeom>
              <a:avLst/>
              <a:gdLst/>
              <a:ahLst/>
              <a:cxnLst/>
              <a:rect l="l" t="t" r="r" b="b"/>
              <a:pathLst>
                <a:path w="14292" h="9313" extrusionOk="0">
                  <a:moveTo>
                    <a:pt x="1490" y="1"/>
                  </a:moveTo>
                  <a:cubicBezTo>
                    <a:pt x="1106" y="1"/>
                    <a:pt x="767" y="295"/>
                    <a:pt x="589" y="643"/>
                  </a:cubicBezTo>
                  <a:cubicBezTo>
                    <a:pt x="411" y="991"/>
                    <a:pt x="357" y="1392"/>
                    <a:pt x="286" y="1776"/>
                  </a:cubicBezTo>
                  <a:cubicBezTo>
                    <a:pt x="223" y="2079"/>
                    <a:pt x="143" y="2382"/>
                    <a:pt x="0" y="2659"/>
                  </a:cubicBezTo>
                  <a:cubicBezTo>
                    <a:pt x="134" y="4640"/>
                    <a:pt x="277" y="6459"/>
                    <a:pt x="428" y="7744"/>
                  </a:cubicBezTo>
                  <a:cubicBezTo>
                    <a:pt x="785" y="7548"/>
                    <a:pt x="1133" y="7325"/>
                    <a:pt x="1517" y="7209"/>
                  </a:cubicBezTo>
                  <a:cubicBezTo>
                    <a:pt x="1654" y="7166"/>
                    <a:pt x="1800" y="7136"/>
                    <a:pt x="1942" y="7136"/>
                  </a:cubicBezTo>
                  <a:cubicBezTo>
                    <a:pt x="2067" y="7136"/>
                    <a:pt x="2189" y="7159"/>
                    <a:pt x="2302" y="7218"/>
                  </a:cubicBezTo>
                  <a:cubicBezTo>
                    <a:pt x="2712" y="7432"/>
                    <a:pt x="2784" y="7976"/>
                    <a:pt x="2980" y="8395"/>
                  </a:cubicBezTo>
                  <a:cubicBezTo>
                    <a:pt x="3230" y="8946"/>
                    <a:pt x="3845" y="9313"/>
                    <a:pt x="4436" y="9313"/>
                  </a:cubicBezTo>
                  <a:cubicBezTo>
                    <a:pt x="4688" y="9313"/>
                    <a:pt x="4935" y="9246"/>
                    <a:pt x="5148" y="9100"/>
                  </a:cubicBezTo>
                  <a:cubicBezTo>
                    <a:pt x="5745" y="8690"/>
                    <a:pt x="5888" y="7869"/>
                    <a:pt x="6325" y="7280"/>
                  </a:cubicBezTo>
                  <a:cubicBezTo>
                    <a:pt x="6459" y="7102"/>
                    <a:pt x="6629" y="6932"/>
                    <a:pt x="6852" y="6879"/>
                  </a:cubicBezTo>
                  <a:cubicBezTo>
                    <a:pt x="6899" y="6865"/>
                    <a:pt x="6950" y="6858"/>
                    <a:pt x="7001" y="6858"/>
                  </a:cubicBezTo>
                  <a:cubicBezTo>
                    <a:pt x="7177" y="6858"/>
                    <a:pt x="7357" y="6940"/>
                    <a:pt x="7440" y="7093"/>
                  </a:cubicBezTo>
                  <a:cubicBezTo>
                    <a:pt x="7601" y="7405"/>
                    <a:pt x="7315" y="7753"/>
                    <a:pt x="7253" y="8101"/>
                  </a:cubicBezTo>
                  <a:cubicBezTo>
                    <a:pt x="7173" y="8556"/>
                    <a:pt x="7538" y="9011"/>
                    <a:pt x="7985" y="9127"/>
                  </a:cubicBezTo>
                  <a:cubicBezTo>
                    <a:pt x="8088" y="9154"/>
                    <a:pt x="8192" y="9166"/>
                    <a:pt x="8297" y="9166"/>
                  </a:cubicBezTo>
                  <a:cubicBezTo>
                    <a:pt x="8647" y="9166"/>
                    <a:pt x="8997" y="9027"/>
                    <a:pt x="9278" y="8815"/>
                  </a:cubicBezTo>
                  <a:cubicBezTo>
                    <a:pt x="9644" y="8538"/>
                    <a:pt x="9920" y="8154"/>
                    <a:pt x="10179" y="7771"/>
                  </a:cubicBezTo>
                  <a:cubicBezTo>
                    <a:pt x="10513" y="7270"/>
                    <a:pt x="10951" y="6691"/>
                    <a:pt x="11552" y="6691"/>
                  </a:cubicBezTo>
                  <a:cubicBezTo>
                    <a:pt x="11561" y="6691"/>
                    <a:pt x="11571" y="6691"/>
                    <a:pt x="11580" y="6691"/>
                  </a:cubicBezTo>
                  <a:cubicBezTo>
                    <a:pt x="12044" y="6709"/>
                    <a:pt x="12409" y="7066"/>
                    <a:pt x="12846" y="7227"/>
                  </a:cubicBezTo>
                  <a:cubicBezTo>
                    <a:pt x="13019" y="7294"/>
                    <a:pt x="13204" y="7324"/>
                    <a:pt x="13393" y="7324"/>
                  </a:cubicBezTo>
                  <a:cubicBezTo>
                    <a:pt x="13478" y="7324"/>
                    <a:pt x="13564" y="7318"/>
                    <a:pt x="13649" y="7307"/>
                  </a:cubicBezTo>
                  <a:cubicBezTo>
                    <a:pt x="13863" y="5567"/>
                    <a:pt x="14095" y="3123"/>
                    <a:pt x="14292" y="616"/>
                  </a:cubicBezTo>
                  <a:lnTo>
                    <a:pt x="14292" y="616"/>
                  </a:lnTo>
                  <a:cubicBezTo>
                    <a:pt x="14292" y="616"/>
                    <a:pt x="14283" y="625"/>
                    <a:pt x="14283" y="634"/>
                  </a:cubicBezTo>
                  <a:cubicBezTo>
                    <a:pt x="13640" y="1294"/>
                    <a:pt x="13114" y="2052"/>
                    <a:pt x="12499" y="2739"/>
                  </a:cubicBezTo>
                  <a:cubicBezTo>
                    <a:pt x="12079" y="3194"/>
                    <a:pt x="11571" y="3631"/>
                    <a:pt x="10955" y="3721"/>
                  </a:cubicBezTo>
                  <a:cubicBezTo>
                    <a:pt x="10868" y="3734"/>
                    <a:pt x="10781" y="3740"/>
                    <a:pt x="10694" y="3740"/>
                  </a:cubicBezTo>
                  <a:cubicBezTo>
                    <a:pt x="10314" y="3740"/>
                    <a:pt x="9930" y="3635"/>
                    <a:pt x="9546" y="3614"/>
                  </a:cubicBezTo>
                  <a:cubicBezTo>
                    <a:pt x="9491" y="3610"/>
                    <a:pt x="9437" y="3609"/>
                    <a:pt x="9383" y="3609"/>
                  </a:cubicBezTo>
                  <a:cubicBezTo>
                    <a:pt x="8662" y="3609"/>
                    <a:pt x="7952" y="3875"/>
                    <a:pt x="7280" y="4149"/>
                  </a:cubicBezTo>
                  <a:cubicBezTo>
                    <a:pt x="6548" y="4443"/>
                    <a:pt x="5808" y="4755"/>
                    <a:pt x="5023" y="4755"/>
                  </a:cubicBezTo>
                  <a:cubicBezTo>
                    <a:pt x="5013" y="4756"/>
                    <a:pt x="5004" y="4756"/>
                    <a:pt x="4995" y="4756"/>
                  </a:cubicBezTo>
                  <a:cubicBezTo>
                    <a:pt x="4218" y="4756"/>
                    <a:pt x="3395" y="4390"/>
                    <a:pt x="3096" y="3676"/>
                  </a:cubicBezTo>
                  <a:cubicBezTo>
                    <a:pt x="2828" y="3034"/>
                    <a:pt x="3033" y="2293"/>
                    <a:pt x="2926" y="1615"/>
                  </a:cubicBezTo>
                  <a:cubicBezTo>
                    <a:pt x="2846" y="1134"/>
                    <a:pt x="2605" y="688"/>
                    <a:pt x="2248" y="349"/>
                  </a:cubicBezTo>
                  <a:cubicBezTo>
                    <a:pt x="2043" y="161"/>
                    <a:pt x="1775" y="1"/>
                    <a:pt x="14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6" name="Google Shape;2076;p51"/>
            <p:cNvSpPr/>
            <p:nvPr>
              <p:custDataLst>
                <p:tags r:id="rId54"/>
              </p:custDataLst>
            </p:nvPr>
          </p:nvSpPr>
          <p:spPr>
            <a:xfrm>
              <a:off x="3693462" y="2712653"/>
              <a:ext cx="1471836" cy="1039850"/>
            </a:xfrm>
            <a:custGeom>
              <a:avLst/>
              <a:gdLst/>
              <a:ahLst/>
              <a:cxnLst/>
              <a:rect l="l" t="t" r="r" b="b"/>
              <a:pathLst>
                <a:path w="22419" h="15839" extrusionOk="0">
                  <a:moveTo>
                    <a:pt x="11085" y="1"/>
                  </a:moveTo>
                  <a:cubicBezTo>
                    <a:pt x="6813" y="1"/>
                    <a:pt x="760" y="2365"/>
                    <a:pt x="429" y="3698"/>
                  </a:cubicBezTo>
                  <a:cubicBezTo>
                    <a:pt x="90" y="5063"/>
                    <a:pt x="0" y="11263"/>
                    <a:pt x="678" y="11665"/>
                  </a:cubicBezTo>
                  <a:cubicBezTo>
                    <a:pt x="994" y="11847"/>
                    <a:pt x="1246" y="11931"/>
                    <a:pt x="1457" y="11931"/>
                  </a:cubicBezTo>
                  <a:cubicBezTo>
                    <a:pt x="1700" y="11931"/>
                    <a:pt x="1889" y="11820"/>
                    <a:pt x="2061" y="11620"/>
                  </a:cubicBezTo>
                  <a:cubicBezTo>
                    <a:pt x="2373" y="11245"/>
                    <a:pt x="2141" y="8408"/>
                    <a:pt x="2989" y="8123"/>
                  </a:cubicBezTo>
                  <a:cubicBezTo>
                    <a:pt x="3259" y="8032"/>
                    <a:pt x="3528" y="7988"/>
                    <a:pt x="3776" y="7988"/>
                  </a:cubicBezTo>
                  <a:cubicBezTo>
                    <a:pt x="4307" y="7988"/>
                    <a:pt x="4743" y="8189"/>
                    <a:pt x="4889" y="8560"/>
                  </a:cubicBezTo>
                  <a:cubicBezTo>
                    <a:pt x="5106" y="9081"/>
                    <a:pt x="4367" y="15246"/>
                    <a:pt x="5540" y="15246"/>
                  </a:cubicBezTo>
                  <a:cubicBezTo>
                    <a:pt x="5571" y="15246"/>
                    <a:pt x="5604" y="15242"/>
                    <a:pt x="5638" y="15233"/>
                  </a:cubicBezTo>
                  <a:cubicBezTo>
                    <a:pt x="6950" y="14885"/>
                    <a:pt x="6352" y="11343"/>
                    <a:pt x="6593" y="10817"/>
                  </a:cubicBezTo>
                  <a:cubicBezTo>
                    <a:pt x="6620" y="10758"/>
                    <a:pt x="6642" y="10731"/>
                    <a:pt x="6659" y="10731"/>
                  </a:cubicBezTo>
                  <a:cubicBezTo>
                    <a:pt x="6801" y="10731"/>
                    <a:pt x="6723" y="12380"/>
                    <a:pt x="7467" y="12601"/>
                  </a:cubicBezTo>
                  <a:cubicBezTo>
                    <a:pt x="7502" y="12612"/>
                    <a:pt x="7535" y="12617"/>
                    <a:pt x="7565" y="12617"/>
                  </a:cubicBezTo>
                  <a:cubicBezTo>
                    <a:pt x="8251" y="12617"/>
                    <a:pt x="7668" y="9975"/>
                    <a:pt x="9002" y="9274"/>
                  </a:cubicBezTo>
                  <a:cubicBezTo>
                    <a:pt x="9124" y="9210"/>
                    <a:pt x="9232" y="9181"/>
                    <a:pt x="9330" y="9181"/>
                  </a:cubicBezTo>
                  <a:cubicBezTo>
                    <a:pt x="10350" y="9181"/>
                    <a:pt x="10166" y="12384"/>
                    <a:pt x="11901" y="12637"/>
                  </a:cubicBezTo>
                  <a:cubicBezTo>
                    <a:pt x="11974" y="12648"/>
                    <a:pt x="12044" y="12653"/>
                    <a:pt x="12109" y="12653"/>
                  </a:cubicBezTo>
                  <a:cubicBezTo>
                    <a:pt x="13735" y="12653"/>
                    <a:pt x="12959" y="9488"/>
                    <a:pt x="14183" y="9488"/>
                  </a:cubicBezTo>
                  <a:cubicBezTo>
                    <a:pt x="14189" y="9488"/>
                    <a:pt x="14196" y="9488"/>
                    <a:pt x="14203" y="9488"/>
                  </a:cubicBezTo>
                  <a:cubicBezTo>
                    <a:pt x="15468" y="9514"/>
                    <a:pt x="14182" y="15838"/>
                    <a:pt x="16505" y="15838"/>
                  </a:cubicBezTo>
                  <a:cubicBezTo>
                    <a:pt x="16573" y="15838"/>
                    <a:pt x="16644" y="15833"/>
                    <a:pt x="16718" y="15822"/>
                  </a:cubicBezTo>
                  <a:cubicBezTo>
                    <a:pt x="19319" y="15430"/>
                    <a:pt x="17457" y="8141"/>
                    <a:pt x="18594" y="8141"/>
                  </a:cubicBezTo>
                  <a:cubicBezTo>
                    <a:pt x="18597" y="8141"/>
                    <a:pt x="18599" y="8141"/>
                    <a:pt x="18601" y="8141"/>
                  </a:cubicBezTo>
                  <a:cubicBezTo>
                    <a:pt x="19720" y="8176"/>
                    <a:pt x="18516" y="12848"/>
                    <a:pt x="19703" y="12848"/>
                  </a:cubicBezTo>
                  <a:cubicBezTo>
                    <a:pt x="19727" y="12848"/>
                    <a:pt x="19752" y="12846"/>
                    <a:pt x="19778" y="12842"/>
                  </a:cubicBezTo>
                  <a:cubicBezTo>
                    <a:pt x="21081" y="12646"/>
                    <a:pt x="22419" y="5411"/>
                    <a:pt x="21393" y="3546"/>
                  </a:cubicBezTo>
                  <a:cubicBezTo>
                    <a:pt x="20367" y="1691"/>
                    <a:pt x="16736" y="139"/>
                    <a:pt x="11384" y="5"/>
                  </a:cubicBezTo>
                  <a:cubicBezTo>
                    <a:pt x="11285" y="2"/>
                    <a:pt x="11185" y="1"/>
                    <a:pt x="110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7" name="Google Shape;2077;p51"/>
            <p:cNvSpPr/>
            <p:nvPr>
              <p:custDataLst>
                <p:tags r:id="rId55"/>
              </p:custDataLst>
            </p:nvPr>
          </p:nvSpPr>
          <p:spPr>
            <a:xfrm>
              <a:off x="3670615" y="2231562"/>
              <a:ext cx="897321" cy="862789"/>
            </a:xfrm>
            <a:custGeom>
              <a:avLst/>
              <a:gdLst/>
              <a:ahLst/>
              <a:cxnLst/>
              <a:rect l="l" t="t" r="r" b="b"/>
              <a:pathLst>
                <a:path w="13668" h="13142" extrusionOk="0">
                  <a:moveTo>
                    <a:pt x="6992" y="1"/>
                  </a:moveTo>
                  <a:cubicBezTo>
                    <a:pt x="6040" y="1"/>
                    <a:pt x="5082" y="288"/>
                    <a:pt x="4247" y="749"/>
                  </a:cubicBezTo>
                  <a:cubicBezTo>
                    <a:pt x="3899" y="936"/>
                    <a:pt x="3551" y="1159"/>
                    <a:pt x="3158" y="1186"/>
                  </a:cubicBezTo>
                  <a:cubicBezTo>
                    <a:pt x="3109" y="1191"/>
                    <a:pt x="3060" y="1193"/>
                    <a:pt x="3011" y="1193"/>
                  </a:cubicBezTo>
                  <a:cubicBezTo>
                    <a:pt x="2874" y="1193"/>
                    <a:pt x="2738" y="1179"/>
                    <a:pt x="2603" y="1179"/>
                  </a:cubicBezTo>
                  <a:cubicBezTo>
                    <a:pt x="2532" y="1179"/>
                    <a:pt x="2461" y="1183"/>
                    <a:pt x="2391" y="1195"/>
                  </a:cubicBezTo>
                  <a:cubicBezTo>
                    <a:pt x="1660" y="1338"/>
                    <a:pt x="1437" y="2275"/>
                    <a:pt x="1446" y="3015"/>
                  </a:cubicBezTo>
                  <a:lnTo>
                    <a:pt x="1562" y="2899"/>
                  </a:lnTo>
                  <a:lnTo>
                    <a:pt x="1562" y="2899"/>
                  </a:lnTo>
                  <a:cubicBezTo>
                    <a:pt x="1553" y="2917"/>
                    <a:pt x="1544" y="2926"/>
                    <a:pt x="1544" y="2944"/>
                  </a:cubicBezTo>
                  <a:cubicBezTo>
                    <a:pt x="1374" y="3381"/>
                    <a:pt x="1303" y="3854"/>
                    <a:pt x="1107" y="4273"/>
                  </a:cubicBezTo>
                  <a:cubicBezTo>
                    <a:pt x="857" y="4799"/>
                    <a:pt x="411" y="5236"/>
                    <a:pt x="259" y="5798"/>
                  </a:cubicBezTo>
                  <a:cubicBezTo>
                    <a:pt x="0" y="6744"/>
                    <a:pt x="634" y="7681"/>
                    <a:pt x="803" y="8644"/>
                  </a:cubicBezTo>
                  <a:cubicBezTo>
                    <a:pt x="893" y="9153"/>
                    <a:pt x="866" y="9724"/>
                    <a:pt x="1178" y="10134"/>
                  </a:cubicBezTo>
                  <a:cubicBezTo>
                    <a:pt x="1544" y="10616"/>
                    <a:pt x="2231" y="10705"/>
                    <a:pt x="2677" y="11097"/>
                  </a:cubicBezTo>
                  <a:cubicBezTo>
                    <a:pt x="3141" y="11499"/>
                    <a:pt x="3364" y="12195"/>
                    <a:pt x="3944" y="12373"/>
                  </a:cubicBezTo>
                  <a:cubicBezTo>
                    <a:pt x="4073" y="12411"/>
                    <a:pt x="4206" y="12418"/>
                    <a:pt x="4340" y="12418"/>
                  </a:cubicBezTo>
                  <a:cubicBezTo>
                    <a:pt x="4431" y="12418"/>
                    <a:pt x="4522" y="12415"/>
                    <a:pt x="4612" y="12415"/>
                  </a:cubicBezTo>
                  <a:cubicBezTo>
                    <a:pt x="4737" y="12415"/>
                    <a:pt x="4860" y="12421"/>
                    <a:pt x="4978" y="12453"/>
                  </a:cubicBezTo>
                  <a:cubicBezTo>
                    <a:pt x="5460" y="12569"/>
                    <a:pt x="5799" y="13060"/>
                    <a:pt x="6290" y="13131"/>
                  </a:cubicBezTo>
                  <a:cubicBezTo>
                    <a:pt x="6335" y="13138"/>
                    <a:pt x="6379" y="13141"/>
                    <a:pt x="6423" y="13141"/>
                  </a:cubicBezTo>
                  <a:cubicBezTo>
                    <a:pt x="7064" y="13141"/>
                    <a:pt x="7604" y="12462"/>
                    <a:pt x="8267" y="12462"/>
                  </a:cubicBezTo>
                  <a:cubicBezTo>
                    <a:pt x="8271" y="12462"/>
                    <a:pt x="8275" y="12462"/>
                    <a:pt x="8279" y="12462"/>
                  </a:cubicBezTo>
                  <a:cubicBezTo>
                    <a:pt x="8565" y="12462"/>
                    <a:pt x="8823" y="12596"/>
                    <a:pt x="9100" y="12605"/>
                  </a:cubicBezTo>
                  <a:cubicBezTo>
                    <a:pt x="9112" y="12606"/>
                    <a:pt x="9125" y="12606"/>
                    <a:pt x="9137" y="12606"/>
                  </a:cubicBezTo>
                  <a:cubicBezTo>
                    <a:pt x="9918" y="12606"/>
                    <a:pt x="10412" y="11786"/>
                    <a:pt x="11027" y="11303"/>
                  </a:cubicBezTo>
                  <a:cubicBezTo>
                    <a:pt x="11642" y="10830"/>
                    <a:pt x="12499" y="10616"/>
                    <a:pt x="12891" y="9956"/>
                  </a:cubicBezTo>
                  <a:cubicBezTo>
                    <a:pt x="13016" y="9750"/>
                    <a:pt x="13079" y="9518"/>
                    <a:pt x="13141" y="9287"/>
                  </a:cubicBezTo>
                  <a:cubicBezTo>
                    <a:pt x="13516" y="7815"/>
                    <a:pt x="13667" y="6298"/>
                    <a:pt x="13587" y="4781"/>
                  </a:cubicBezTo>
                  <a:cubicBezTo>
                    <a:pt x="13578" y="4514"/>
                    <a:pt x="13534" y="4219"/>
                    <a:pt x="13328" y="4059"/>
                  </a:cubicBezTo>
                  <a:cubicBezTo>
                    <a:pt x="13230" y="3979"/>
                    <a:pt x="13097" y="3943"/>
                    <a:pt x="13043" y="3827"/>
                  </a:cubicBezTo>
                  <a:cubicBezTo>
                    <a:pt x="12981" y="3702"/>
                    <a:pt x="13043" y="3559"/>
                    <a:pt x="13079" y="3425"/>
                  </a:cubicBezTo>
                  <a:cubicBezTo>
                    <a:pt x="13257" y="2658"/>
                    <a:pt x="12410" y="2078"/>
                    <a:pt x="11696" y="1739"/>
                  </a:cubicBezTo>
                  <a:cubicBezTo>
                    <a:pt x="10920" y="1374"/>
                    <a:pt x="10135" y="1008"/>
                    <a:pt x="9359" y="642"/>
                  </a:cubicBezTo>
                  <a:cubicBezTo>
                    <a:pt x="8984" y="464"/>
                    <a:pt x="8600" y="285"/>
                    <a:pt x="8208" y="169"/>
                  </a:cubicBezTo>
                  <a:cubicBezTo>
                    <a:pt x="7810" y="54"/>
                    <a:pt x="7402" y="1"/>
                    <a:pt x="69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8" name="Google Shape;2078;p51"/>
            <p:cNvSpPr/>
            <p:nvPr>
              <p:custDataLst>
                <p:tags r:id="rId56"/>
              </p:custDataLst>
            </p:nvPr>
          </p:nvSpPr>
          <p:spPr>
            <a:xfrm>
              <a:off x="3640744" y="2193746"/>
              <a:ext cx="943015" cy="595391"/>
            </a:xfrm>
            <a:custGeom>
              <a:avLst/>
              <a:gdLst/>
              <a:ahLst/>
              <a:cxnLst/>
              <a:rect l="l" t="t" r="r" b="b"/>
              <a:pathLst>
                <a:path w="14364" h="9069" extrusionOk="0">
                  <a:moveTo>
                    <a:pt x="5904" y="0"/>
                  </a:moveTo>
                  <a:cubicBezTo>
                    <a:pt x="5667" y="0"/>
                    <a:pt x="5432" y="86"/>
                    <a:pt x="5210" y="165"/>
                  </a:cubicBezTo>
                  <a:cubicBezTo>
                    <a:pt x="4461" y="433"/>
                    <a:pt x="3694" y="710"/>
                    <a:pt x="3105" y="1236"/>
                  </a:cubicBezTo>
                  <a:lnTo>
                    <a:pt x="3373" y="1182"/>
                  </a:lnTo>
                  <a:lnTo>
                    <a:pt x="3373" y="1182"/>
                  </a:lnTo>
                  <a:cubicBezTo>
                    <a:pt x="2579" y="1361"/>
                    <a:pt x="1794" y="1807"/>
                    <a:pt x="1526" y="2565"/>
                  </a:cubicBezTo>
                  <a:cubicBezTo>
                    <a:pt x="1383" y="2967"/>
                    <a:pt x="1410" y="3422"/>
                    <a:pt x="1285" y="3832"/>
                  </a:cubicBezTo>
                  <a:cubicBezTo>
                    <a:pt x="1187" y="4135"/>
                    <a:pt x="1017" y="4403"/>
                    <a:pt x="875" y="4679"/>
                  </a:cubicBezTo>
                  <a:cubicBezTo>
                    <a:pt x="545" y="5313"/>
                    <a:pt x="339" y="6000"/>
                    <a:pt x="143" y="6687"/>
                  </a:cubicBezTo>
                  <a:cubicBezTo>
                    <a:pt x="72" y="6936"/>
                    <a:pt x="0" y="7186"/>
                    <a:pt x="36" y="7445"/>
                  </a:cubicBezTo>
                  <a:cubicBezTo>
                    <a:pt x="63" y="7695"/>
                    <a:pt x="215" y="7953"/>
                    <a:pt x="455" y="8034"/>
                  </a:cubicBezTo>
                  <a:cubicBezTo>
                    <a:pt x="502" y="8047"/>
                    <a:pt x="549" y="8053"/>
                    <a:pt x="597" y="8053"/>
                  </a:cubicBezTo>
                  <a:cubicBezTo>
                    <a:pt x="804" y="8053"/>
                    <a:pt x="1013" y="7935"/>
                    <a:pt x="1151" y="7775"/>
                  </a:cubicBezTo>
                  <a:cubicBezTo>
                    <a:pt x="1321" y="7579"/>
                    <a:pt x="1419" y="7329"/>
                    <a:pt x="1526" y="7088"/>
                  </a:cubicBezTo>
                  <a:cubicBezTo>
                    <a:pt x="1588" y="6936"/>
                    <a:pt x="1669" y="6785"/>
                    <a:pt x="1803" y="6713"/>
                  </a:cubicBezTo>
                  <a:cubicBezTo>
                    <a:pt x="1851" y="6684"/>
                    <a:pt x="1911" y="6669"/>
                    <a:pt x="1969" y="6669"/>
                  </a:cubicBezTo>
                  <a:cubicBezTo>
                    <a:pt x="2071" y="6669"/>
                    <a:pt x="2170" y="6715"/>
                    <a:pt x="2204" y="6812"/>
                  </a:cubicBezTo>
                  <a:cubicBezTo>
                    <a:pt x="2240" y="6892"/>
                    <a:pt x="2213" y="6990"/>
                    <a:pt x="2213" y="7079"/>
                  </a:cubicBezTo>
                  <a:cubicBezTo>
                    <a:pt x="2204" y="7293"/>
                    <a:pt x="2356" y="7507"/>
                    <a:pt x="2561" y="7552"/>
                  </a:cubicBezTo>
                  <a:cubicBezTo>
                    <a:pt x="2591" y="7558"/>
                    <a:pt x="2620" y="7561"/>
                    <a:pt x="2648" y="7561"/>
                  </a:cubicBezTo>
                  <a:cubicBezTo>
                    <a:pt x="3013" y="7561"/>
                    <a:pt x="3220" y="7049"/>
                    <a:pt x="3212" y="6651"/>
                  </a:cubicBezTo>
                  <a:cubicBezTo>
                    <a:pt x="3194" y="6223"/>
                    <a:pt x="3150" y="5696"/>
                    <a:pt x="3515" y="5473"/>
                  </a:cubicBezTo>
                  <a:cubicBezTo>
                    <a:pt x="3599" y="5424"/>
                    <a:pt x="3691" y="5402"/>
                    <a:pt x="3784" y="5402"/>
                  </a:cubicBezTo>
                  <a:cubicBezTo>
                    <a:pt x="4028" y="5402"/>
                    <a:pt x="4281" y="5555"/>
                    <a:pt x="4416" y="5768"/>
                  </a:cubicBezTo>
                  <a:cubicBezTo>
                    <a:pt x="4613" y="6062"/>
                    <a:pt x="4622" y="6428"/>
                    <a:pt x="4613" y="6785"/>
                  </a:cubicBezTo>
                  <a:cubicBezTo>
                    <a:pt x="4604" y="7168"/>
                    <a:pt x="4666" y="7677"/>
                    <a:pt x="5041" y="7748"/>
                  </a:cubicBezTo>
                  <a:cubicBezTo>
                    <a:pt x="5074" y="7754"/>
                    <a:pt x="5108" y="7756"/>
                    <a:pt x="5143" y="7756"/>
                  </a:cubicBezTo>
                  <a:cubicBezTo>
                    <a:pt x="5227" y="7756"/>
                    <a:pt x="5313" y="7744"/>
                    <a:pt x="5394" y="7744"/>
                  </a:cubicBezTo>
                  <a:cubicBezTo>
                    <a:pt x="5488" y="7744"/>
                    <a:pt x="5574" y="7760"/>
                    <a:pt x="5639" y="7829"/>
                  </a:cubicBezTo>
                  <a:cubicBezTo>
                    <a:pt x="5790" y="8007"/>
                    <a:pt x="5585" y="8266"/>
                    <a:pt x="5576" y="8507"/>
                  </a:cubicBezTo>
                  <a:cubicBezTo>
                    <a:pt x="5552" y="8790"/>
                    <a:pt x="5837" y="8967"/>
                    <a:pt x="6127" y="8967"/>
                  </a:cubicBezTo>
                  <a:cubicBezTo>
                    <a:pt x="6266" y="8967"/>
                    <a:pt x="6406" y="8926"/>
                    <a:pt x="6513" y="8837"/>
                  </a:cubicBezTo>
                  <a:cubicBezTo>
                    <a:pt x="6834" y="8569"/>
                    <a:pt x="6879" y="8087"/>
                    <a:pt x="6843" y="7668"/>
                  </a:cubicBezTo>
                  <a:cubicBezTo>
                    <a:pt x="6816" y="7338"/>
                    <a:pt x="6772" y="6972"/>
                    <a:pt x="6932" y="6687"/>
                  </a:cubicBezTo>
                  <a:cubicBezTo>
                    <a:pt x="7027" y="6521"/>
                    <a:pt x="7230" y="6423"/>
                    <a:pt x="7413" y="6423"/>
                  </a:cubicBezTo>
                  <a:cubicBezTo>
                    <a:pt x="7555" y="6423"/>
                    <a:pt x="7685" y="6483"/>
                    <a:pt x="7744" y="6615"/>
                  </a:cubicBezTo>
                  <a:cubicBezTo>
                    <a:pt x="7913" y="6223"/>
                    <a:pt x="7940" y="5705"/>
                    <a:pt x="8315" y="5482"/>
                  </a:cubicBezTo>
                  <a:cubicBezTo>
                    <a:pt x="8407" y="5429"/>
                    <a:pt x="8505" y="5406"/>
                    <a:pt x="8604" y="5406"/>
                  </a:cubicBezTo>
                  <a:cubicBezTo>
                    <a:pt x="8939" y="5406"/>
                    <a:pt x="9287" y="5676"/>
                    <a:pt x="9439" y="6000"/>
                  </a:cubicBezTo>
                  <a:cubicBezTo>
                    <a:pt x="9644" y="6419"/>
                    <a:pt x="9635" y="6910"/>
                    <a:pt x="9724" y="7365"/>
                  </a:cubicBezTo>
                  <a:cubicBezTo>
                    <a:pt x="9769" y="7552"/>
                    <a:pt x="9840" y="7748"/>
                    <a:pt x="10001" y="7855"/>
                  </a:cubicBezTo>
                  <a:cubicBezTo>
                    <a:pt x="10079" y="7907"/>
                    <a:pt x="10162" y="7928"/>
                    <a:pt x="10247" y="7928"/>
                  </a:cubicBezTo>
                  <a:cubicBezTo>
                    <a:pt x="10502" y="7928"/>
                    <a:pt x="10775" y="7733"/>
                    <a:pt x="10982" y="7552"/>
                  </a:cubicBezTo>
                  <a:cubicBezTo>
                    <a:pt x="11286" y="7998"/>
                    <a:pt x="11080" y="8738"/>
                    <a:pt x="11553" y="9006"/>
                  </a:cubicBezTo>
                  <a:cubicBezTo>
                    <a:pt x="11629" y="9049"/>
                    <a:pt x="11710" y="9069"/>
                    <a:pt x="11790" y="9069"/>
                  </a:cubicBezTo>
                  <a:cubicBezTo>
                    <a:pt x="12125" y="9069"/>
                    <a:pt x="12468" y="8734"/>
                    <a:pt x="12561" y="8382"/>
                  </a:cubicBezTo>
                  <a:cubicBezTo>
                    <a:pt x="12677" y="7936"/>
                    <a:pt x="12570" y="7463"/>
                    <a:pt x="12642" y="7008"/>
                  </a:cubicBezTo>
                  <a:cubicBezTo>
                    <a:pt x="12650" y="6936"/>
                    <a:pt x="12668" y="6865"/>
                    <a:pt x="12713" y="6812"/>
                  </a:cubicBezTo>
                  <a:cubicBezTo>
                    <a:pt x="12757" y="6760"/>
                    <a:pt x="12812" y="6738"/>
                    <a:pt x="12870" y="6738"/>
                  </a:cubicBezTo>
                  <a:cubicBezTo>
                    <a:pt x="13024" y="6738"/>
                    <a:pt x="13198" y="6893"/>
                    <a:pt x="13230" y="7061"/>
                  </a:cubicBezTo>
                  <a:cubicBezTo>
                    <a:pt x="13266" y="7302"/>
                    <a:pt x="13159" y="7534"/>
                    <a:pt x="13150" y="7775"/>
                  </a:cubicBezTo>
                  <a:cubicBezTo>
                    <a:pt x="13142" y="7993"/>
                    <a:pt x="13287" y="8248"/>
                    <a:pt x="13487" y="8248"/>
                  </a:cubicBezTo>
                  <a:cubicBezTo>
                    <a:pt x="13508" y="8248"/>
                    <a:pt x="13530" y="8245"/>
                    <a:pt x="13552" y="8239"/>
                  </a:cubicBezTo>
                  <a:cubicBezTo>
                    <a:pt x="13641" y="8212"/>
                    <a:pt x="13712" y="8132"/>
                    <a:pt x="13775" y="8060"/>
                  </a:cubicBezTo>
                  <a:cubicBezTo>
                    <a:pt x="14087" y="7668"/>
                    <a:pt x="14274" y="7177"/>
                    <a:pt x="14319" y="6669"/>
                  </a:cubicBezTo>
                  <a:cubicBezTo>
                    <a:pt x="14363" y="6169"/>
                    <a:pt x="14256" y="5670"/>
                    <a:pt x="14274" y="5170"/>
                  </a:cubicBezTo>
                  <a:cubicBezTo>
                    <a:pt x="14283" y="4813"/>
                    <a:pt x="14354" y="4456"/>
                    <a:pt x="14337" y="4100"/>
                  </a:cubicBezTo>
                  <a:cubicBezTo>
                    <a:pt x="14292" y="3261"/>
                    <a:pt x="13748" y="2512"/>
                    <a:pt x="13070" y="2021"/>
                  </a:cubicBezTo>
                  <a:cubicBezTo>
                    <a:pt x="12392" y="1530"/>
                    <a:pt x="11580" y="1263"/>
                    <a:pt x="10786" y="986"/>
                  </a:cubicBezTo>
                  <a:lnTo>
                    <a:pt x="9305" y="487"/>
                  </a:lnTo>
                  <a:cubicBezTo>
                    <a:pt x="8904" y="353"/>
                    <a:pt x="8502" y="219"/>
                    <a:pt x="8083" y="192"/>
                  </a:cubicBezTo>
                  <a:cubicBezTo>
                    <a:pt x="8015" y="187"/>
                    <a:pt x="7947" y="185"/>
                    <a:pt x="7878" y="185"/>
                  </a:cubicBezTo>
                  <a:cubicBezTo>
                    <a:pt x="7617" y="185"/>
                    <a:pt x="7356" y="213"/>
                    <a:pt x="7098" y="213"/>
                  </a:cubicBezTo>
                  <a:cubicBezTo>
                    <a:pt x="6922" y="213"/>
                    <a:pt x="6748" y="200"/>
                    <a:pt x="6575" y="156"/>
                  </a:cubicBezTo>
                  <a:cubicBezTo>
                    <a:pt x="6388" y="112"/>
                    <a:pt x="6201" y="32"/>
                    <a:pt x="5995" y="5"/>
                  </a:cubicBezTo>
                  <a:cubicBezTo>
                    <a:pt x="5965" y="2"/>
                    <a:pt x="5934" y="0"/>
                    <a:pt x="59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9" name="Google Shape;2079;p51"/>
            <p:cNvSpPr/>
            <p:nvPr>
              <p:custDataLst>
                <p:tags r:id="rId57"/>
              </p:custDataLst>
            </p:nvPr>
          </p:nvSpPr>
          <p:spPr>
            <a:xfrm>
              <a:off x="3791282" y="2951295"/>
              <a:ext cx="11752" cy="21731"/>
            </a:xfrm>
            <a:custGeom>
              <a:avLst/>
              <a:gdLst/>
              <a:ahLst/>
              <a:cxnLst/>
              <a:rect l="l" t="t" r="r" b="b"/>
              <a:pathLst>
                <a:path w="179" h="331" extrusionOk="0">
                  <a:moveTo>
                    <a:pt x="0" y="1"/>
                  </a:moveTo>
                  <a:lnTo>
                    <a:pt x="0" y="1"/>
                  </a:lnTo>
                  <a:cubicBezTo>
                    <a:pt x="18" y="134"/>
                    <a:pt x="80" y="242"/>
                    <a:pt x="179" y="33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CE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0" name="Google Shape;2080;p51"/>
            <p:cNvSpPr/>
            <p:nvPr>
              <p:custDataLst>
                <p:tags r:id="rId58"/>
              </p:custDataLst>
            </p:nvPr>
          </p:nvSpPr>
          <p:spPr>
            <a:xfrm>
              <a:off x="3802968" y="2831810"/>
              <a:ext cx="780200" cy="319131"/>
            </a:xfrm>
            <a:custGeom>
              <a:avLst/>
              <a:gdLst/>
              <a:ahLst/>
              <a:cxnLst/>
              <a:rect l="l" t="t" r="r" b="b"/>
              <a:pathLst>
                <a:path w="11884" h="4861" extrusionOk="0">
                  <a:moveTo>
                    <a:pt x="11883" y="1"/>
                  </a:moveTo>
                  <a:lnTo>
                    <a:pt x="11883" y="1"/>
                  </a:lnTo>
                  <a:cubicBezTo>
                    <a:pt x="11232" y="625"/>
                    <a:pt x="10510" y="1285"/>
                    <a:pt x="9617" y="1375"/>
                  </a:cubicBezTo>
                  <a:cubicBezTo>
                    <a:pt x="9270" y="1410"/>
                    <a:pt x="8904" y="1357"/>
                    <a:pt x="8574" y="1455"/>
                  </a:cubicBezTo>
                  <a:cubicBezTo>
                    <a:pt x="8324" y="1535"/>
                    <a:pt x="8119" y="1687"/>
                    <a:pt x="7878" y="1776"/>
                  </a:cubicBezTo>
                  <a:cubicBezTo>
                    <a:pt x="7663" y="1857"/>
                    <a:pt x="7439" y="1885"/>
                    <a:pt x="7211" y="1885"/>
                  </a:cubicBezTo>
                  <a:cubicBezTo>
                    <a:pt x="6700" y="1885"/>
                    <a:pt x="6167" y="1744"/>
                    <a:pt x="5657" y="1744"/>
                  </a:cubicBezTo>
                  <a:cubicBezTo>
                    <a:pt x="5444" y="1744"/>
                    <a:pt x="5234" y="1768"/>
                    <a:pt x="5032" y="1838"/>
                  </a:cubicBezTo>
                  <a:cubicBezTo>
                    <a:pt x="4497" y="2026"/>
                    <a:pt x="4069" y="2499"/>
                    <a:pt x="3507" y="2525"/>
                  </a:cubicBezTo>
                  <a:cubicBezTo>
                    <a:pt x="3494" y="2526"/>
                    <a:pt x="3482" y="2526"/>
                    <a:pt x="3470" y="2526"/>
                  </a:cubicBezTo>
                  <a:cubicBezTo>
                    <a:pt x="2967" y="2526"/>
                    <a:pt x="2522" y="2177"/>
                    <a:pt x="2026" y="2142"/>
                  </a:cubicBezTo>
                  <a:cubicBezTo>
                    <a:pt x="2000" y="2140"/>
                    <a:pt x="1974" y="2139"/>
                    <a:pt x="1948" y="2139"/>
                  </a:cubicBezTo>
                  <a:cubicBezTo>
                    <a:pt x="1566" y="2139"/>
                    <a:pt x="1196" y="2315"/>
                    <a:pt x="803" y="2365"/>
                  </a:cubicBezTo>
                  <a:cubicBezTo>
                    <a:pt x="757" y="2371"/>
                    <a:pt x="710" y="2374"/>
                    <a:pt x="662" y="2374"/>
                  </a:cubicBezTo>
                  <a:cubicBezTo>
                    <a:pt x="421" y="2374"/>
                    <a:pt x="164" y="2299"/>
                    <a:pt x="1" y="2151"/>
                  </a:cubicBezTo>
                  <a:lnTo>
                    <a:pt x="1" y="2151"/>
                  </a:lnTo>
                  <a:lnTo>
                    <a:pt x="1044" y="4096"/>
                  </a:lnTo>
                  <a:cubicBezTo>
                    <a:pt x="1737" y="4596"/>
                    <a:pt x="2591" y="4861"/>
                    <a:pt x="3445" y="4861"/>
                  </a:cubicBezTo>
                  <a:cubicBezTo>
                    <a:pt x="3778" y="4861"/>
                    <a:pt x="4111" y="4821"/>
                    <a:pt x="4434" y="4738"/>
                  </a:cubicBezTo>
                  <a:cubicBezTo>
                    <a:pt x="4852" y="4629"/>
                    <a:pt x="5263" y="4450"/>
                    <a:pt x="5687" y="4450"/>
                  </a:cubicBezTo>
                  <a:cubicBezTo>
                    <a:pt x="5716" y="4450"/>
                    <a:pt x="5744" y="4451"/>
                    <a:pt x="5772" y="4452"/>
                  </a:cubicBezTo>
                  <a:cubicBezTo>
                    <a:pt x="6316" y="4476"/>
                    <a:pt x="6838" y="4792"/>
                    <a:pt x="7371" y="4792"/>
                  </a:cubicBezTo>
                  <a:cubicBezTo>
                    <a:pt x="7442" y="4792"/>
                    <a:pt x="7512" y="4786"/>
                    <a:pt x="7583" y="4774"/>
                  </a:cubicBezTo>
                  <a:cubicBezTo>
                    <a:pt x="8279" y="4640"/>
                    <a:pt x="8663" y="3908"/>
                    <a:pt x="9091" y="3337"/>
                  </a:cubicBezTo>
                  <a:cubicBezTo>
                    <a:pt x="9974" y="2169"/>
                    <a:pt x="11455" y="1401"/>
                    <a:pt x="118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1" name="Google Shape;2081;p51"/>
            <p:cNvSpPr/>
            <p:nvPr>
              <p:custDataLst>
                <p:tags r:id="rId59"/>
              </p:custDataLst>
            </p:nvPr>
          </p:nvSpPr>
          <p:spPr>
            <a:xfrm>
              <a:off x="4322465" y="2441711"/>
              <a:ext cx="786043" cy="748753"/>
            </a:xfrm>
            <a:custGeom>
              <a:avLst/>
              <a:gdLst/>
              <a:ahLst/>
              <a:cxnLst/>
              <a:rect l="l" t="t" r="r" b="b"/>
              <a:pathLst>
                <a:path w="11973" h="11405" extrusionOk="0">
                  <a:moveTo>
                    <a:pt x="6667" y="1"/>
                  </a:moveTo>
                  <a:cubicBezTo>
                    <a:pt x="6392" y="1"/>
                    <a:pt x="6118" y="26"/>
                    <a:pt x="5844" y="46"/>
                  </a:cubicBezTo>
                  <a:lnTo>
                    <a:pt x="3569" y="224"/>
                  </a:lnTo>
                  <a:cubicBezTo>
                    <a:pt x="2873" y="278"/>
                    <a:pt x="1999" y="501"/>
                    <a:pt x="1910" y="1188"/>
                  </a:cubicBezTo>
                  <a:cubicBezTo>
                    <a:pt x="1892" y="1313"/>
                    <a:pt x="1901" y="1447"/>
                    <a:pt x="1812" y="1527"/>
                  </a:cubicBezTo>
                  <a:cubicBezTo>
                    <a:pt x="1731" y="1607"/>
                    <a:pt x="1606" y="1598"/>
                    <a:pt x="1508" y="1625"/>
                  </a:cubicBezTo>
                  <a:cubicBezTo>
                    <a:pt x="1285" y="1696"/>
                    <a:pt x="1160" y="1928"/>
                    <a:pt x="1062" y="2142"/>
                  </a:cubicBezTo>
                  <a:cubicBezTo>
                    <a:pt x="527" y="3365"/>
                    <a:pt x="179" y="4676"/>
                    <a:pt x="36" y="5996"/>
                  </a:cubicBezTo>
                  <a:cubicBezTo>
                    <a:pt x="9" y="6210"/>
                    <a:pt x="1" y="6416"/>
                    <a:pt x="36" y="6630"/>
                  </a:cubicBezTo>
                  <a:cubicBezTo>
                    <a:pt x="152" y="7299"/>
                    <a:pt x="795" y="7736"/>
                    <a:pt x="1151" y="8325"/>
                  </a:cubicBezTo>
                  <a:cubicBezTo>
                    <a:pt x="1517" y="8922"/>
                    <a:pt x="1669" y="9770"/>
                    <a:pt x="2329" y="9993"/>
                  </a:cubicBezTo>
                  <a:cubicBezTo>
                    <a:pt x="2570" y="10064"/>
                    <a:pt x="2820" y="10046"/>
                    <a:pt x="3052" y="10127"/>
                  </a:cubicBezTo>
                  <a:cubicBezTo>
                    <a:pt x="3640" y="10350"/>
                    <a:pt x="3872" y="11170"/>
                    <a:pt x="4488" y="11304"/>
                  </a:cubicBezTo>
                  <a:cubicBezTo>
                    <a:pt x="4543" y="11316"/>
                    <a:pt x="4599" y="11321"/>
                    <a:pt x="4654" y="11321"/>
                  </a:cubicBezTo>
                  <a:cubicBezTo>
                    <a:pt x="4992" y="11321"/>
                    <a:pt x="5330" y="11137"/>
                    <a:pt x="5674" y="11137"/>
                  </a:cubicBezTo>
                  <a:cubicBezTo>
                    <a:pt x="5710" y="11137"/>
                    <a:pt x="5746" y="11139"/>
                    <a:pt x="5781" y="11144"/>
                  </a:cubicBezTo>
                  <a:cubicBezTo>
                    <a:pt x="6085" y="11179"/>
                    <a:pt x="6352" y="11385"/>
                    <a:pt x="6656" y="11402"/>
                  </a:cubicBezTo>
                  <a:cubicBezTo>
                    <a:pt x="6674" y="11404"/>
                    <a:pt x="6692" y="11404"/>
                    <a:pt x="6709" y="11404"/>
                  </a:cubicBezTo>
                  <a:cubicBezTo>
                    <a:pt x="7219" y="11404"/>
                    <a:pt x="7618" y="10923"/>
                    <a:pt x="8101" y="10742"/>
                  </a:cubicBezTo>
                  <a:cubicBezTo>
                    <a:pt x="8592" y="10564"/>
                    <a:pt x="9189" y="10698"/>
                    <a:pt x="9635" y="10421"/>
                  </a:cubicBezTo>
                  <a:cubicBezTo>
                    <a:pt x="10019" y="10171"/>
                    <a:pt x="10171" y="9699"/>
                    <a:pt x="10411" y="9306"/>
                  </a:cubicBezTo>
                  <a:cubicBezTo>
                    <a:pt x="10849" y="8566"/>
                    <a:pt x="11660" y="7986"/>
                    <a:pt x="11741" y="7129"/>
                  </a:cubicBezTo>
                  <a:cubicBezTo>
                    <a:pt x="11794" y="6612"/>
                    <a:pt x="11562" y="6121"/>
                    <a:pt x="11518" y="5604"/>
                  </a:cubicBezTo>
                  <a:cubicBezTo>
                    <a:pt x="11482" y="5193"/>
                    <a:pt x="11571" y="4783"/>
                    <a:pt x="11571" y="4373"/>
                  </a:cubicBezTo>
                  <a:cubicBezTo>
                    <a:pt x="11571" y="4355"/>
                    <a:pt x="11571" y="4346"/>
                    <a:pt x="11571" y="4328"/>
                  </a:cubicBezTo>
                  <a:lnTo>
                    <a:pt x="11625" y="4462"/>
                  </a:lnTo>
                  <a:cubicBezTo>
                    <a:pt x="11874" y="3855"/>
                    <a:pt x="11973" y="3008"/>
                    <a:pt x="11411" y="2669"/>
                  </a:cubicBezTo>
                  <a:cubicBezTo>
                    <a:pt x="11223" y="2553"/>
                    <a:pt x="10991" y="2517"/>
                    <a:pt x="10786" y="2428"/>
                  </a:cubicBezTo>
                  <a:cubicBezTo>
                    <a:pt x="10474" y="2276"/>
                    <a:pt x="10251" y="1982"/>
                    <a:pt x="10028" y="1723"/>
                  </a:cubicBezTo>
                  <a:cubicBezTo>
                    <a:pt x="9243" y="804"/>
                    <a:pt x="8145" y="100"/>
                    <a:pt x="6941" y="10"/>
                  </a:cubicBezTo>
                  <a:cubicBezTo>
                    <a:pt x="6850" y="4"/>
                    <a:pt x="6758" y="1"/>
                    <a:pt x="6667" y="1"/>
                  </a:cubicBezTo>
                  <a:close/>
                </a:path>
              </a:pathLst>
            </a:custGeom>
            <a:solidFill>
              <a:srgbClr val="ECB7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2" name="Google Shape;2082;p51"/>
            <p:cNvSpPr/>
            <p:nvPr>
              <p:custDataLst>
                <p:tags r:id="rId60"/>
              </p:custDataLst>
            </p:nvPr>
          </p:nvSpPr>
          <p:spPr>
            <a:xfrm>
              <a:off x="4342357" y="2411249"/>
              <a:ext cx="786043" cy="593422"/>
            </a:xfrm>
            <a:custGeom>
              <a:avLst/>
              <a:gdLst/>
              <a:ahLst/>
              <a:cxnLst/>
              <a:rect l="l" t="t" r="r" b="b"/>
              <a:pathLst>
                <a:path w="11973" h="9039" extrusionOk="0">
                  <a:moveTo>
                    <a:pt x="4034" y="1"/>
                  </a:moveTo>
                  <a:cubicBezTo>
                    <a:pt x="3550" y="1"/>
                    <a:pt x="3066" y="34"/>
                    <a:pt x="2606" y="162"/>
                  </a:cubicBezTo>
                  <a:cubicBezTo>
                    <a:pt x="1892" y="358"/>
                    <a:pt x="1205" y="795"/>
                    <a:pt x="911" y="1473"/>
                  </a:cubicBezTo>
                  <a:cubicBezTo>
                    <a:pt x="786" y="1768"/>
                    <a:pt x="732" y="2080"/>
                    <a:pt x="625" y="2383"/>
                  </a:cubicBezTo>
                  <a:cubicBezTo>
                    <a:pt x="483" y="2803"/>
                    <a:pt x="242" y="3186"/>
                    <a:pt x="126" y="3606"/>
                  </a:cubicBezTo>
                  <a:cubicBezTo>
                    <a:pt x="1" y="4034"/>
                    <a:pt x="10" y="4498"/>
                    <a:pt x="144" y="4926"/>
                  </a:cubicBezTo>
                  <a:cubicBezTo>
                    <a:pt x="170" y="5006"/>
                    <a:pt x="206" y="5086"/>
                    <a:pt x="268" y="5131"/>
                  </a:cubicBezTo>
                  <a:cubicBezTo>
                    <a:pt x="308" y="5160"/>
                    <a:pt x="351" y="5173"/>
                    <a:pt x="394" y="5173"/>
                  </a:cubicBezTo>
                  <a:cubicBezTo>
                    <a:pt x="540" y="5173"/>
                    <a:pt x="695" y="5032"/>
                    <a:pt x="750" y="4881"/>
                  </a:cubicBezTo>
                  <a:cubicBezTo>
                    <a:pt x="813" y="4676"/>
                    <a:pt x="804" y="4453"/>
                    <a:pt x="902" y="4275"/>
                  </a:cubicBezTo>
                  <a:cubicBezTo>
                    <a:pt x="964" y="4167"/>
                    <a:pt x="1097" y="4097"/>
                    <a:pt x="1212" y="4097"/>
                  </a:cubicBezTo>
                  <a:cubicBezTo>
                    <a:pt x="1296" y="4097"/>
                    <a:pt x="1371" y="4134"/>
                    <a:pt x="1401" y="4221"/>
                  </a:cubicBezTo>
                  <a:cubicBezTo>
                    <a:pt x="1428" y="4275"/>
                    <a:pt x="1419" y="4346"/>
                    <a:pt x="1401" y="4408"/>
                  </a:cubicBezTo>
                  <a:cubicBezTo>
                    <a:pt x="1321" y="4801"/>
                    <a:pt x="1089" y="5158"/>
                    <a:pt x="1045" y="5559"/>
                  </a:cubicBezTo>
                  <a:cubicBezTo>
                    <a:pt x="1003" y="5937"/>
                    <a:pt x="1253" y="6394"/>
                    <a:pt x="1618" y="6394"/>
                  </a:cubicBezTo>
                  <a:cubicBezTo>
                    <a:pt x="1640" y="6394"/>
                    <a:pt x="1663" y="6393"/>
                    <a:pt x="1687" y="6389"/>
                  </a:cubicBezTo>
                  <a:cubicBezTo>
                    <a:pt x="2151" y="6318"/>
                    <a:pt x="2222" y="5640"/>
                    <a:pt x="2606" y="5363"/>
                  </a:cubicBezTo>
                  <a:cubicBezTo>
                    <a:pt x="2744" y="5630"/>
                    <a:pt x="2955" y="5935"/>
                    <a:pt x="3233" y="5935"/>
                  </a:cubicBezTo>
                  <a:cubicBezTo>
                    <a:pt x="3261" y="5935"/>
                    <a:pt x="3290" y="5932"/>
                    <a:pt x="3319" y="5925"/>
                  </a:cubicBezTo>
                  <a:cubicBezTo>
                    <a:pt x="3489" y="5889"/>
                    <a:pt x="3605" y="5747"/>
                    <a:pt x="3694" y="5604"/>
                  </a:cubicBezTo>
                  <a:cubicBezTo>
                    <a:pt x="3917" y="5256"/>
                    <a:pt x="4060" y="4855"/>
                    <a:pt x="4354" y="4569"/>
                  </a:cubicBezTo>
                  <a:cubicBezTo>
                    <a:pt x="4523" y="4406"/>
                    <a:pt x="4769" y="4301"/>
                    <a:pt x="5000" y="4301"/>
                  </a:cubicBezTo>
                  <a:cubicBezTo>
                    <a:pt x="5173" y="4301"/>
                    <a:pt x="5337" y="4360"/>
                    <a:pt x="5452" y="4498"/>
                  </a:cubicBezTo>
                  <a:cubicBezTo>
                    <a:pt x="5692" y="4792"/>
                    <a:pt x="5550" y="5220"/>
                    <a:pt x="5568" y="5604"/>
                  </a:cubicBezTo>
                  <a:cubicBezTo>
                    <a:pt x="5623" y="5546"/>
                    <a:pt x="5693" y="5520"/>
                    <a:pt x="5766" y="5520"/>
                  </a:cubicBezTo>
                  <a:cubicBezTo>
                    <a:pt x="5960" y="5520"/>
                    <a:pt x="6177" y="5702"/>
                    <a:pt x="6210" y="5916"/>
                  </a:cubicBezTo>
                  <a:cubicBezTo>
                    <a:pt x="6263" y="6202"/>
                    <a:pt x="6103" y="6487"/>
                    <a:pt x="5978" y="6755"/>
                  </a:cubicBezTo>
                  <a:cubicBezTo>
                    <a:pt x="5826" y="7085"/>
                    <a:pt x="5710" y="7495"/>
                    <a:pt x="5889" y="7825"/>
                  </a:cubicBezTo>
                  <a:cubicBezTo>
                    <a:pt x="5986" y="7992"/>
                    <a:pt x="6192" y="8084"/>
                    <a:pt x="6382" y="8084"/>
                  </a:cubicBezTo>
                  <a:cubicBezTo>
                    <a:pt x="6558" y="8084"/>
                    <a:pt x="6721" y="8006"/>
                    <a:pt x="6772" y="7834"/>
                  </a:cubicBezTo>
                  <a:cubicBezTo>
                    <a:pt x="6834" y="7638"/>
                    <a:pt x="6745" y="7352"/>
                    <a:pt x="6933" y="7263"/>
                  </a:cubicBezTo>
                  <a:cubicBezTo>
                    <a:pt x="6965" y="7245"/>
                    <a:pt x="6998" y="7238"/>
                    <a:pt x="7032" y="7238"/>
                  </a:cubicBezTo>
                  <a:cubicBezTo>
                    <a:pt x="7163" y="7238"/>
                    <a:pt x="7299" y="7351"/>
                    <a:pt x="7441" y="7379"/>
                  </a:cubicBezTo>
                  <a:cubicBezTo>
                    <a:pt x="7464" y="7383"/>
                    <a:pt x="7487" y="7386"/>
                    <a:pt x="7509" y="7386"/>
                  </a:cubicBezTo>
                  <a:cubicBezTo>
                    <a:pt x="7808" y="7386"/>
                    <a:pt x="7993" y="7009"/>
                    <a:pt x="8092" y="6710"/>
                  </a:cubicBezTo>
                  <a:cubicBezTo>
                    <a:pt x="8199" y="6425"/>
                    <a:pt x="8324" y="6121"/>
                    <a:pt x="8574" y="5934"/>
                  </a:cubicBezTo>
                  <a:cubicBezTo>
                    <a:pt x="8695" y="5843"/>
                    <a:pt x="8850" y="5792"/>
                    <a:pt x="8998" y="5792"/>
                  </a:cubicBezTo>
                  <a:cubicBezTo>
                    <a:pt x="9156" y="5792"/>
                    <a:pt x="9307" y="5850"/>
                    <a:pt x="9404" y="5979"/>
                  </a:cubicBezTo>
                  <a:cubicBezTo>
                    <a:pt x="9636" y="6273"/>
                    <a:pt x="9439" y="6692"/>
                    <a:pt x="9297" y="7040"/>
                  </a:cubicBezTo>
                  <a:cubicBezTo>
                    <a:pt x="9154" y="7397"/>
                    <a:pt x="9181" y="7932"/>
                    <a:pt x="9546" y="7986"/>
                  </a:cubicBezTo>
                  <a:cubicBezTo>
                    <a:pt x="9566" y="7990"/>
                    <a:pt x="9585" y="7991"/>
                    <a:pt x="9605" y="7991"/>
                  </a:cubicBezTo>
                  <a:cubicBezTo>
                    <a:pt x="9771" y="7991"/>
                    <a:pt x="9928" y="7860"/>
                    <a:pt x="9984" y="7700"/>
                  </a:cubicBezTo>
                  <a:cubicBezTo>
                    <a:pt x="10010" y="7629"/>
                    <a:pt x="10019" y="7540"/>
                    <a:pt x="10073" y="7486"/>
                  </a:cubicBezTo>
                  <a:cubicBezTo>
                    <a:pt x="10108" y="7443"/>
                    <a:pt x="10160" y="7425"/>
                    <a:pt x="10214" y="7425"/>
                  </a:cubicBezTo>
                  <a:cubicBezTo>
                    <a:pt x="10296" y="7425"/>
                    <a:pt x="10385" y="7467"/>
                    <a:pt x="10438" y="7531"/>
                  </a:cubicBezTo>
                  <a:cubicBezTo>
                    <a:pt x="10528" y="7638"/>
                    <a:pt x="10546" y="7781"/>
                    <a:pt x="10554" y="7923"/>
                  </a:cubicBezTo>
                  <a:cubicBezTo>
                    <a:pt x="10563" y="8155"/>
                    <a:pt x="10563" y="8396"/>
                    <a:pt x="10644" y="8610"/>
                  </a:cubicBezTo>
                  <a:cubicBezTo>
                    <a:pt x="10724" y="8824"/>
                    <a:pt x="10911" y="9021"/>
                    <a:pt x="11143" y="9038"/>
                  </a:cubicBezTo>
                  <a:cubicBezTo>
                    <a:pt x="11149" y="9039"/>
                    <a:pt x="11155" y="9039"/>
                    <a:pt x="11161" y="9039"/>
                  </a:cubicBezTo>
                  <a:cubicBezTo>
                    <a:pt x="11377" y="9039"/>
                    <a:pt x="11574" y="8881"/>
                    <a:pt x="11670" y="8682"/>
                  </a:cubicBezTo>
                  <a:cubicBezTo>
                    <a:pt x="11777" y="8485"/>
                    <a:pt x="11794" y="8253"/>
                    <a:pt x="11812" y="8030"/>
                  </a:cubicBezTo>
                  <a:cubicBezTo>
                    <a:pt x="11866" y="7397"/>
                    <a:pt x="11910" y="6773"/>
                    <a:pt x="11839" y="6148"/>
                  </a:cubicBezTo>
                  <a:cubicBezTo>
                    <a:pt x="11803" y="5872"/>
                    <a:pt x="11750" y="5595"/>
                    <a:pt x="11759" y="5318"/>
                  </a:cubicBezTo>
                  <a:cubicBezTo>
                    <a:pt x="11786" y="4935"/>
                    <a:pt x="11946" y="4578"/>
                    <a:pt x="11955" y="4194"/>
                  </a:cubicBezTo>
                  <a:cubicBezTo>
                    <a:pt x="11973" y="3497"/>
                    <a:pt x="11475" y="2887"/>
                    <a:pt x="10877" y="2494"/>
                  </a:cubicBezTo>
                  <a:lnTo>
                    <a:pt x="10877" y="2494"/>
                  </a:lnTo>
                  <a:lnTo>
                    <a:pt x="11063" y="2615"/>
                  </a:lnTo>
                  <a:cubicBezTo>
                    <a:pt x="10742" y="1991"/>
                    <a:pt x="10198" y="1527"/>
                    <a:pt x="9662" y="1072"/>
                  </a:cubicBezTo>
                  <a:cubicBezTo>
                    <a:pt x="9484" y="920"/>
                    <a:pt x="9288" y="760"/>
                    <a:pt x="9056" y="697"/>
                  </a:cubicBezTo>
                  <a:cubicBezTo>
                    <a:pt x="8886" y="653"/>
                    <a:pt x="8708" y="662"/>
                    <a:pt x="8538" y="644"/>
                  </a:cubicBezTo>
                  <a:cubicBezTo>
                    <a:pt x="8092" y="590"/>
                    <a:pt x="7709" y="323"/>
                    <a:pt x="7289" y="198"/>
                  </a:cubicBezTo>
                  <a:cubicBezTo>
                    <a:pt x="6933" y="91"/>
                    <a:pt x="6558" y="73"/>
                    <a:pt x="6183" y="64"/>
                  </a:cubicBezTo>
                  <a:cubicBezTo>
                    <a:pt x="5719" y="46"/>
                    <a:pt x="5264" y="37"/>
                    <a:pt x="4800" y="19"/>
                  </a:cubicBezTo>
                  <a:cubicBezTo>
                    <a:pt x="4547" y="10"/>
                    <a:pt x="4290" y="1"/>
                    <a:pt x="40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3" name="Google Shape;2083;p51"/>
            <p:cNvSpPr/>
            <p:nvPr>
              <p:custDataLst>
                <p:tags r:id="rId61"/>
              </p:custDataLst>
            </p:nvPr>
          </p:nvSpPr>
          <p:spPr>
            <a:xfrm>
              <a:off x="4365795" y="2991736"/>
              <a:ext cx="634388" cy="282694"/>
            </a:xfrm>
            <a:custGeom>
              <a:avLst/>
              <a:gdLst/>
              <a:ahLst/>
              <a:cxnLst/>
              <a:rect l="l" t="t" r="r" b="b"/>
              <a:pathLst>
                <a:path w="9663" h="4306" extrusionOk="0">
                  <a:moveTo>
                    <a:pt x="1" y="0"/>
                  </a:moveTo>
                  <a:cubicBezTo>
                    <a:pt x="12" y="74"/>
                    <a:pt x="35" y="142"/>
                    <a:pt x="68" y="206"/>
                  </a:cubicBezTo>
                  <a:lnTo>
                    <a:pt x="68" y="206"/>
                  </a:lnTo>
                  <a:lnTo>
                    <a:pt x="1" y="0"/>
                  </a:lnTo>
                  <a:close/>
                  <a:moveTo>
                    <a:pt x="68" y="206"/>
                  </a:moveTo>
                  <a:lnTo>
                    <a:pt x="1000" y="3078"/>
                  </a:lnTo>
                  <a:cubicBezTo>
                    <a:pt x="1383" y="3435"/>
                    <a:pt x="1767" y="3792"/>
                    <a:pt x="2231" y="4032"/>
                  </a:cubicBezTo>
                  <a:cubicBezTo>
                    <a:pt x="2552" y="4199"/>
                    <a:pt x="2915" y="4306"/>
                    <a:pt x="3274" y="4306"/>
                  </a:cubicBezTo>
                  <a:cubicBezTo>
                    <a:pt x="3434" y="4306"/>
                    <a:pt x="3593" y="4285"/>
                    <a:pt x="3748" y="4238"/>
                  </a:cubicBezTo>
                  <a:cubicBezTo>
                    <a:pt x="4096" y="4119"/>
                    <a:pt x="4428" y="3870"/>
                    <a:pt x="4791" y="3870"/>
                  </a:cubicBezTo>
                  <a:cubicBezTo>
                    <a:pt x="4809" y="3870"/>
                    <a:pt x="4827" y="3871"/>
                    <a:pt x="4845" y="3872"/>
                  </a:cubicBezTo>
                  <a:cubicBezTo>
                    <a:pt x="5059" y="3881"/>
                    <a:pt x="5246" y="3979"/>
                    <a:pt x="5451" y="4024"/>
                  </a:cubicBezTo>
                  <a:cubicBezTo>
                    <a:pt x="5532" y="4040"/>
                    <a:pt x="5612" y="4047"/>
                    <a:pt x="5692" y="4047"/>
                  </a:cubicBezTo>
                  <a:cubicBezTo>
                    <a:pt x="6105" y="4047"/>
                    <a:pt x="6516" y="3851"/>
                    <a:pt x="6852" y="3604"/>
                  </a:cubicBezTo>
                  <a:cubicBezTo>
                    <a:pt x="7262" y="3310"/>
                    <a:pt x="7619" y="2935"/>
                    <a:pt x="8056" y="2694"/>
                  </a:cubicBezTo>
                  <a:cubicBezTo>
                    <a:pt x="8645" y="2373"/>
                    <a:pt x="9439" y="2204"/>
                    <a:pt x="9662" y="1570"/>
                  </a:cubicBezTo>
                  <a:lnTo>
                    <a:pt x="9662" y="1570"/>
                  </a:lnTo>
                  <a:cubicBezTo>
                    <a:pt x="9324" y="1944"/>
                    <a:pt x="8821" y="2081"/>
                    <a:pt x="8302" y="2081"/>
                  </a:cubicBezTo>
                  <a:cubicBezTo>
                    <a:pt x="8027" y="2081"/>
                    <a:pt x="7748" y="2042"/>
                    <a:pt x="7485" y="1981"/>
                  </a:cubicBezTo>
                  <a:cubicBezTo>
                    <a:pt x="6746" y="1805"/>
                    <a:pt x="6024" y="1472"/>
                    <a:pt x="5259" y="1472"/>
                  </a:cubicBezTo>
                  <a:cubicBezTo>
                    <a:pt x="5249" y="1472"/>
                    <a:pt x="5238" y="1472"/>
                    <a:pt x="5228" y="1472"/>
                  </a:cubicBezTo>
                  <a:cubicBezTo>
                    <a:pt x="4979" y="1472"/>
                    <a:pt x="4729" y="1510"/>
                    <a:pt x="4483" y="1510"/>
                  </a:cubicBezTo>
                  <a:cubicBezTo>
                    <a:pt x="4413" y="1510"/>
                    <a:pt x="4343" y="1507"/>
                    <a:pt x="4274" y="1499"/>
                  </a:cubicBezTo>
                  <a:cubicBezTo>
                    <a:pt x="3623" y="1428"/>
                    <a:pt x="3078" y="964"/>
                    <a:pt x="2436" y="830"/>
                  </a:cubicBezTo>
                  <a:cubicBezTo>
                    <a:pt x="2263" y="796"/>
                    <a:pt x="2087" y="788"/>
                    <a:pt x="1909" y="788"/>
                  </a:cubicBezTo>
                  <a:cubicBezTo>
                    <a:pt x="1744" y="788"/>
                    <a:pt x="1578" y="795"/>
                    <a:pt x="1413" y="795"/>
                  </a:cubicBezTo>
                  <a:cubicBezTo>
                    <a:pt x="1286" y="795"/>
                    <a:pt x="1160" y="791"/>
                    <a:pt x="1036" y="776"/>
                  </a:cubicBezTo>
                  <a:cubicBezTo>
                    <a:pt x="654" y="731"/>
                    <a:pt x="235" y="536"/>
                    <a:pt x="68" y="2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4" name="Google Shape;2084;p51"/>
            <p:cNvSpPr/>
            <p:nvPr>
              <p:custDataLst>
                <p:tags r:id="rId62"/>
              </p:custDataLst>
            </p:nvPr>
          </p:nvSpPr>
          <p:spPr>
            <a:xfrm>
              <a:off x="3756159" y="2996857"/>
              <a:ext cx="377757" cy="106749"/>
            </a:xfrm>
            <a:custGeom>
              <a:avLst/>
              <a:gdLst/>
              <a:ahLst/>
              <a:cxnLst/>
              <a:rect l="l" t="t" r="r" b="b"/>
              <a:pathLst>
                <a:path w="5754" h="1626" extrusionOk="0">
                  <a:moveTo>
                    <a:pt x="210" y="0"/>
                  </a:moveTo>
                  <a:cubicBezTo>
                    <a:pt x="110" y="0"/>
                    <a:pt x="1" y="111"/>
                    <a:pt x="62" y="234"/>
                  </a:cubicBezTo>
                  <a:cubicBezTo>
                    <a:pt x="294" y="698"/>
                    <a:pt x="589" y="1189"/>
                    <a:pt x="1115" y="1376"/>
                  </a:cubicBezTo>
                  <a:cubicBezTo>
                    <a:pt x="1218" y="1411"/>
                    <a:pt x="1321" y="1425"/>
                    <a:pt x="1425" y="1425"/>
                  </a:cubicBezTo>
                  <a:cubicBezTo>
                    <a:pt x="1562" y="1425"/>
                    <a:pt x="1700" y="1399"/>
                    <a:pt x="1838" y="1358"/>
                  </a:cubicBezTo>
                  <a:cubicBezTo>
                    <a:pt x="2059" y="1289"/>
                    <a:pt x="2258" y="1199"/>
                    <a:pt x="2478" y="1199"/>
                  </a:cubicBezTo>
                  <a:cubicBezTo>
                    <a:pt x="2542" y="1199"/>
                    <a:pt x="2608" y="1207"/>
                    <a:pt x="2676" y="1225"/>
                  </a:cubicBezTo>
                  <a:cubicBezTo>
                    <a:pt x="2926" y="1287"/>
                    <a:pt x="3158" y="1421"/>
                    <a:pt x="3408" y="1510"/>
                  </a:cubicBezTo>
                  <a:cubicBezTo>
                    <a:pt x="3590" y="1587"/>
                    <a:pt x="3783" y="1626"/>
                    <a:pt x="3983" y="1626"/>
                  </a:cubicBezTo>
                  <a:cubicBezTo>
                    <a:pt x="4038" y="1626"/>
                    <a:pt x="4093" y="1623"/>
                    <a:pt x="4148" y="1617"/>
                  </a:cubicBezTo>
                  <a:cubicBezTo>
                    <a:pt x="4701" y="1555"/>
                    <a:pt x="5183" y="1225"/>
                    <a:pt x="5620" y="904"/>
                  </a:cubicBezTo>
                  <a:cubicBezTo>
                    <a:pt x="5753" y="815"/>
                    <a:pt x="5672" y="616"/>
                    <a:pt x="5549" y="616"/>
                  </a:cubicBezTo>
                  <a:cubicBezTo>
                    <a:pt x="5524" y="616"/>
                    <a:pt x="5496" y="625"/>
                    <a:pt x="5468" y="645"/>
                  </a:cubicBezTo>
                  <a:cubicBezTo>
                    <a:pt x="5058" y="939"/>
                    <a:pt x="4603" y="1269"/>
                    <a:pt x="4086" y="1314"/>
                  </a:cubicBezTo>
                  <a:cubicBezTo>
                    <a:pt x="4054" y="1317"/>
                    <a:pt x="4023" y="1318"/>
                    <a:pt x="3992" y="1318"/>
                  </a:cubicBezTo>
                  <a:cubicBezTo>
                    <a:pt x="3545" y="1318"/>
                    <a:pt x="3182" y="1030"/>
                    <a:pt x="2757" y="930"/>
                  </a:cubicBezTo>
                  <a:cubicBezTo>
                    <a:pt x="2658" y="906"/>
                    <a:pt x="2560" y="894"/>
                    <a:pt x="2463" y="894"/>
                  </a:cubicBezTo>
                  <a:cubicBezTo>
                    <a:pt x="2348" y="894"/>
                    <a:pt x="2234" y="910"/>
                    <a:pt x="2123" y="939"/>
                  </a:cubicBezTo>
                  <a:cubicBezTo>
                    <a:pt x="1896" y="1004"/>
                    <a:pt x="1683" y="1121"/>
                    <a:pt x="1451" y="1121"/>
                  </a:cubicBezTo>
                  <a:cubicBezTo>
                    <a:pt x="1428" y="1121"/>
                    <a:pt x="1406" y="1120"/>
                    <a:pt x="1383" y="1118"/>
                  </a:cubicBezTo>
                  <a:cubicBezTo>
                    <a:pt x="838" y="1064"/>
                    <a:pt x="544" y="511"/>
                    <a:pt x="321" y="74"/>
                  </a:cubicBezTo>
                  <a:cubicBezTo>
                    <a:pt x="296" y="22"/>
                    <a:pt x="254" y="0"/>
                    <a:pt x="2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5" name="Google Shape;2085;p51"/>
            <p:cNvSpPr/>
            <p:nvPr>
              <p:custDataLst>
                <p:tags r:id="rId63"/>
              </p:custDataLst>
            </p:nvPr>
          </p:nvSpPr>
          <p:spPr>
            <a:xfrm>
              <a:off x="4313668" y="3014780"/>
              <a:ext cx="381828" cy="175026"/>
            </a:xfrm>
            <a:custGeom>
              <a:avLst/>
              <a:gdLst/>
              <a:ahLst/>
              <a:cxnLst/>
              <a:rect l="l" t="t" r="r" b="b"/>
              <a:pathLst>
                <a:path w="5816" h="2666" extrusionOk="0">
                  <a:moveTo>
                    <a:pt x="196" y="0"/>
                  </a:moveTo>
                  <a:cubicBezTo>
                    <a:pt x="137" y="0"/>
                    <a:pt x="83" y="34"/>
                    <a:pt x="72" y="113"/>
                  </a:cubicBezTo>
                  <a:cubicBezTo>
                    <a:pt x="1" y="657"/>
                    <a:pt x="10" y="1264"/>
                    <a:pt x="518" y="1603"/>
                  </a:cubicBezTo>
                  <a:cubicBezTo>
                    <a:pt x="773" y="1773"/>
                    <a:pt x="1053" y="1825"/>
                    <a:pt x="1341" y="1825"/>
                  </a:cubicBezTo>
                  <a:cubicBezTo>
                    <a:pt x="1688" y="1825"/>
                    <a:pt x="2046" y="1749"/>
                    <a:pt x="2383" y="1710"/>
                  </a:cubicBezTo>
                  <a:cubicBezTo>
                    <a:pt x="2467" y="1701"/>
                    <a:pt x="2554" y="1692"/>
                    <a:pt x="2640" y="1692"/>
                  </a:cubicBezTo>
                  <a:cubicBezTo>
                    <a:pt x="2726" y="1692"/>
                    <a:pt x="2811" y="1701"/>
                    <a:pt x="2891" y="1728"/>
                  </a:cubicBezTo>
                  <a:cubicBezTo>
                    <a:pt x="3043" y="1781"/>
                    <a:pt x="3159" y="1906"/>
                    <a:pt x="3275" y="2013"/>
                  </a:cubicBezTo>
                  <a:cubicBezTo>
                    <a:pt x="3489" y="2201"/>
                    <a:pt x="3712" y="2370"/>
                    <a:pt x="3971" y="2477"/>
                  </a:cubicBezTo>
                  <a:cubicBezTo>
                    <a:pt x="4261" y="2603"/>
                    <a:pt x="4569" y="2666"/>
                    <a:pt x="4877" y="2666"/>
                  </a:cubicBezTo>
                  <a:cubicBezTo>
                    <a:pt x="5138" y="2666"/>
                    <a:pt x="5398" y="2621"/>
                    <a:pt x="5648" y="2531"/>
                  </a:cubicBezTo>
                  <a:cubicBezTo>
                    <a:pt x="5815" y="2467"/>
                    <a:pt x="5769" y="2225"/>
                    <a:pt x="5624" y="2225"/>
                  </a:cubicBezTo>
                  <a:cubicBezTo>
                    <a:pt x="5606" y="2225"/>
                    <a:pt x="5587" y="2229"/>
                    <a:pt x="5567" y="2236"/>
                  </a:cubicBezTo>
                  <a:cubicBezTo>
                    <a:pt x="5341" y="2319"/>
                    <a:pt x="5104" y="2361"/>
                    <a:pt x="4866" y="2361"/>
                  </a:cubicBezTo>
                  <a:cubicBezTo>
                    <a:pt x="4588" y="2361"/>
                    <a:pt x="4311" y="2303"/>
                    <a:pt x="4051" y="2183"/>
                  </a:cubicBezTo>
                  <a:cubicBezTo>
                    <a:pt x="3801" y="2067"/>
                    <a:pt x="3614" y="1897"/>
                    <a:pt x="3409" y="1719"/>
                  </a:cubicBezTo>
                  <a:cubicBezTo>
                    <a:pt x="3221" y="1549"/>
                    <a:pt x="3025" y="1424"/>
                    <a:pt x="2775" y="1398"/>
                  </a:cubicBezTo>
                  <a:cubicBezTo>
                    <a:pt x="2711" y="1390"/>
                    <a:pt x="2648" y="1387"/>
                    <a:pt x="2584" y="1387"/>
                  </a:cubicBezTo>
                  <a:cubicBezTo>
                    <a:pt x="2180" y="1387"/>
                    <a:pt x="1775" y="1521"/>
                    <a:pt x="1366" y="1521"/>
                  </a:cubicBezTo>
                  <a:cubicBezTo>
                    <a:pt x="1245" y="1521"/>
                    <a:pt x="1122" y="1509"/>
                    <a:pt x="1000" y="1478"/>
                  </a:cubicBezTo>
                  <a:cubicBezTo>
                    <a:pt x="750" y="1416"/>
                    <a:pt x="509" y="1273"/>
                    <a:pt x="411" y="1014"/>
                  </a:cubicBezTo>
                  <a:cubicBezTo>
                    <a:pt x="304" y="755"/>
                    <a:pt x="331" y="461"/>
                    <a:pt x="366" y="193"/>
                  </a:cubicBezTo>
                  <a:cubicBezTo>
                    <a:pt x="383" y="76"/>
                    <a:pt x="284" y="0"/>
                    <a:pt x="1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6" name="Google Shape;2086;p51"/>
            <p:cNvSpPr/>
            <p:nvPr>
              <p:custDataLst>
                <p:tags r:id="rId64"/>
              </p:custDataLst>
            </p:nvPr>
          </p:nvSpPr>
          <p:spPr>
            <a:xfrm>
              <a:off x="4518105" y="3201885"/>
              <a:ext cx="167411" cy="40966"/>
            </a:xfrm>
            <a:custGeom>
              <a:avLst/>
              <a:gdLst/>
              <a:ahLst/>
              <a:cxnLst/>
              <a:rect l="l" t="t" r="r" b="b"/>
              <a:pathLst>
                <a:path w="2550" h="624" extrusionOk="0">
                  <a:moveTo>
                    <a:pt x="205" y="0"/>
                  </a:moveTo>
                  <a:cubicBezTo>
                    <a:pt x="82" y="0"/>
                    <a:pt x="1" y="200"/>
                    <a:pt x="134" y="296"/>
                  </a:cubicBezTo>
                  <a:cubicBezTo>
                    <a:pt x="482" y="544"/>
                    <a:pt x="884" y="624"/>
                    <a:pt x="1296" y="624"/>
                  </a:cubicBezTo>
                  <a:cubicBezTo>
                    <a:pt x="1654" y="624"/>
                    <a:pt x="2020" y="564"/>
                    <a:pt x="2364" y="501"/>
                  </a:cubicBezTo>
                  <a:cubicBezTo>
                    <a:pt x="2550" y="476"/>
                    <a:pt x="2488" y="204"/>
                    <a:pt x="2316" y="204"/>
                  </a:cubicBezTo>
                  <a:cubicBezTo>
                    <a:pt x="2305" y="204"/>
                    <a:pt x="2295" y="205"/>
                    <a:pt x="2284" y="207"/>
                  </a:cubicBezTo>
                  <a:cubicBezTo>
                    <a:pt x="1973" y="266"/>
                    <a:pt x="1641" y="323"/>
                    <a:pt x="1316" y="323"/>
                  </a:cubicBezTo>
                  <a:cubicBezTo>
                    <a:pt x="950" y="323"/>
                    <a:pt x="593" y="251"/>
                    <a:pt x="286" y="29"/>
                  </a:cubicBezTo>
                  <a:cubicBezTo>
                    <a:pt x="258" y="9"/>
                    <a:pt x="231" y="0"/>
                    <a:pt x="2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7" name="Google Shape;2087;p51"/>
            <p:cNvSpPr/>
            <p:nvPr>
              <p:custDataLst>
                <p:tags r:id="rId65"/>
              </p:custDataLst>
            </p:nvPr>
          </p:nvSpPr>
          <p:spPr>
            <a:xfrm>
              <a:off x="3800079" y="2439479"/>
              <a:ext cx="108981" cy="90205"/>
            </a:xfrm>
            <a:custGeom>
              <a:avLst/>
              <a:gdLst/>
              <a:ahLst/>
              <a:cxnLst/>
              <a:rect l="l" t="t" r="r" b="b"/>
              <a:pathLst>
                <a:path w="1660" h="1374" extrusionOk="0">
                  <a:moveTo>
                    <a:pt x="1291" y="1"/>
                  </a:moveTo>
                  <a:cubicBezTo>
                    <a:pt x="1241" y="1"/>
                    <a:pt x="1192" y="14"/>
                    <a:pt x="1151" y="44"/>
                  </a:cubicBezTo>
                  <a:cubicBezTo>
                    <a:pt x="821" y="294"/>
                    <a:pt x="508" y="562"/>
                    <a:pt x="214" y="856"/>
                  </a:cubicBezTo>
                  <a:cubicBezTo>
                    <a:pt x="1" y="1070"/>
                    <a:pt x="207" y="1374"/>
                    <a:pt x="444" y="1374"/>
                  </a:cubicBezTo>
                  <a:cubicBezTo>
                    <a:pt x="514" y="1374"/>
                    <a:pt x="586" y="1347"/>
                    <a:pt x="651" y="1284"/>
                  </a:cubicBezTo>
                  <a:cubicBezTo>
                    <a:pt x="910" y="1035"/>
                    <a:pt x="1178" y="794"/>
                    <a:pt x="1463" y="571"/>
                  </a:cubicBezTo>
                  <a:cubicBezTo>
                    <a:pt x="1588" y="473"/>
                    <a:pt x="1659" y="312"/>
                    <a:pt x="1570" y="160"/>
                  </a:cubicBezTo>
                  <a:cubicBezTo>
                    <a:pt x="1521" y="68"/>
                    <a:pt x="1403" y="1"/>
                    <a:pt x="12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8" name="Google Shape;2088;p51"/>
            <p:cNvSpPr/>
            <p:nvPr>
              <p:custDataLst>
                <p:tags r:id="rId66"/>
              </p:custDataLst>
            </p:nvPr>
          </p:nvSpPr>
          <p:spPr>
            <a:xfrm>
              <a:off x="3818790" y="2259004"/>
              <a:ext cx="121455" cy="53900"/>
            </a:xfrm>
            <a:custGeom>
              <a:avLst/>
              <a:gdLst/>
              <a:ahLst/>
              <a:cxnLst/>
              <a:rect l="l" t="t" r="r" b="b"/>
              <a:pathLst>
                <a:path w="1850" h="821" extrusionOk="0">
                  <a:moveTo>
                    <a:pt x="449" y="1"/>
                  </a:moveTo>
                  <a:cubicBezTo>
                    <a:pt x="122" y="1"/>
                    <a:pt x="1" y="516"/>
                    <a:pt x="357" y="599"/>
                  </a:cubicBezTo>
                  <a:cubicBezTo>
                    <a:pt x="678" y="670"/>
                    <a:pt x="1009" y="741"/>
                    <a:pt x="1330" y="813"/>
                  </a:cubicBezTo>
                  <a:cubicBezTo>
                    <a:pt x="1354" y="818"/>
                    <a:pt x="1378" y="820"/>
                    <a:pt x="1400" y="820"/>
                  </a:cubicBezTo>
                  <a:cubicBezTo>
                    <a:pt x="1732" y="820"/>
                    <a:pt x="1849" y="299"/>
                    <a:pt x="1490" y="224"/>
                  </a:cubicBezTo>
                  <a:cubicBezTo>
                    <a:pt x="1169" y="153"/>
                    <a:pt x="848" y="81"/>
                    <a:pt x="527" y="10"/>
                  </a:cubicBezTo>
                  <a:cubicBezTo>
                    <a:pt x="500" y="4"/>
                    <a:pt x="474" y="1"/>
                    <a:pt x="4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9" name="Google Shape;2089;p51"/>
            <p:cNvSpPr/>
            <p:nvPr>
              <p:custDataLst>
                <p:tags r:id="rId67"/>
              </p:custDataLst>
            </p:nvPr>
          </p:nvSpPr>
          <p:spPr>
            <a:xfrm>
              <a:off x="4153807" y="2374944"/>
              <a:ext cx="73858" cy="73989"/>
            </a:xfrm>
            <a:custGeom>
              <a:avLst/>
              <a:gdLst/>
              <a:ahLst/>
              <a:cxnLst/>
              <a:rect l="l" t="t" r="r" b="b"/>
              <a:pathLst>
                <a:path w="1125" h="1127" extrusionOk="0">
                  <a:moveTo>
                    <a:pt x="344" y="0"/>
                  </a:moveTo>
                  <a:cubicBezTo>
                    <a:pt x="262" y="0"/>
                    <a:pt x="180" y="32"/>
                    <a:pt x="125" y="91"/>
                  </a:cubicBezTo>
                  <a:cubicBezTo>
                    <a:pt x="0" y="207"/>
                    <a:pt x="9" y="394"/>
                    <a:pt x="125" y="519"/>
                  </a:cubicBezTo>
                  <a:lnTo>
                    <a:pt x="571" y="1036"/>
                  </a:lnTo>
                  <a:cubicBezTo>
                    <a:pt x="624" y="1098"/>
                    <a:pt x="702" y="1127"/>
                    <a:pt x="782" y="1127"/>
                  </a:cubicBezTo>
                  <a:cubicBezTo>
                    <a:pt x="865" y="1127"/>
                    <a:pt x="949" y="1095"/>
                    <a:pt x="1008" y="1036"/>
                  </a:cubicBezTo>
                  <a:cubicBezTo>
                    <a:pt x="1124" y="911"/>
                    <a:pt x="1115" y="733"/>
                    <a:pt x="1008" y="608"/>
                  </a:cubicBezTo>
                  <a:cubicBezTo>
                    <a:pt x="857" y="430"/>
                    <a:pt x="705" y="260"/>
                    <a:pt x="553" y="91"/>
                  </a:cubicBezTo>
                  <a:cubicBezTo>
                    <a:pt x="501" y="29"/>
                    <a:pt x="423" y="0"/>
                    <a:pt x="3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0" name="Google Shape;2090;p51"/>
            <p:cNvSpPr/>
            <p:nvPr>
              <p:custDataLst>
                <p:tags r:id="rId68"/>
              </p:custDataLst>
            </p:nvPr>
          </p:nvSpPr>
          <p:spPr>
            <a:xfrm>
              <a:off x="4229437" y="2231102"/>
              <a:ext cx="137342" cy="62697"/>
            </a:xfrm>
            <a:custGeom>
              <a:avLst/>
              <a:gdLst/>
              <a:ahLst/>
              <a:cxnLst/>
              <a:rect l="l" t="t" r="r" b="b"/>
              <a:pathLst>
                <a:path w="2092" h="955" extrusionOk="0">
                  <a:moveTo>
                    <a:pt x="1624" y="1"/>
                  </a:moveTo>
                  <a:cubicBezTo>
                    <a:pt x="1603" y="1"/>
                    <a:pt x="1582" y="3"/>
                    <a:pt x="1560" y="7"/>
                  </a:cubicBezTo>
                  <a:cubicBezTo>
                    <a:pt x="1141" y="78"/>
                    <a:pt x="731" y="194"/>
                    <a:pt x="329" y="346"/>
                  </a:cubicBezTo>
                  <a:cubicBezTo>
                    <a:pt x="0" y="466"/>
                    <a:pt x="97" y="954"/>
                    <a:pt x="386" y="954"/>
                  </a:cubicBezTo>
                  <a:cubicBezTo>
                    <a:pt x="418" y="954"/>
                    <a:pt x="453" y="948"/>
                    <a:pt x="490" y="935"/>
                  </a:cubicBezTo>
                  <a:cubicBezTo>
                    <a:pt x="891" y="783"/>
                    <a:pt x="1302" y="667"/>
                    <a:pt x="1721" y="596"/>
                  </a:cubicBezTo>
                  <a:cubicBezTo>
                    <a:pt x="2091" y="528"/>
                    <a:pt x="1961" y="1"/>
                    <a:pt x="16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1" name="Google Shape;2091;p51"/>
            <p:cNvSpPr/>
            <p:nvPr>
              <p:custDataLst>
                <p:tags r:id="rId69"/>
              </p:custDataLst>
            </p:nvPr>
          </p:nvSpPr>
          <p:spPr>
            <a:xfrm>
              <a:off x="4451929" y="2375469"/>
              <a:ext cx="60334" cy="70969"/>
            </a:xfrm>
            <a:custGeom>
              <a:avLst/>
              <a:gdLst/>
              <a:ahLst/>
              <a:cxnLst/>
              <a:rect l="l" t="t" r="r" b="b"/>
              <a:pathLst>
                <a:path w="919" h="1081" extrusionOk="0">
                  <a:moveTo>
                    <a:pt x="330" y="1"/>
                  </a:moveTo>
                  <a:cubicBezTo>
                    <a:pt x="279" y="1"/>
                    <a:pt x="230" y="13"/>
                    <a:pt x="187" y="38"/>
                  </a:cubicBezTo>
                  <a:cubicBezTo>
                    <a:pt x="36" y="136"/>
                    <a:pt x="0" y="306"/>
                    <a:pt x="71" y="457"/>
                  </a:cubicBezTo>
                  <a:lnTo>
                    <a:pt x="312" y="930"/>
                  </a:lnTo>
                  <a:cubicBezTo>
                    <a:pt x="360" y="1025"/>
                    <a:pt x="471" y="1081"/>
                    <a:pt x="579" y="1081"/>
                  </a:cubicBezTo>
                  <a:cubicBezTo>
                    <a:pt x="633" y="1081"/>
                    <a:pt x="687" y="1067"/>
                    <a:pt x="732" y="1037"/>
                  </a:cubicBezTo>
                  <a:cubicBezTo>
                    <a:pt x="874" y="948"/>
                    <a:pt x="919" y="770"/>
                    <a:pt x="839" y="618"/>
                  </a:cubicBezTo>
                  <a:cubicBezTo>
                    <a:pt x="758" y="466"/>
                    <a:pt x="687" y="306"/>
                    <a:pt x="607" y="154"/>
                  </a:cubicBezTo>
                  <a:cubicBezTo>
                    <a:pt x="552" y="56"/>
                    <a:pt x="439" y="1"/>
                    <a:pt x="3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2" name="Google Shape;2092;p51"/>
            <p:cNvSpPr/>
            <p:nvPr>
              <p:custDataLst>
                <p:tags r:id="rId70"/>
              </p:custDataLst>
            </p:nvPr>
          </p:nvSpPr>
          <p:spPr>
            <a:xfrm>
              <a:off x="4444313" y="2653698"/>
              <a:ext cx="77337" cy="70838"/>
            </a:xfrm>
            <a:custGeom>
              <a:avLst/>
              <a:gdLst/>
              <a:ahLst/>
              <a:cxnLst/>
              <a:rect l="l" t="t" r="r" b="b"/>
              <a:pathLst>
                <a:path w="1178" h="1079" extrusionOk="0">
                  <a:moveTo>
                    <a:pt x="335" y="1"/>
                  </a:moveTo>
                  <a:cubicBezTo>
                    <a:pt x="258" y="1"/>
                    <a:pt x="182" y="30"/>
                    <a:pt x="125" y="91"/>
                  </a:cubicBezTo>
                  <a:cubicBezTo>
                    <a:pt x="9" y="207"/>
                    <a:pt x="0" y="403"/>
                    <a:pt x="125" y="519"/>
                  </a:cubicBezTo>
                  <a:lnTo>
                    <a:pt x="625" y="992"/>
                  </a:lnTo>
                  <a:cubicBezTo>
                    <a:pt x="687" y="1050"/>
                    <a:pt x="765" y="1079"/>
                    <a:pt x="843" y="1079"/>
                  </a:cubicBezTo>
                  <a:cubicBezTo>
                    <a:pt x="921" y="1079"/>
                    <a:pt x="999" y="1050"/>
                    <a:pt x="1062" y="992"/>
                  </a:cubicBezTo>
                  <a:cubicBezTo>
                    <a:pt x="1169" y="876"/>
                    <a:pt x="1178" y="671"/>
                    <a:pt x="1062" y="555"/>
                  </a:cubicBezTo>
                  <a:cubicBezTo>
                    <a:pt x="892" y="403"/>
                    <a:pt x="723" y="243"/>
                    <a:pt x="553" y="91"/>
                  </a:cubicBezTo>
                  <a:cubicBezTo>
                    <a:pt x="494" y="32"/>
                    <a:pt x="414" y="1"/>
                    <a:pt x="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3" name="Google Shape;2093;p51"/>
            <p:cNvSpPr/>
            <p:nvPr>
              <p:custDataLst>
                <p:tags r:id="rId71"/>
              </p:custDataLst>
            </p:nvPr>
          </p:nvSpPr>
          <p:spPr>
            <a:xfrm>
              <a:off x="4505172" y="2500994"/>
              <a:ext cx="78585" cy="53178"/>
            </a:xfrm>
            <a:custGeom>
              <a:avLst/>
              <a:gdLst/>
              <a:ahLst/>
              <a:cxnLst/>
              <a:rect l="l" t="t" r="r" b="b"/>
              <a:pathLst>
                <a:path w="1197" h="810" extrusionOk="0">
                  <a:moveTo>
                    <a:pt x="861" y="1"/>
                  </a:moveTo>
                  <a:cubicBezTo>
                    <a:pt x="833" y="1"/>
                    <a:pt x="804" y="6"/>
                    <a:pt x="777" y="17"/>
                  </a:cubicBezTo>
                  <a:cubicBezTo>
                    <a:pt x="599" y="80"/>
                    <a:pt x="429" y="142"/>
                    <a:pt x="260" y="205"/>
                  </a:cubicBezTo>
                  <a:cubicBezTo>
                    <a:pt x="99" y="267"/>
                    <a:pt x="1" y="410"/>
                    <a:pt x="46" y="579"/>
                  </a:cubicBezTo>
                  <a:cubicBezTo>
                    <a:pt x="75" y="704"/>
                    <a:pt x="206" y="810"/>
                    <a:pt x="336" y="810"/>
                  </a:cubicBezTo>
                  <a:cubicBezTo>
                    <a:pt x="364" y="810"/>
                    <a:pt x="393" y="805"/>
                    <a:pt x="420" y="793"/>
                  </a:cubicBezTo>
                  <a:cubicBezTo>
                    <a:pt x="590" y="731"/>
                    <a:pt x="768" y="668"/>
                    <a:pt x="938" y="606"/>
                  </a:cubicBezTo>
                  <a:cubicBezTo>
                    <a:pt x="1089" y="553"/>
                    <a:pt x="1196" y="401"/>
                    <a:pt x="1152" y="231"/>
                  </a:cubicBezTo>
                  <a:cubicBezTo>
                    <a:pt x="1115" y="107"/>
                    <a:pt x="989" y="1"/>
                    <a:pt x="8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4" name="Google Shape;2094;p51"/>
            <p:cNvSpPr/>
            <p:nvPr>
              <p:custDataLst>
                <p:tags r:id="rId72"/>
              </p:custDataLst>
            </p:nvPr>
          </p:nvSpPr>
          <p:spPr>
            <a:xfrm>
              <a:off x="4745324" y="2543798"/>
              <a:ext cx="68015" cy="70313"/>
            </a:xfrm>
            <a:custGeom>
              <a:avLst/>
              <a:gdLst/>
              <a:ahLst/>
              <a:cxnLst/>
              <a:rect l="l" t="t" r="r" b="b"/>
              <a:pathLst>
                <a:path w="1036" h="1071" extrusionOk="0">
                  <a:moveTo>
                    <a:pt x="349" y="1"/>
                  </a:moveTo>
                  <a:cubicBezTo>
                    <a:pt x="263" y="1"/>
                    <a:pt x="176" y="32"/>
                    <a:pt x="125" y="88"/>
                  </a:cubicBezTo>
                  <a:cubicBezTo>
                    <a:pt x="1" y="222"/>
                    <a:pt x="18" y="391"/>
                    <a:pt x="125" y="525"/>
                  </a:cubicBezTo>
                  <a:cubicBezTo>
                    <a:pt x="241" y="677"/>
                    <a:pt x="366" y="828"/>
                    <a:pt x="482" y="980"/>
                  </a:cubicBezTo>
                  <a:cubicBezTo>
                    <a:pt x="530" y="1041"/>
                    <a:pt x="611" y="1070"/>
                    <a:pt x="693" y="1070"/>
                  </a:cubicBezTo>
                  <a:cubicBezTo>
                    <a:pt x="778" y="1070"/>
                    <a:pt x="865" y="1039"/>
                    <a:pt x="919" y="980"/>
                  </a:cubicBezTo>
                  <a:cubicBezTo>
                    <a:pt x="1035" y="846"/>
                    <a:pt x="1018" y="686"/>
                    <a:pt x="919" y="552"/>
                  </a:cubicBezTo>
                  <a:cubicBezTo>
                    <a:pt x="795" y="400"/>
                    <a:pt x="679" y="240"/>
                    <a:pt x="554" y="88"/>
                  </a:cubicBezTo>
                  <a:cubicBezTo>
                    <a:pt x="506" y="28"/>
                    <a:pt x="428" y="1"/>
                    <a:pt x="3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5" name="Google Shape;2095;p51"/>
            <p:cNvSpPr/>
            <p:nvPr>
              <p:custDataLst>
                <p:tags r:id="rId73"/>
              </p:custDataLst>
            </p:nvPr>
          </p:nvSpPr>
          <p:spPr>
            <a:xfrm>
              <a:off x="4762984" y="2715936"/>
              <a:ext cx="61384" cy="81933"/>
            </a:xfrm>
            <a:custGeom>
              <a:avLst/>
              <a:gdLst/>
              <a:ahLst/>
              <a:cxnLst/>
              <a:rect l="l" t="t" r="r" b="b"/>
              <a:pathLst>
                <a:path w="935" h="1248" extrusionOk="0">
                  <a:moveTo>
                    <a:pt x="371" y="0"/>
                  </a:moveTo>
                  <a:cubicBezTo>
                    <a:pt x="187" y="0"/>
                    <a:pt x="1" y="148"/>
                    <a:pt x="71" y="374"/>
                  </a:cubicBezTo>
                  <a:cubicBezTo>
                    <a:pt x="142" y="597"/>
                    <a:pt x="204" y="811"/>
                    <a:pt x="276" y="1034"/>
                  </a:cubicBezTo>
                  <a:cubicBezTo>
                    <a:pt x="322" y="1183"/>
                    <a:pt x="443" y="1248"/>
                    <a:pt x="564" y="1248"/>
                  </a:cubicBezTo>
                  <a:cubicBezTo>
                    <a:pt x="748" y="1248"/>
                    <a:pt x="934" y="1099"/>
                    <a:pt x="865" y="874"/>
                  </a:cubicBezTo>
                  <a:cubicBezTo>
                    <a:pt x="793" y="651"/>
                    <a:pt x="731" y="428"/>
                    <a:pt x="659" y="214"/>
                  </a:cubicBezTo>
                  <a:cubicBezTo>
                    <a:pt x="613" y="65"/>
                    <a:pt x="493" y="0"/>
                    <a:pt x="3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6" name="Google Shape;2096;p51"/>
            <p:cNvSpPr/>
            <p:nvPr>
              <p:custDataLst>
                <p:tags r:id="rId74"/>
              </p:custDataLst>
            </p:nvPr>
          </p:nvSpPr>
          <p:spPr>
            <a:xfrm>
              <a:off x="4963220" y="2533754"/>
              <a:ext cx="75039" cy="45693"/>
            </a:xfrm>
            <a:custGeom>
              <a:avLst/>
              <a:gdLst/>
              <a:ahLst/>
              <a:cxnLst/>
              <a:rect l="l" t="t" r="r" b="b"/>
              <a:pathLst>
                <a:path w="1143" h="696" extrusionOk="0">
                  <a:moveTo>
                    <a:pt x="801" y="1"/>
                  </a:moveTo>
                  <a:cubicBezTo>
                    <a:pt x="775" y="1"/>
                    <a:pt x="749" y="3"/>
                    <a:pt x="723" y="9"/>
                  </a:cubicBezTo>
                  <a:lnTo>
                    <a:pt x="259" y="98"/>
                  </a:lnTo>
                  <a:cubicBezTo>
                    <a:pt x="107" y="125"/>
                    <a:pt x="0" y="321"/>
                    <a:pt x="45" y="473"/>
                  </a:cubicBezTo>
                  <a:cubicBezTo>
                    <a:pt x="90" y="616"/>
                    <a:pt x="205" y="695"/>
                    <a:pt x="341" y="695"/>
                  </a:cubicBezTo>
                  <a:cubicBezTo>
                    <a:pt x="367" y="695"/>
                    <a:pt x="393" y="692"/>
                    <a:pt x="419" y="687"/>
                  </a:cubicBezTo>
                  <a:lnTo>
                    <a:pt x="883" y="598"/>
                  </a:lnTo>
                  <a:cubicBezTo>
                    <a:pt x="1044" y="562"/>
                    <a:pt x="1142" y="366"/>
                    <a:pt x="1097" y="223"/>
                  </a:cubicBezTo>
                  <a:cubicBezTo>
                    <a:pt x="1052" y="80"/>
                    <a:pt x="937" y="1"/>
                    <a:pt x="8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7" name="Google Shape;2097;p51"/>
            <p:cNvSpPr/>
            <p:nvPr>
              <p:custDataLst>
                <p:tags r:id="rId75"/>
              </p:custDataLst>
            </p:nvPr>
          </p:nvSpPr>
          <p:spPr>
            <a:xfrm>
              <a:off x="5015347" y="2694665"/>
              <a:ext cx="70903" cy="104779"/>
            </a:xfrm>
            <a:custGeom>
              <a:avLst/>
              <a:gdLst/>
              <a:ahLst/>
              <a:cxnLst/>
              <a:rect l="l" t="t" r="r" b="b"/>
              <a:pathLst>
                <a:path w="1080" h="1596" extrusionOk="0">
                  <a:moveTo>
                    <a:pt x="354" y="1"/>
                  </a:moveTo>
                  <a:cubicBezTo>
                    <a:pt x="329" y="1"/>
                    <a:pt x="303" y="4"/>
                    <a:pt x="277" y="11"/>
                  </a:cubicBezTo>
                  <a:cubicBezTo>
                    <a:pt x="125" y="56"/>
                    <a:pt x="0" y="234"/>
                    <a:pt x="63" y="386"/>
                  </a:cubicBezTo>
                  <a:lnTo>
                    <a:pt x="428" y="1367"/>
                  </a:lnTo>
                  <a:cubicBezTo>
                    <a:pt x="480" y="1499"/>
                    <a:pt x="592" y="1595"/>
                    <a:pt x="724" y="1595"/>
                  </a:cubicBezTo>
                  <a:cubicBezTo>
                    <a:pt x="752" y="1595"/>
                    <a:pt x="782" y="1591"/>
                    <a:pt x="812" y="1581"/>
                  </a:cubicBezTo>
                  <a:cubicBezTo>
                    <a:pt x="955" y="1546"/>
                    <a:pt x="1080" y="1367"/>
                    <a:pt x="1026" y="1207"/>
                  </a:cubicBezTo>
                  <a:lnTo>
                    <a:pt x="651" y="225"/>
                  </a:lnTo>
                  <a:cubicBezTo>
                    <a:pt x="599" y="97"/>
                    <a:pt x="489" y="1"/>
                    <a:pt x="3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8" name="Google Shape;2098;p51"/>
            <p:cNvSpPr/>
            <p:nvPr>
              <p:custDataLst>
                <p:tags r:id="rId76"/>
              </p:custDataLst>
            </p:nvPr>
          </p:nvSpPr>
          <p:spPr>
            <a:xfrm>
              <a:off x="4562617" y="2596319"/>
              <a:ext cx="62106" cy="59940"/>
            </a:xfrm>
            <a:custGeom>
              <a:avLst/>
              <a:gdLst/>
              <a:ahLst/>
              <a:cxnLst/>
              <a:rect l="l" t="t" r="r" b="b"/>
              <a:pathLst>
                <a:path w="946" h="913" extrusionOk="0">
                  <a:moveTo>
                    <a:pt x="589" y="0"/>
                  </a:moveTo>
                  <a:cubicBezTo>
                    <a:pt x="513" y="0"/>
                    <a:pt x="439" y="28"/>
                    <a:pt x="384" y="91"/>
                  </a:cubicBezTo>
                  <a:cubicBezTo>
                    <a:pt x="303" y="189"/>
                    <a:pt x="214" y="287"/>
                    <a:pt x="125" y="394"/>
                  </a:cubicBezTo>
                  <a:cubicBezTo>
                    <a:pt x="27" y="510"/>
                    <a:pt x="0" y="706"/>
                    <a:pt x="125" y="822"/>
                  </a:cubicBezTo>
                  <a:cubicBezTo>
                    <a:pt x="186" y="879"/>
                    <a:pt x="272" y="913"/>
                    <a:pt x="357" y="913"/>
                  </a:cubicBezTo>
                  <a:cubicBezTo>
                    <a:pt x="433" y="913"/>
                    <a:pt x="507" y="885"/>
                    <a:pt x="562" y="822"/>
                  </a:cubicBezTo>
                  <a:cubicBezTo>
                    <a:pt x="642" y="724"/>
                    <a:pt x="732" y="617"/>
                    <a:pt x="821" y="519"/>
                  </a:cubicBezTo>
                  <a:cubicBezTo>
                    <a:pt x="919" y="394"/>
                    <a:pt x="946" y="207"/>
                    <a:pt x="821" y="91"/>
                  </a:cubicBezTo>
                  <a:cubicBezTo>
                    <a:pt x="760" y="34"/>
                    <a:pt x="674" y="0"/>
                    <a:pt x="5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9" name="Google Shape;2099;p51"/>
            <p:cNvSpPr/>
            <p:nvPr>
              <p:custDataLst>
                <p:tags r:id="rId77"/>
              </p:custDataLst>
            </p:nvPr>
          </p:nvSpPr>
          <p:spPr>
            <a:xfrm>
              <a:off x="4643433" y="2434161"/>
              <a:ext cx="76746" cy="41032"/>
            </a:xfrm>
            <a:custGeom>
              <a:avLst/>
              <a:gdLst/>
              <a:ahLst/>
              <a:cxnLst/>
              <a:rect l="l" t="t" r="r" b="b"/>
              <a:pathLst>
                <a:path w="1169" h="625" extrusionOk="0">
                  <a:moveTo>
                    <a:pt x="290" y="0"/>
                  </a:moveTo>
                  <a:cubicBezTo>
                    <a:pt x="135" y="0"/>
                    <a:pt x="0" y="148"/>
                    <a:pt x="0" y="304"/>
                  </a:cubicBezTo>
                  <a:cubicBezTo>
                    <a:pt x="0" y="473"/>
                    <a:pt x="143" y="607"/>
                    <a:pt x="304" y="607"/>
                  </a:cubicBezTo>
                  <a:lnTo>
                    <a:pt x="866" y="625"/>
                  </a:lnTo>
                  <a:cubicBezTo>
                    <a:pt x="1035" y="625"/>
                    <a:pt x="1169" y="482"/>
                    <a:pt x="1169" y="313"/>
                  </a:cubicBezTo>
                  <a:cubicBezTo>
                    <a:pt x="1169" y="152"/>
                    <a:pt x="1035" y="18"/>
                    <a:pt x="866" y="9"/>
                  </a:cubicBezTo>
                  <a:lnTo>
                    <a:pt x="304" y="0"/>
                  </a:lnTo>
                  <a:cubicBezTo>
                    <a:pt x="299" y="0"/>
                    <a:pt x="295" y="0"/>
                    <a:pt x="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0" name="Google Shape;2100;p51"/>
            <p:cNvSpPr/>
            <p:nvPr>
              <p:custDataLst>
                <p:tags r:id="rId78"/>
              </p:custDataLst>
            </p:nvPr>
          </p:nvSpPr>
          <p:spPr>
            <a:xfrm>
              <a:off x="4864809" y="2653830"/>
              <a:ext cx="70903" cy="71166"/>
            </a:xfrm>
            <a:custGeom>
              <a:avLst/>
              <a:gdLst/>
              <a:ahLst/>
              <a:cxnLst/>
              <a:rect l="l" t="t" r="r" b="b"/>
              <a:pathLst>
                <a:path w="1080" h="1084" extrusionOk="0">
                  <a:moveTo>
                    <a:pt x="359" y="1"/>
                  </a:moveTo>
                  <a:cubicBezTo>
                    <a:pt x="311" y="1"/>
                    <a:pt x="262" y="14"/>
                    <a:pt x="215" y="44"/>
                  </a:cubicBezTo>
                  <a:cubicBezTo>
                    <a:pt x="90" y="125"/>
                    <a:pt x="0" y="330"/>
                    <a:pt x="107" y="464"/>
                  </a:cubicBezTo>
                  <a:cubicBezTo>
                    <a:pt x="215" y="615"/>
                    <a:pt x="331" y="776"/>
                    <a:pt x="446" y="928"/>
                  </a:cubicBezTo>
                  <a:cubicBezTo>
                    <a:pt x="515" y="1020"/>
                    <a:pt x="617" y="1083"/>
                    <a:pt x="724" y="1083"/>
                  </a:cubicBezTo>
                  <a:cubicBezTo>
                    <a:pt x="771" y="1083"/>
                    <a:pt x="819" y="1071"/>
                    <a:pt x="866" y="1044"/>
                  </a:cubicBezTo>
                  <a:cubicBezTo>
                    <a:pt x="991" y="963"/>
                    <a:pt x="1080" y="758"/>
                    <a:pt x="973" y="624"/>
                  </a:cubicBezTo>
                  <a:lnTo>
                    <a:pt x="634" y="151"/>
                  </a:lnTo>
                  <a:cubicBezTo>
                    <a:pt x="566" y="65"/>
                    <a:pt x="465" y="1"/>
                    <a:pt x="3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1" name="Google Shape;2101;p51"/>
            <p:cNvSpPr/>
            <p:nvPr>
              <p:custDataLst>
                <p:tags r:id="rId79"/>
              </p:custDataLst>
            </p:nvPr>
          </p:nvSpPr>
          <p:spPr>
            <a:xfrm>
              <a:off x="3996245" y="2463967"/>
              <a:ext cx="77403" cy="77731"/>
            </a:xfrm>
            <a:custGeom>
              <a:avLst/>
              <a:gdLst/>
              <a:ahLst/>
              <a:cxnLst/>
              <a:rect l="l" t="t" r="r" b="b"/>
              <a:pathLst>
                <a:path w="1179" h="1184" extrusionOk="0">
                  <a:moveTo>
                    <a:pt x="362" y="0"/>
                  </a:moveTo>
                  <a:cubicBezTo>
                    <a:pt x="313" y="0"/>
                    <a:pt x="264" y="14"/>
                    <a:pt x="215" y="46"/>
                  </a:cubicBezTo>
                  <a:cubicBezTo>
                    <a:pt x="81" y="117"/>
                    <a:pt x="1" y="331"/>
                    <a:pt x="99" y="465"/>
                  </a:cubicBezTo>
                  <a:cubicBezTo>
                    <a:pt x="250" y="653"/>
                    <a:pt x="393" y="840"/>
                    <a:pt x="545" y="1036"/>
                  </a:cubicBezTo>
                  <a:cubicBezTo>
                    <a:pt x="612" y="1122"/>
                    <a:pt x="710" y="1183"/>
                    <a:pt x="817" y="1183"/>
                  </a:cubicBezTo>
                  <a:cubicBezTo>
                    <a:pt x="865" y="1183"/>
                    <a:pt x="914" y="1171"/>
                    <a:pt x="964" y="1143"/>
                  </a:cubicBezTo>
                  <a:cubicBezTo>
                    <a:pt x="1089" y="1072"/>
                    <a:pt x="1178" y="858"/>
                    <a:pt x="1071" y="724"/>
                  </a:cubicBezTo>
                  <a:cubicBezTo>
                    <a:pt x="928" y="537"/>
                    <a:pt x="777" y="340"/>
                    <a:pt x="634" y="153"/>
                  </a:cubicBezTo>
                  <a:cubicBezTo>
                    <a:pt x="561" y="62"/>
                    <a:pt x="464" y="0"/>
                    <a:pt x="3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2" name="Google Shape;2102;p51"/>
            <p:cNvSpPr/>
            <p:nvPr>
              <p:custDataLst>
                <p:tags r:id="rId80"/>
              </p:custDataLst>
            </p:nvPr>
          </p:nvSpPr>
          <p:spPr>
            <a:xfrm>
              <a:off x="4024934" y="2304500"/>
              <a:ext cx="78585" cy="53506"/>
            </a:xfrm>
            <a:custGeom>
              <a:avLst/>
              <a:gdLst/>
              <a:ahLst/>
              <a:cxnLst/>
              <a:rect l="l" t="t" r="r" b="b"/>
              <a:pathLst>
                <a:path w="1197" h="815" extrusionOk="0">
                  <a:moveTo>
                    <a:pt x="847" y="0"/>
                  </a:moveTo>
                  <a:cubicBezTo>
                    <a:pt x="820" y="0"/>
                    <a:pt x="794" y="4"/>
                    <a:pt x="768" y="13"/>
                  </a:cubicBezTo>
                  <a:cubicBezTo>
                    <a:pt x="598" y="84"/>
                    <a:pt x="429" y="147"/>
                    <a:pt x="259" y="209"/>
                  </a:cubicBezTo>
                  <a:cubicBezTo>
                    <a:pt x="99" y="272"/>
                    <a:pt x="1" y="414"/>
                    <a:pt x="45" y="584"/>
                  </a:cubicBezTo>
                  <a:cubicBezTo>
                    <a:pt x="75" y="708"/>
                    <a:pt x="206" y="814"/>
                    <a:pt x="335" y="814"/>
                  </a:cubicBezTo>
                  <a:cubicBezTo>
                    <a:pt x="364" y="814"/>
                    <a:pt x="393" y="809"/>
                    <a:pt x="420" y="798"/>
                  </a:cubicBezTo>
                  <a:cubicBezTo>
                    <a:pt x="589" y="735"/>
                    <a:pt x="759" y="673"/>
                    <a:pt x="928" y="611"/>
                  </a:cubicBezTo>
                  <a:cubicBezTo>
                    <a:pt x="1089" y="548"/>
                    <a:pt x="1196" y="396"/>
                    <a:pt x="1143" y="227"/>
                  </a:cubicBezTo>
                  <a:cubicBezTo>
                    <a:pt x="1113" y="107"/>
                    <a:pt x="982" y="0"/>
                    <a:pt x="8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3" name="Google Shape;2103;p51"/>
            <p:cNvSpPr/>
            <p:nvPr>
              <p:custDataLst>
                <p:tags r:id="rId81"/>
              </p:custDataLst>
            </p:nvPr>
          </p:nvSpPr>
          <p:spPr>
            <a:xfrm>
              <a:off x="4330671" y="2402648"/>
              <a:ext cx="74449" cy="67161"/>
            </a:xfrm>
            <a:custGeom>
              <a:avLst/>
              <a:gdLst/>
              <a:ahLst/>
              <a:cxnLst/>
              <a:rect l="l" t="t" r="r" b="b"/>
              <a:pathLst>
                <a:path w="1134" h="1023" extrusionOk="0">
                  <a:moveTo>
                    <a:pt x="330" y="1"/>
                  </a:moveTo>
                  <a:cubicBezTo>
                    <a:pt x="255" y="1"/>
                    <a:pt x="181" y="28"/>
                    <a:pt x="125" y="88"/>
                  </a:cubicBezTo>
                  <a:cubicBezTo>
                    <a:pt x="18" y="204"/>
                    <a:pt x="0" y="400"/>
                    <a:pt x="125" y="516"/>
                  </a:cubicBezTo>
                  <a:lnTo>
                    <a:pt x="571" y="935"/>
                  </a:lnTo>
                  <a:cubicBezTo>
                    <a:pt x="632" y="991"/>
                    <a:pt x="716" y="1022"/>
                    <a:pt x="799" y="1022"/>
                  </a:cubicBezTo>
                  <a:cubicBezTo>
                    <a:pt x="876" y="1022"/>
                    <a:pt x="953" y="995"/>
                    <a:pt x="1009" y="935"/>
                  </a:cubicBezTo>
                  <a:cubicBezTo>
                    <a:pt x="1116" y="819"/>
                    <a:pt x="1133" y="623"/>
                    <a:pt x="1009" y="507"/>
                  </a:cubicBezTo>
                  <a:cubicBezTo>
                    <a:pt x="857" y="364"/>
                    <a:pt x="705" y="222"/>
                    <a:pt x="554" y="88"/>
                  </a:cubicBezTo>
                  <a:cubicBezTo>
                    <a:pt x="493" y="32"/>
                    <a:pt x="411" y="1"/>
                    <a:pt x="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4" name="Google Shape;2104;p51"/>
            <p:cNvSpPr/>
            <p:nvPr>
              <p:custDataLst>
                <p:tags r:id="rId82"/>
              </p:custDataLst>
            </p:nvPr>
          </p:nvSpPr>
          <p:spPr>
            <a:xfrm>
              <a:off x="4453111" y="2566514"/>
              <a:ext cx="47466" cy="73332"/>
            </a:xfrm>
            <a:custGeom>
              <a:avLst/>
              <a:gdLst/>
              <a:ahLst/>
              <a:cxnLst/>
              <a:rect l="l" t="t" r="r" b="b"/>
              <a:pathLst>
                <a:path w="723" h="1117" extrusionOk="0">
                  <a:moveTo>
                    <a:pt x="405" y="0"/>
                  </a:moveTo>
                  <a:cubicBezTo>
                    <a:pt x="401" y="0"/>
                    <a:pt x="397" y="0"/>
                    <a:pt x="392" y="1"/>
                  </a:cubicBezTo>
                  <a:cubicBezTo>
                    <a:pt x="214" y="9"/>
                    <a:pt x="107" y="134"/>
                    <a:pt x="89" y="304"/>
                  </a:cubicBezTo>
                  <a:cubicBezTo>
                    <a:pt x="71" y="473"/>
                    <a:pt x="45" y="643"/>
                    <a:pt x="27" y="812"/>
                  </a:cubicBezTo>
                  <a:cubicBezTo>
                    <a:pt x="1" y="968"/>
                    <a:pt x="168" y="1116"/>
                    <a:pt x="317" y="1116"/>
                  </a:cubicBezTo>
                  <a:cubicBezTo>
                    <a:pt x="321" y="1116"/>
                    <a:pt x="326" y="1116"/>
                    <a:pt x="330" y="1116"/>
                  </a:cubicBezTo>
                  <a:cubicBezTo>
                    <a:pt x="508" y="1107"/>
                    <a:pt x="615" y="982"/>
                    <a:pt x="633" y="812"/>
                  </a:cubicBezTo>
                  <a:lnTo>
                    <a:pt x="705" y="304"/>
                  </a:lnTo>
                  <a:cubicBezTo>
                    <a:pt x="722" y="148"/>
                    <a:pt x="554" y="0"/>
                    <a:pt x="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5" name="Google Shape;2105;p51"/>
            <p:cNvSpPr/>
            <p:nvPr>
              <p:custDataLst>
                <p:tags r:id="rId83"/>
              </p:custDataLst>
            </p:nvPr>
          </p:nvSpPr>
          <p:spPr>
            <a:xfrm>
              <a:off x="4837892" y="2464623"/>
              <a:ext cx="74974" cy="44380"/>
            </a:xfrm>
            <a:custGeom>
              <a:avLst/>
              <a:gdLst/>
              <a:ahLst/>
              <a:cxnLst/>
              <a:rect l="l" t="t" r="r" b="b"/>
              <a:pathLst>
                <a:path w="1142" h="676" extrusionOk="0">
                  <a:moveTo>
                    <a:pt x="806" y="0"/>
                  </a:moveTo>
                  <a:cubicBezTo>
                    <a:pt x="779" y="0"/>
                    <a:pt x="751" y="3"/>
                    <a:pt x="723" y="9"/>
                  </a:cubicBezTo>
                  <a:lnTo>
                    <a:pt x="259" y="81"/>
                  </a:lnTo>
                  <a:cubicBezTo>
                    <a:pt x="98" y="107"/>
                    <a:pt x="0" y="313"/>
                    <a:pt x="45" y="455"/>
                  </a:cubicBezTo>
                  <a:cubicBezTo>
                    <a:pt x="90" y="608"/>
                    <a:pt x="207" y="675"/>
                    <a:pt x="346" y="675"/>
                  </a:cubicBezTo>
                  <a:cubicBezTo>
                    <a:pt x="370" y="675"/>
                    <a:pt x="394" y="673"/>
                    <a:pt x="419" y="669"/>
                  </a:cubicBezTo>
                  <a:lnTo>
                    <a:pt x="883" y="598"/>
                  </a:lnTo>
                  <a:cubicBezTo>
                    <a:pt x="1044" y="571"/>
                    <a:pt x="1142" y="366"/>
                    <a:pt x="1097" y="214"/>
                  </a:cubicBezTo>
                  <a:cubicBezTo>
                    <a:pt x="1053" y="73"/>
                    <a:pt x="940" y="0"/>
                    <a:pt x="8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6" name="Google Shape;2106;p51"/>
            <p:cNvSpPr/>
            <p:nvPr>
              <p:custDataLst>
                <p:tags r:id="rId84"/>
              </p:custDataLst>
            </p:nvPr>
          </p:nvSpPr>
          <p:spPr>
            <a:xfrm>
              <a:off x="4834347" y="2734581"/>
              <a:ext cx="61581" cy="42608"/>
            </a:xfrm>
            <a:custGeom>
              <a:avLst/>
              <a:gdLst/>
              <a:ahLst/>
              <a:cxnLst/>
              <a:rect l="l" t="t" r="r" b="b"/>
              <a:pathLst>
                <a:path w="938" h="649" extrusionOk="0">
                  <a:moveTo>
                    <a:pt x="601" y="1"/>
                  </a:moveTo>
                  <a:cubicBezTo>
                    <a:pt x="574" y="1"/>
                    <a:pt x="546" y="4"/>
                    <a:pt x="518" y="10"/>
                  </a:cubicBezTo>
                  <a:cubicBezTo>
                    <a:pt x="429" y="19"/>
                    <a:pt x="348" y="37"/>
                    <a:pt x="259" y="54"/>
                  </a:cubicBezTo>
                  <a:cubicBezTo>
                    <a:pt x="99" y="81"/>
                    <a:pt x="1" y="277"/>
                    <a:pt x="45" y="429"/>
                  </a:cubicBezTo>
                  <a:cubicBezTo>
                    <a:pt x="91" y="575"/>
                    <a:pt x="211" y="649"/>
                    <a:pt x="352" y="649"/>
                  </a:cubicBezTo>
                  <a:cubicBezTo>
                    <a:pt x="374" y="649"/>
                    <a:pt x="397" y="647"/>
                    <a:pt x="420" y="643"/>
                  </a:cubicBezTo>
                  <a:cubicBezTo>
                    <a:pt x="509" y="625"/>
                    <a:pt x="589" y="608"/>
                    <a:pt x="679" y="599"/>
                  </a:cubicBezTo>
                  <a:cubicBezTo>
                    <a:pt x="839" y="572"/>
                    <a:pt x="937" y="367"/>
                    <a:pt x="893" y="215"/>
                  </a:cubicBezTo>
                  <a:cubicBezTo>
                    <a:pt x="848" y="74"/>
                    <a:pt x="736" y="1"/>
                    <a:pt x="6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7" name="Google Shape;2107;p51"/>
            <p:cNvSpPr/>
            <p:nvPr>
              <p:custDataLst>
                <p:tags r:id="rId85"/>
              </p:custDataLst>
            </p:nvPr>
          </p:nvSpPr>
          <p:spPr>
            <a:xfrm>
              <a:off x="3967424" y="2621726"/>
              <a:ext cx="96376" cy="53046"/>
            </a:xfrm>
            <a:custGeom>
              <a:avLst/>
              <a:gdLst/>
              <a:ahLst/>
              <a:cxnLst/>
              <a:rect l="l" t="t" r="r" b="b"/>
              <a:pathLst>
                <a:path w="1468" h="808" extrusionOk="0">
                  <a:moveTo>
                    <a:pt x="1060" y="1"/>
                  </a:moveTo>
                  <a:cubicBezTo>
                    <a:pt x="1031" y="1"/>
                    <a:pt x="999" y="6"/>
                    <a:pt x="966" y="16"/>
                  </a:cubicBezTo>
                  <a:cubicBezTo>
                    <a:pt x="752" y="78"/>
                    <a:pt x="547" y="141"/>
                    <a:pt x="341" y="203"/>
                  </a:cubicBezTo>
                  <a:cubicBezTo>
                    <a:pt x="0" y="309"/>
                    <a:pt x="103" y="807"/>
                    <a:pt x="414" y="807"/>
                  </a:cubicBezTo>
                  <a:cubicBezTo>
                    <a:pt x="444" y="807"/>
                    <a:pt x="477" y="802"/>
                    <a:pt x="511" y="792"/>
                  </a:cubicBezTo>
                  <a:cubicBezTo>
                    <a:pt x="716" y="730"/>
                    <a:pt x="921" y="667"/>
                    <a:pt x="1126" y="605"/>
                  </a:cubicBezTo>
                  <a:cubicBezTo>
                    <a:pt x="1468" y="499"/>
                    <a:pt x="1365" y="1"/>
                    <a:pt x="10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8" name="Google Shape;2108;p51"/>
            <p:cNvSpPr/>
            <p:nvPr>
              <p:custDataLst>
                <p:tags r:id="rId86"/>
              </p:custDataLst>
            </p:nvPr>
          </p:nvSpPr>
          <p:spPr>
            <a:xfrm>
              <a:off x="3978781" y="2207008"/>
              <a:ext cx="61975" cy="85412"/>
            </a:xfrm>
            <a:custGeom>
              <a:avLst/>
              <a:gdLst/>
              <a:ahLst/>
              <a:cxnLst/>
              <a:rect l="l" t="t" r="r" b="b"/>
              <a:pathLst>
                <a:path w="944" h="1301" extrusionOk="0">
                  <a:moveTo>
                    <a:pt x="571" y="0"/>
                  </a:moveTo>
                  <a:cubicBezTo>
                    <a:pt x="450" y="0"/>
                    <a:pt x="330" y="65"/>
                    <a:pt x="284" y="213"/>
                  </a:cubicBezTo>
                  <a:cubicBezTo>
                    <a:pt x="213" y="454"/>
                    <a:pt x="142" y="686"/>
                    <a:pt x="70" y="927"/>
                  </a:cubicBezTo>
                  <a:cubicBezTo>
                    <a:pt x="0" y="1153"/>
                    <a:pt x="186" y="1301"/>
                    <a:pt x="371" y="1301"/>
                  </a:cubicBezTo>
                  <a:cubicBezTo>
                    <a:pt x="492" y="1301"/>
                    <a:pt x="613" y="1236"/>
                    <a:pt x="659" y="1087"/>
                  </a:cubicBezTo>
                  <a:cubicBezTo>
                    <a:pt x="730" y="855"/>
                    <a:pt x="802" y="615"/>
                    <a:pt x="873" y="383"/>
                  </a:cubicBezTo>
                  <a:cubicBezTo>
                    <a:pt x="943" y="151"/>
                    <a:pt x="756" y="0"/>
                    <a:pt x="5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9" name="Google Shape;2109;p51"/>
            <p:cNvSpPr/>
            <p:nvPr>
              <p:custDataLst>
                <p:tags r:id="rId87"/>
              </p:custDataLst>
            </p:nvPr>
          </p:nvSpPr>
          <p:spPr>
            <a:xfrm>
              <a:off x="4248673" y="2474142"/>
              <a:ext cx="67424" cy="50092"/>
            </a:xfrm>
            <a:custGeom>
              <a:avLst/>
              <a:gdLst/>
              <a:ahLst/>
              <a:cxnLst/>
              <a:rect l="l" t="t" r="r" b="b"/>
              <a:pathLst>
                <a:path w="1027" h="763" extrusionOk="0">
                  <a:moveTo>
                    <a:pt x="334" y="0"/>
                  </a:moveTo>
                  <a:cubicBezTo>
                    <a:pt x="231" y="0"/>
                    <a:pt x="130" y="44"/>
                    <a:pt x="72" y="150"/>
                  </a:cubicBezTo>
                  <a:cubicBezTo>
                    <a:pt x="0" y="284"/>
                    <a:pt x="27" y="498"/>
                    <a:pt x="188" y="569"/>
                  </a:cubicBezTo>
                  <a:cubicBezTo>
                    <a:pt x="304" y="623"/>
                    <a:pt x="420" y="676"/>
                    <a:pt x="536" y="730"/>
                  </a:cubicBezTo>
                  <a:cubicBezTo>
                    <a:pt x="585" y="751"/>
                    <a:pt x="640" y="763"/>
                    <a:pt x="695" y="763"/>
                  </a:cubicBezTo>
                  <a:cubicBezTo>
                    <a:pt x="800" y="763"/>
                    <a:pt x="902" y="719"/>
                    <a:pt x="955" y="614"/>
                  </a:cubicBezTo>
                  <a:cubicBezTo>
                    <a:pt x="1026" y="480"/>
                    <a:pt x="1000" y="275"/>
                    <a:pt x="848" y="203"/>
                  </a:cubicBezTo>
                  <a:lnTo>
                    <a:pt x="491" y="34"/>
                  </a:lnTo>
                  <a:cubicBezTo>
                    <a:pt x="442" y="12"/>
                    <a:pt x="388" y="0"/>
                    <a:pt x="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111" name="Google Shape;2111;p51"/>
          <p:cNvSpPr txBox="1"/>
          <p:nvPr>
            <p:custDataLst>
              <p:tags r:id="rId88"/>
            </p:custDataLst>
          </p:nvPr>
        </p:nvSpPr>
        <p:spPr>
          <a:xfrm>
            <a:off x="718820" y="2341245"/>
            <a:ext cx="2779395" cy="134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sz="2000">
                <a:solidFill>
                  <a:schemeClr val="dk2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Shows what the website offers</a:t>
            </a:r>
            <a:endParaRPr lang="en-US" sz="2000">
              <a:solidFill>
                <a:schemeClr val="dk2"/>
              </a:solidFill>
              <a:latin typeface="Didact Gothic" panose="00000500000000000000"/>
              <a:ea typeface="Didact Gothic" panose="00000500000000000000"/>
              <a:cs typeface="Didact Gothic" panose="00000500000000000000"/>
              <a:sym typeface="Didact Gothic" panose="00000500000000000000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sz="2000">
                <a:solidFill>
                  <a:schemeClr val="dk2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Variety of flavours</a:t>
            </a:r>
            <a:endParaRPr lang="en-US" sz="2000">
              <a:solidFill>
                <a:schemeClr val="dk2"/>
              </a:solidFill>
              <a:latin typeface="Didact Gothic" panose="00000500000000000000"/>
              <a:ea typeface="Didact Gothic" panose="00000500000000000000"/>
              <a:cs typeface="Didact Gothic" panose="00000500000000000000"/>
              <a:sym typeface="Didact Gothic" panose="00000500000000000000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sz="2000">
                <a:solidFill>
                  <a:schemeClr val="dk2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Seasonal specials and custom options</a:t>
            </a:r>
            <a:endParaRPr lang="en-US" sz="2000">
              <a:solidFill>
                <a:schemeClr val="dk2"/>
              </a:solidFill>
              <a:latin typeface="Didact Gothic" panose="00000500000000000000"/>
              <a:ea typeface="Didact Gothic" panose="00000500000000000000"/>
              <a:cs typeface="Didact Gothic" panose="00000500000000000000"/>
              <a:sym typeface="Didact Gothic" panose="00000500000000000000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sz="2000">
                <a:solidFill>
                  <a:schemeClr val="dk2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Easy ordering experience</a:t>
            </a:r>
            <a:endParaRPr lang="en-US" sz="2000">
              <a:solidFill>
                <a:schemeClr val="dk2"/>
              </a:solidFill>
              <a:latin typeface="Didact Gothic" panose="00000500000000000000"/>
              <a:ea typeface="Didact Gothic" panose="00000500000000000000"/>
              <a:cs typeface="Didact Gothic" panose="00000500000000000000"/>
              <a:sym typeface="Didact Gothic" panose="00000500000000000000"/>
            </a:endParaRPr>
          </a:p>
        </p:txBody>
      </p:sp>
      <p:cxnSp>
        <p:nvCxnSpPr>
          <p:cNvPr id="2118" name="Google Shape;2118;p51"/>
          <p:cNvCxnSpPr/>
          <p:nvPr>
            <p:custDataLst>
              <p:tags r:id="rId89"/>
            </p:custDataLst>
          </p:nvPr>
        </p:nvCxnSpPr>
        <p:spPr>
          <a:xfrm rot="10800000" flipH="1">
            <a:off x="5251651" y="2412520"/>
            <a:ext cx="981900" cy="3213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2119" name="Google Shape;2119;p51"/>
          <p:cNvGrpSpPr/>
          <p:nvPr>
            <p:custDataLst>
              <p:tags r:id="rId90"/>
            </p:custDataLst>
          </p:nvPr>
        </p:nvGrpSpPr>
        <p:grpSpPr>
          <a:xfrm rot="-774577">
            <a:off x="5111117" y="2421447"/>
            <a:ext cx="316377" cy="869810"/>
            <a:chOff x="4366775" y="986100"/>
            <a:chExt cx="130725" cy="359400"/>
          </a:xfrm>
        </p:grpSpPr>
        <p:sp>
          <p:nvSpPr>
            <p:cNvPr id="2120" name="Google Shape;2120;p51"/>
            <p:cNvSpPr/>
            <p:nvPr>
              <p:custDataLst>
                <p:tags r:id="rId91"/>
              </p:custDataLst>
            </p:nvPr>
          </p:nvSpPr>
          <p:spPr>
            <a:xfrm>
              <a:off x="4405800" y="986100"/>
              <a:ext cx="17200" cy="59000"/>
            </a:xfrm>
            <a:custGeom>
              <a:avLst/>
              <a:gdLst/>
              <a:ahLst/>
              <a:cxnLst/>
              <a:rect l="l" t="t" r="r" b="b"/>
              <a:pathLst>
                <a:path w="688" h="2360" extrusionOk="0">
                  <a:moveTo>
                    <a:pt x="168" y="0"/>
                  </a:moveTo>
                  <a:cubicBezTo>
                    <a:pt x="157" y="0"/>
                    <a:pt x="146" y="2"/>
                    <a:pt x="134" y="4"/>
                  </a:cubicBezTo>
                  <a:cubicBezTo>
                    <a:pt x="54" y="13"/>
                    <a:pt x="1" y="93"/>
                    <a:pt x="10" y="182"/>
                  </a:cubicBezTo>
                  <a:lnTo>
                    <a:pt x="366" y="2225"/>
                  </a:lnTo>
                  <a:cubicBezTo>
                    <a:pt x="384" y="2306"/>
                    <a:pt x="447" y="2359"/>
                    <a:pt x="518" y="2359"/>
                  </a:cubicBezTo>
                  <a:cubicBezTo>
                    <a:pt x="527" y="2359"/>
                    <a:pt x="536" y="2359"/>
                    <a:pt x="545" y="2350"/>
                  </a:cubicBezTo>
                  <a:cubicBezTo>
                    <a:pt x="625" y="2341"/>
                    <a:pt x="688" y="2261"/>
                    <a:pt x="670" y="2181"/>
                  </a:cubicBezTo>
                  <a:lnTo>
                    <a:pt x="313" y="129"/>
                  </a:lnTo>
                  <a:cubicBezTo>
                    <a:pt x="297" y="51"/>
                    <a:pt x="241" y="0"/>
                    <a:pt x="1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1" name="Google Shape;2121;p51"/>
            <p:cNvSpPr/>
            <p:nvPr>
              <p:custDataLst>
                <p:tags r:id="rId92"/>
              </p:custDataLst>
            </p:nvPr>
          </p:nvSpPr>
          <p:spPr>
            <a:xfrm>
              <a:off x="4366775" y="1027225"/>
              <a:ext cx="117775" cy="117775"/>
            </a:xfrm>
            <a:custGeom>
              <a:avLst/>
              <a:gdLst/>
              <a:ahLst/>
              <a:cxnLst/>
              <a:rect l="l" t="t" r="r" b="b"/>
              <a:pathLst>
                <a:path w="4711" h="4711" extrusionOk="0">
                  <a:moveTo>
                    <a:pt x="3221" y="1"/>
                  </a:moveTo>
                  <a:cubicBezTo>
                    <a:pt x="2142" y="1"/>
                    <a:pt x="577" y="566"/>
                    <a:pt x="313" y="830"/>
                  </a:cubicBezTo>
                  <a:cubicBezTo>
                    <a:pt x="0" y="1115"/>
                    <a:pt x="304" y="3747"/>
                    <a:pt x="812" y="4711"/>
                  </a:cubicBezTo>
                  <a:cubicBezTo>
                    <a:pt x="1077" y="4269"/>
                    <a:pt x="2108" y="4054"/>
                    <a:pt x="3037" y="4054"/>
                  </a:cubicBezTo>
                  <a:cubicBezTo>
                    <a:pt x="3703" y="4054"/>
                    <a:pt x="4317" y="4165"/>
                    <a:pt x="4559" y="4381"/>
                  </a:cubicBezTo>
                  <a:cubicBezTo>
                    <a:pt x="4711" y="3435"/>
                    <a:pt x="4470" y="313"/>
                    <a:pt x="3836" y="90"/>
                  </a:cubicBezTo>
                  <a:cubicBezTo>
                    <a:pt x="3666" y="28"/>
                    <a:pt x="3455" y="1"/>
                    <a:pt x="3221" y="1"/>
                  </a:cubicBezTo>
                  <a:close/>
                </a:path>
              </a:pathLst>
            </a:custGeom>
            <a:solidFill>
              <a:srgbClr val="A3E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2" name="Google Shape;2122;p51"/>
            <p:cNvSpPr/>
            <p:nvPr>
              <p:custDataLst>
                <p:tags r:id="rId93"/>
              </p:custDataLst>
            </p:nvPr>
          </p:nvSpPr>
          <p:spPr>
            <a:xfrm>
              <a:off x="4403350" y="1128550"/>
              <a:ext cx="77425" cy="30725"/>
            </a:xfrm>
            <a:custGeom>
              <a:avLst/>
              <a:gdLst/>
              <a:ahLst/>
              <a:cxnLst/>
              <a:rect l="l" t="t" r="r" b="b"/>
              <a:pathLst>
                <a:path w="3097" h="1229" extrusionOk="0">
                  <a:moveTo>
                    <a:pt x="1560" y="0"/>
                  </a:moveTo>
                  <a:cubicBezTo>
                    <a:pt x="1017" y="0"/>
                    <a:pt x="440" y="73"/>
                    <a:pt x="0" y="221"/>
                  </a:cubicBezTo>
                  <a:cubicBezTo>
                    <a:pt x="286" y="568"/>
                    <a:pt x="589" y="899"/>
                    <a:pt x="893" y="1229"/>
                  </a:cubicBezTo>
                  <a:cubicBezTo>
                    <a:pt x="1847" y="1202"/>
                    <a:pt x="2918" y="890"/>
                    <a:pt x="3051" y="506"/>
                  </a:cubicBezTo>
                  <a:cubicBezTo>
                    <a:pt x="3069" y="461"/>
                    <a:pt x="3087" y="399"/>
                    <a:pt x="3096" y="328"/>
                  </a:cubicBezTo>
                  <a:cubicBezTo>
                    <a:pt x="2850" y="111"/>
                    <a:pt x="2230" y="0"/>
                    <a:pt x="15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3" name="Google Shape;2123;p51"/>
            <p:cNvSpPr/>
            <p:nvPr>
              <p:custDataLst>
                <p:tags r:id="rId94"/>
              </p:custDataLst>
            </p:nvPr>
          </p:nvSpPr>
          <p:spPr>
            <a:xfrm>
              <a:off x="4387075" y="1134050"/>
              <a:ext cx="38600" cy="25250"/>
            </a:xfrm>
            <a:custGeom>
              <a:avLst/>
              <a:gdLst/>
              <a:ahLst/>
              <a:cxnLst/>
              <a:rect l="l" t="t" r="r" b="b"/>
              <a:pathLst>
                <a:path w="1544" h="1010" extrusionOk="0">
                  <a:moveTo>
                    <a:pt x="651" y="1"/>
                  </a:moveTo>
                  <a:cubicBezTo>
                    <a:pt x="348" y="108"/>
                    <a:pt x="107" y="250"/>
                    <a:pt x="0" y="438"/>
                  </a:cubicBezTo>
                  <a:cubicBezTo>
                    <a:pt x="36" y="500"/>
                    <a:pt x="81" y="563"/>
                    <a:pt x="116" y="616"/>
                  </a:cubicBezTo>
                  <a:cubicBezTo>
                    <a:pt x="339" y="899"/>
                    <a:pt x="876" y="1009"/>
                    <a:pt x="1473" y="1009"/>
                  </a:cubicBezTo>
                  <a:cubicBezTo>
                    <a:pt x="1496" y="1009"/>
                    <a:pt x="1520" y="1009"/>
                    <a:pt x="1544" y="1009"/>
                  </a:cubicBezTo>
                  <a:cubicBezTo>
                    <a:pt x="1240" y="679"/>
                    <a:pt x="937" y="348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4" name="Google Shape;2124;p51"/>
            <p:cNvSpPr/>
            <p:nvPr>
              <p:custDataLst>
                <p:tags r:id="rId95"/>
              </p:custDataLst>
            </p:nvPr>
          </p:nvSpPr>
          <p:spPr>
            <a:xfrm>
              <a:off x="4371450" y="1032350"/>
              <a:ext cx="111100" cy="104400"/>
            </a:xfrm>
            <a:custGeom>
              <a:avLst/>
              <a:gdLst/>
              <a:ahLst/>
              <a:cxnLst/>
              <a:rect l="l" t="t" r="r" b="b"/>
              <a:pathLst>
                <a:path w="4444" h="4176" extrusionOk="0">
                  <a:moveTo>
                    <a:pt x="1687" y="1"/>
                  </a:moveTo>
                  <a:cubicBezTo>
                    <a:pt x="946" y="188"/>
                    <a:pt x="286" y="464"/>
                    <a:pt x="126" y="625"/>
                  </a:cubicBezTo>
                  <a:cubicBezTo>
                    <a:pt x="45" y="696"/>
                    <a:pt x="10" y="910"/>
                    <a:pt x="1" y="1214"/>
                  </a:cubicBezTo>
                  <a:cubicBezTo>
                    <a:pt x="1517" y="1981"/>
                    <a:pt x="2891" y="2989"/>
                    <a:pt x="4203" y="4077"/>
                  </a:cubicBezTo>
                  <a:cubicBezTo>
                    <a:pt x="4274" y="4104"/>
                    <a:pt x="4327" y="4140"/>
                    <a:pt x="4372" y="4176"/>
                  </a:cubicBezTo>
                  <a:cubicBezTo>
                    <a:pt x="4443" y="3712"/>
                    <a:pt x="4426" y="2695"/>
                    <a:pt x="4310" y="1767"/>
                  </a:cubicBezTo>
                  <a:cubicBezTo>
                    <a:pt x="3712" y="1258"/>
                    <a:pt x="3078" y="786"/>
                    <a:pt x="2401" y="384"/>
                  </a:cubicBezTo>
                  <a:cubicBezTo>
                    <a:pt x="2169" y="241"/>
                    <a:pt x="1928" y="117"/>
                    <a:pt x="16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5" name="Google Shape;2125;p51"/>
            <p:cNvSpPr/>
            <p:nvPr>
              <p:custDataLst>
                <p:tags r:id="rId96"/>
              </p:custDataLst>
            </p:nvPr>
          </p:nvSpPr>
          <p:spPr>
            <a:xfrm>
              <a:off x="4413600" y="1027275"/>
              <a:ext cx="65600" cy="49250"/>
            </a:xfrm>
            <a:custGeom>
              <a:avLst/>
              <a:gdLst/>
              <a:ahLst/>
              <a:cxnLst/>
              <a:rect l="l" t="t" r="r" b="b"/>
              <a:pathLst>
                <a:path w="2624" h="1970" extrusionOk="0">
                  <a:moveTo>
                    <a:pt x="1356" y="0"/>
                  </a:moveTo>
                  <a:cubicBezTo>
                    <a:pt x="944" y="0"/>
                    <a:pt x="458" y="84"/>
                    <a:pt x="1" y="204"/>
                  </a:cubicBezTo>
                  <a:cubicBezTo>
                    <a:pt x="242" y="320"/>
                    <a:pt x="483" y="444"/>
                    <a:pt x="715" y="587"/>
                  </a:cubicBezTo>
                  <a:cubicBezTo>
                    <a:pt x="1392" y="989"/>
                    <a:pt x="2026" y="1461"/>
                    <a:pt x="2624" y="1970"/>
                  </a:cubicBezTo>
                  <a:cubicBezTo>
                    <a:pt x="2499" y="1042"/>
                    <a:pt x="2285" y="195"/>
                    <a:pt x="1963" y="88"/>
                  </a:cubicBezTo>
                  <a:cubicBezTo>
                    <a:pt x="1797" y="27"/>
                    <a:pt x="1588" y="0"/>
                    <a:pt x="1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6" name="Google Shape;2126;p51"/>
            <p:cNvSpPr/>
            <p:nvPr>
              <p:custDataLst>
                <p:tags r:id="rId97"/>
              </p:custDataLst>
            </p:nvPr>
          </p:nvSpPr>
          <p:spPr>
            <a:xfrm>
              <a:off x="4371000" y="1062675"/>
              <a:ext cx="105525" cy="71625"/>
            </a:xfrm>
            <a:custGeom>
              <a:avLst/>
              <a:gdLst/>
              <a:ahLst/>
              <a:cxnLst/>
              <a:rect l="l" t="t" r="r" b="b"/>
              <a:pathLst>
                <a:path w="4221" h="2865" extrusionOk="0">
                  <a:moveTo>
                    <a:pt x="19" y="1"/>
                  </a:moveTo>
                  <a:cubicBezTo>
                    <a:pt x="1" y="607"/>
                    <a:pt x="117" y="1553"/>
                    <a:pt x="304" y="2320"/>
                  </a:cubicBezTo>
                  <a:cubicBezTo>
                    <a:pt x="643" y="2481"/>
                    <a:pt x="964" y="2668"/>
                    <a:pt x="1277" y="2864"/>
                  </a:cubicBezTo>
                  <a:cubicBezTo>
                    <a:pt x="1718" y="2713"/>
                    <a:pt x="2305" y="2637"/>
                    <a:pt x="2856" y="2637"/>
                  </a:cubicBezTo>
                  <a:cubicBezTo>
                    <a:pt x="3407" y="2637"/>
                    <a:pt x="3922" y="2713"/>
                    <a:pt x="4221" y="2864"/>
                  </a:cubicBezTo>
                  <a:cubicBezTo>
                    <a:pt x="2909" y="1776"/>
                    <a:pt x="1535" y="768"/>
                    <a:pt x="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7" name="Google Shape;2127;p51"/>
            <p:cNvSpPr/>
            <p:nvPr>
              <p:custDataLst>
                <p:tags r:id="rId98"/>
              </p:custDataLst>
            </p:nvPr>
          </p:nvSpPr>
          <p:spPr>
            <a:xfrm>
              <a:off x="4378600" y="11206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0" y="0"/>
                  </a:moveTo>
                  <a:cubicBezTo>
                    <a:pt x="98" y="384"/>
                    <a:pt x="214" y="732"/>
                    <a:pt x="339" y="973"/>
                  </a:cubicBezTo>
                  <a:cubicBezTo>
                    <a:pt x="446" y="794"/>
                    <a:pt x="678" y="651"/>
                    <a:pt x="973" y="544"/>
                  </a:cubicBezTo>
                  <a:cubicBezTo>
                    <a:pt x="660" y="348"/>
                    <a:pt x="339" y="16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8" name="Google Shape;2128;p51"/>
            <p:cNvSpPr/>
            <p:nvPr>
              <p:custDataLst>
                <p:tags r:id="rId99"/>
              </p:custDataLst>
            </p:nvPr>
          </p:nvSpPr>
          <p:spPr>
            <a:xfrm>
              <a:off x="4428100" y="1145350"/>
              <a:ext cx="17200" cy="58975"/>
            </a:xfrm>
            <a:custGeom>
              <a:avLst/>
              <a:gdLst/>
              <a:ahLst/>
              <a:cxnLst/>
              <a:rect l="l" t="t" r="r" b="b"/>
              <a:pathLst>
                <a:path w="688" h="2359" extrusionOk="0">
                  <a:moveTo>
                    <a:pt x="168" y="0"/>
                  </a:moveTo>
                  <a:cubicBezTo>
                    <a:pt x="157" y="0"/>
                    <a:pt x="146" y="1"/>
                    <a:pt x="135" y="3"/>
                  </a:cubicBezTo>
                  <a:cubicBezTo>
                    <a:pt x="54" y="12"/>
                    <a:pt x="1" y="93"/>
                    <a:pt x="10" y="173"/>
                  </a:cubicBezTo>
                  <a:lnTo>
                    <a:pt x="366" y="2225"/>
                  </a:lnTo>
                  <a:cubicBezTo>
                    <a:pt x="384" y="2305"/>
                    <a:pt x="447" y="2359"/>
                    <a:pt x="518" y="2359"/>
                  </a:cubicBezTo>
                  <a:cubicBezTo>
                    <a:pt x="527" y="2359"/>
                    <a:pt x="536" y="2350"/>
                    <a:pt x="545" y="2350"/>
                  </a:cubicBezTo>
                  <a:cubicBezTo>
                    <a:pt x="625" y="2341"/>
                    <a:pt x="688" y="2260"/>
                    <a:pt x="670" y="2171"/>
                  </a:cubicBezTo>
                  <a:lnTo>
                    <a:pt x="313" y="128"/>
                  </a:lnTo>
                  <a:cubicBezTo>
                    <a:pt x="305" y="51"/>
                    <a:pt x="243" y="0"/>
                    <a:pt x="1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9" name="Google Shape;2129;p51"/>
            <p:cNvSpPr/>
            <p:nvPr>
              <p:custDataLst>
                <p:tags r:id="rId100"/>
              </p:custDataLst>
            </p:nvPr>
          </p:nvSpPr>
          <p:spPr>
            <a:xfrm>
              <a:off x="4385950" y="1177225"/>
              <a:ext cx="111550" cy="111625"/>
            </a:xfrm>
            <a:custGeom>
              <a:avLst/>
              <a:gdLst/>
              <a:ahLst/>
              <a:cxnLst/>
              <a:rect l="l" t="t" r="r" b="b"/>
              <a:pathLst>
                <a:path w="4462" h="4465" extrusionOk="0">
                  <a:moveTo>
                    <a:pt x="3056" y="1"/>
                  </a:moveTo>
                  <a:cubicBezTo>
                    <a:pt x="2030" y="1"/>
                    <a:pt x="543" y="538"/>
                    <a:pt x="286" y="780"/>
                  </a:cubicBezTo>
                  <a:cubicBezTo>
                    <a:pt x="1" y="1057"/>
                    <a:pt x="277" y="3555"/>
                    <a:pt x="768" y="4465"/>
                  </a:cubicBezTo>
                  <a:cubicBezTo>
                    <a:pt x="1016" y="4046"/>
                    <a:pt x="1981" y="3843"/>
                    <a:pt x="2857" y="3843"/>
                  </a:cubicBezTo>
                  <a:cubicBezTo>
                    <a:pt x="3495" y="3843"/>
                    <a:pt x="4085" y="3951"/>
                    <a:pt x="4318" y="4161"/>
                  </a:cubicBezTo>
                  <a:cubicBezTo>
                    <a:pt x="4461" y="3260"/>
                    <a:pt x="4238" y="299"/>
                    <a:pt x="3640" y="84"/>
                  </a:cubicBezTo>
                  <a:cubicBezTo>
                    <a:pt x="3479" y="26"/>
                    <a:pt x="3278" y="1"/>
                    <a:pt x="3056" y="1"/>
                  </a:cubicBezTo>
                  <a:close/>
                </a:path>
              </a:pathLst>
            </a:custGeom>
            <a:solidFill>
              <a:srgbClr val="A3E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0" name="Google Shape;2130;p51"/>
            <p:cNvSpPr/>
            <p:nvPr>
              <p:custDataLst>
                <p:tags r:id="rId101"/>
              </p:custDataLst>
            </p:nvPr>
          </p:nvSpPr>
          <p:spPr>
            <a:xfrm>
              <a:off x="4420525" y="1273325"/>
              <a:ext cx="73400" cy="29125"/>
            </a:xfrm>
            <a:custGeom>
              <a:avLst/>
              <a:gdLst/>
              <a:ahLst/>
              <a:cxnLst/>
              <a:rect l="l" t="t" r="r" b="b"/>
              <a:pathLst>
                <a:path w="2936" h="1165" extrusionOk="0">
                  <a:moveTo>
                    <a:pt x="1483" y="0"/>
                  </a:moveTo>
                  <a:cubicBezTo>
                    <a:pt x="966" y="0"/>
                    <a:pt x="417" y="70"/>
                    <a:pt x="0" y="210"/>
                  </a:cubicBezTo>
                  <a:cubicBezTo>
                    <a:pt x="277" y="540"/>
                    <a:pt x="553" y="853"/>
                    <a:pt x="848" y="1165"/>
                  </a:cubicBezTo>
                  <a:cubicBezTo>
                    <a:pt x="1749" y="1138"/>
                    <a:pt x="2766" y="844"/>
                    <a:pt x="2900" y="478"/>
                  </a:cubicBezTo>
                  <a:cubicBezTo>
                    <a:pt x="2909" y="433"/>
                    <a:pt x="2926" y="380"/>
                    <a:pt x="2935" y="317"/>
                  </a:cubicBezTo>
                  <a:cubicBezTo>
                    <a:pt x="2704" y="106"/>
                    <a:pt x="2118" y="0"/>
                    <a:pt x="14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1" name="Google Shape;2131;p51"/>
            <p:cNvSpPr/>
            <p:nvPr>
              <p:custDataLst>
                <p:tags r:id="rId102"/>
              </p:custDataLst>
            </p:nvPr>
          </p:nvSpPr>
          <p:spPr>
            <a:xfrm>
              <a:off x="4405125" y="1278575"/>
              <a:ext cx="36600" cy="23900"/>
            </a:xfrm>
            <a:custGeom>
              <a:avLst/>
              <a:gdLst/>
              <a:ahLst/>
              <a:cxnLst/>
              <a:rect l="l" t="t" r="r" b="b"/>
              <a:pathLst>
                <a:path w="1464" h="956" extrusionOk="0">
                  <a:moveTo>
                    <a:pt x="616" y="0"/>
                  </a:moveTo>
                  <a:cubicBezTo>
                    <a:pt x="331" y="98"/>
                    <a:pt x="99" y="232"/>
                    <a:pt x="1" y="411"/>
                  </a:cubicBezTo>
                  <a:cubicBezTo>
                    <a:pt x="37" y="473"/>
                    <a:pt x="72" y="536"/>
                    <a:pt x="108" y="580"/>
                  </a:cubicBezTo>
                  <a:cubicBezTo>
                    <a:pt x="322" y="846"/>
                    <a:pt x="834" y="955"/>
                    <a:pt x="1397" y="955"/>
                  </a:cubicBezTo>
                  <a:cubicBezTo>
                    <a:pt x="1419" y="955"/>
                    <a:pt x="1441" y="955"/>
                    <a:pt x="1464" y="955"/>
                  </a:cubicBezTo>
                  <a:cubicBezTo>
                    <a:pt x="1169" y="643"/>
                    <a:pt x="893" y="330"/>
                    <a:pt x="6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2" name="Google Shape;2132;p51"/>
            <p:cNvSpPr/>
            <p:nvPr>
              <p:custDataLst>
                <p:tags r:id="rId103"/>
              </p:custDataLst>
            </p:nvPr>
          </p:nvSpPr>
          <p:spPr>
            <a:xfrm>
              <a:off x="4390200" y="1182000"/>
              <a:ext cx="105500" cy="99275"/>
            </a:xfrm>
            <a:custGeom>
              <a:avLst/>
              <a:gdLst/>
              <a:ahLst/>
              <a:cxnLst/>
              <a:rect l="l" t="t" r="r" b="b"/>
              <a:pathLst>
                <a:path w="4220" h="3971" extrusionOk="0">
                  <a:moveTo>
                    <a:pt x="1597" y="1"/>
                  </a:moveTo>
                  <a:cubicBezTo>
                    <a:pt x="901" y="179"/>
                    <a:pt x="277" y="438"/>
                    <a:pt x="116" y="589"/>
                  </a:cubicBezTo>
                  <a:cubicBezTo>
                    <a:pt x="45" y="661"/>
                    <a:pt x="9" y="875"/>
                    <a:pt x="0" y="1160"/>
                  </a:cubicBezTo>
                  <a:cubicBezTo>
                    <a:pt x="1436" y="1874"/>
                    <a:pt x="2748" y="2837"/>
                    <a:pt x="3988" y="3863"/>
                  </a:cubicBezTo>
                  <a:cubicBezTo>
                    <a:pt x="4050" y="3899"/>
                    <a:pt x="4104" y="3926"/>
                    <a:pt x="4148" y="3970"/>
                  </a:cubicBezTo>
                  <a:cubicBezTo>
                    <a:pt x="4220" y="3515"/>
                    <a:pt x="4202" y="2552"/>
                    <a:pt x="4086" y="1678"/>
                  </a:cubicBezTo>
                  <a:cubicBezTo>
                    <a:pt x="3515" y="1196"/>
                    <a:pt x="2926" y="741"/>
                    <a:pt x="2284" y="366"/>
                  </a:cubicBezTo>
                  <a:cubicBezTo>
                    <a:pt x="2061" y="232"/>
                    <a:pt x="1829" y="116"/>
                    <a:pt x="15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3" name="Google Shape;2133;p51"/>
            <p:cNvSpPr/>
            <p:nvPr>
              <p:custDataLst>
                <p:tags r:id="rId104"/>
              </p:custDataLst>
            </p:nvPr>
          </p:nvSpPr>
          <p:spPr>
            <a:xfrm>
              <a:off x="4430100" y="1177275"/>
              <a:ext cx="62250" cy="46675"/>
            </a:xfrm>
            <a:custGeom>
              <a:avLst/>
              <a:gdLst/>
              <a:ahLst/>
              <a:cxnLst/>
              <a:rect l="l" t="t" r="r" b="b"/>
              <a:pathLst>
                <a:path w="2490" h="1867" extrusionOk="0">
                  <a:moveTo>
                    <a:pt x="1295" y="1"/>
                  </a:moveTo>
                  <a:cubicBezTo>
                    <a:pt x="900" y="1"/>
                    <a:pt x="437" y="80"/>
                    <a:pt x="1" y="190"/>
                  </a:cubicBezTo>
                  <a:cubicBezTo>
                    <a:pt x="233" y="305"/>
                    <a:pt x="465" y="421"/>
                    <a:pt x="688" y="555"/>
                  </a:cubicBezTo>
                  <a:cubicBezTo>
                    <a:pt x="1330" y="930"/>
                    <a:pt x="1919" y="1385"/>
                    <a:pt x="2490" y="1867"/>
                  </a:cubicBezTo>
                  <a:cubicBezTo>
                    <a:pt x="2374" y="983"/>
                    <a:pt x="2169" y="190"/>
                    <a:pt x="1874" y="82"/>
                  </a:cubicBezTo>
                  <a:cubicBezTo>
                    <a:pt x="1712" y="25"/>
                    <a:pt x="1514" y="1"/>
                    <a:pt x="12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4" name="Google Shape;2134;p51"/>
            <p:cNvSpPr/>
            <p:nvPr>
              <p:custDataLst>
                <p:tags r:id="rId105"/>
              </p:custDataLst>
            </p:nvPr>
          </p:nvSpPr>
          <p:spPr>
            <a:xfrm>
              <a:off x="4389975" y="1211000"/>
              <a:ext cx="99925" cy="67825"/>
            </a:xfrm>
            <a:custGeom>
              <a:avLst/>
              <a:gdLst/>
              <a:ahLst/>
              <a:cxnLst/>
              <a:rect l="l" t="t" r="r" b="b"/>
              <a:pathLst>
                <a:path w="3997" h="2713" extrusionOk="0">
                  <a:moveTo>
                    <a:pt x="9" y="0"/>
                  </a:moveTo>
                  <a:lnTo>
                    <a:pt x="9" y="0"/>
                  </a:lnTo>
                  <a:cubicBezTo>
                    <a:pt x="0" y="571"/>
                    <a:pt x="107" y="1463"/>
                    <a:pt x="286" y="2195"/>
                  </a:cubicBezTo>
                  <a:cubicBezTo>
                    <a:pt x="607" y="2346"/>
                    <a:pt x="910" y="2516"/>
                    <a:pt x="1205" y="2712"/>
                  </a:cubicBezTo>
                  <a:cubicBezTo>
                    <a:pt x="1624" y="2565"/>
                    <a:pt x="2179" y="2494"/>
                    <a:pt x="2701" y="2494"/>
                  </a:cubicBezTo>
                  <a:cubicBezTo>
                    <a:pt x="3223" y="2494"/>
                    <a:pt x="3711" y="2565"/>
                    <a:pt x="3997" y="2703"/>
                  </a:cubicBezTo>
                  <a:cubicBezTo>
                    <a:pt x="2757" y="1677"/>
                    <a:pt x="1445" y="714"/>
                    <a:pt x="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5" name="Google Shape;2135;p51"/>
            <p:cNvSpPr/>
            <p:nvPr>
              <p:custDataLst>
                <p:tags r:id="rId106"/>
              </p:custDataLst>
            </p:nvPr>
          </p:nvSpPr>
          <p:spPr>
            <a:xfrm>
              <a:off x="4397100" y="1265850"/>
              <a:ext cx="23000" cy="23000"/>
            </a:xfrm>
            <a:custGeom>
              <a:avLst/>
              <a:gdLst/>
              <a:ahLst/>
              <a:cxnLst/>
              <a:rect l="l" t="t" r="r" b="b"/>
              <a:pathLst>
                <a:path w="920" h="920" extrusionOk="0">
                  <a:moveTo>
                    <a:pt x="1" y="1"/>
                  </a:moveTo>
                  <a:lnTo>
                    <a:pt x="1" y="1"/>
                  </a:lnTo>
                  <a:cubicBezTo>
                    <a:pt x="90" y="367"/>
                    <a:pt x="197" y="688"/>
                    <a:pt x="322" y="920"/>
                  </a:cubicBezTo>
                  <a:cubicBezTo>
                    <a:pt x="420" y="750"/>
                    <a:pt x="643" y="616"/>
                    <a:pt x="920" y="518"/>
                  </a:cubicBezTo>
                  <a:cubicBezTo>
                    <a:pt x="625" y="322"/>
                    <a:pt x="322" y="152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6" name="Google Shape;2136;p51"/>
            <p:cNvSpPr/>
            <p:nvPr>
              <p:custDataLst>
                <p:tags r:id="rId107"/>
              </p:custDataLst>
            </p:nvPr>
          </p:nvSpPr>
          <p:spPr>
            <a:xfrm>
              <a:off x="4446850" y="1286525"/>
              <a:ext cx="17175" cy="58975"/>
            </a:xfrm>
            <a:custGeom>
              <a:avLst/>
              <a:gdLst/>
              <a:ahLst/>
              <a:cxnLst/>
              <a:rect l="l" t="t" r="r" b="b"/>
              <a:pathLst>
                <a:path w="687" h="2359" extrusionOk="0">
                  <a:moveTo>
                    <a:pt x="171" y="0"/>
                  </a:moveTo>
                  <a:cubicBezTo>
                    <a:pt x="161" y="0"/>
                    <a:pt x="152" y="1"/>
                    <a:pt x="143" y="3"/>
                  </a:cubicBezTo>
                  <a:cubicBezTo>
                    <a:pt x="54" y="21"/>
                    <a:pt x="0" y="102"/>
                    <a:pt x="18" y="182"/>
                  </a:cubicBezTo>
                  <a:lnTo>
                    <a:pt x="366" y="2234"/>
                  </a:lnTo>
                  <a:cubicBezTo>
                    <a:pt x="384" y="2305"/>
                    <a:pt x="446" y="2359"/>
                    <a:pt x="517" y="2359"/>
                  </a:cubicBezTo>
                  <a:lnTo>
                    <a:pt x="544" y="2359"/>
                  </a:lnTo>
                  <a:cubicBezTo>
                    <a:pt x="633" y="2341"/>
                    <a:pt x="687" y="2260"/>
                    <a:pt x="669" y="2180"/>
                  </a:cubicBezTo>
                  <a:lnTo>
                    <a:pt x="312" y="128"/>
                  </a:lnTo>
                  <a:cubicBezTo>
                    <a:pt x="304" y="57"/>
                    <a:pt x="241" y="0"/>
                    <a:pt x="1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2137" name="Google Shape;2137;p51"/>
          <p:cNvCxnSpPr/>
          <p:nvPr>
            <p:custDataLst>
              <p:tags r:id="rId108"/>
            </p:custDataLst>
          </p:nvPr>
        </p:nvCxnSpPr>
        <p:spPr>
          <a:xfrm rot="-5400000">
            <a:off x="5428361" y="3273585"/>
            <a:ext cx="961800" cy="8388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38" name="Google Shape;2138;p51"/>
          <p:cNvCxnSpPr/>
          <p:nvPr>
            <p:custDataLst>
              <p:tags r:id="rId109"/>
            </p:custDataLst>
          </p:nvPr>
        </p:nvCxnSpPr>
        <p:spPr>
          <a:xfrm rot="10800000">
            <a:off x="7078126" y="2514615"/>
            <a:ext cx="1398900" cy="399600"/>
          </a:xfrm>
          <a:prstGeom prst="curvedConnector3">
            <a:avLst>
              <a:gd name="adj1" fmla="val 1055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39" name="Google Shape;2139;p51"/>
          <p:cNvCxnSpPr/>
          <p:nvPr>
            <p:custDataLst>
              <p:tags r:id="rId110"/>
            </p:custDataLst>
          </p:nvPr>
        </p:nvCxnSpPr>
        <p:spPr>
          <a:xfrm rot="5400000" flipH="1">
            <a:off x="7546836" y="3013765"/>
            <a:ext cx="1128000" cy="9645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2140" name="Google Shape;2140;p51"/>
          <p:cNvGrpSpPr/>
          <p:nvPr>
            <p:custDataLst>
              <p:tags r:id="rId111"/>
            </p:custDataLst>
          </p:nvPr>
        </p:nvGrpSpPr>
        <p:grpSpPr>
          <a:xfrm>
            <a:off x="8376135" y="2587040"/>
            <a:ext cx="469852" cy="514475"/>
            <a:chOff x="7115734" y="1841699"/>
            <a:chExt cx="629407" cy="689183"/>
          </a:xfrm>
        </p:grpSpPr>
        <p:grpSp>
          <p:nvGrpSpPr>
            <p:cNvPr id="2141" name="Google Shape;2141;p51"/>
            <p:cNvGrpSpPr/>
            <p:nvPr/>
          </p:nvGrpSpPr>
          <p:grpSpPr>
            <a:xfrm>
              <a:off x="7115734" y="1841699"/>
              <a:ext cx="337362" cy="514453"/>
              <a:chOff x="4235184" y="1961299"/>
              <a:chExt cx="337362" cy="514453"/>
            </a:xfrm>
          </p:grpSpPr>
          <p:sp>
            <p:nvSpPr>
              <p:cNvPr id="2142" name="Google Shape;2142;p51"/>
              <p:cNvSpPr/>
              <p:nvPr>
                <p:custDataLst>
                  <p:tags r:id="rId112"/>
                </p:custDataLst>
              </p:nvPr>
            </p:nvSpPr>
            <p:spPr>
              <a:xfrm>
                <a:off x="4319888" y="1989614"/>
                <a:ext cx="252658" cy="486138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8035" extrusionOk="0">
                    <a:moveTo>
                      <a:pt x="2765" y="0"/>
                    </a:moveTo>
                    <a:cubicBezTo>
                      <a:pt x="2627" y="0"/>
                      <a:pt x="2481" y="35"/>
                      <a:pt x="2320" y="97"/>
                    </a:cubicBezTo>
                    <a:cubicBezTo>
                      <a:pt x="1767" y="320"/>
                      <a:pt x="634" y="1640"/>
                      <a:pt x="286" y="3755"/>
                    </a:cubicBezTo>
                    <a:cubicBezTo>
                      <a:pt x="1" y="5467"/>
                      <a:pt x="170" y="7716"/>
                      <a:pt x="786" y="7983"/>
                    </a:cubicBezTo>
                    <a:cubicBezTo>
                      <a:pt x="861" y="8017"/>
                      <a:pt x="949" y="8034"/>
                      <a:pt x="1047" y="8034"/>
                    </a:cubicBezTo>
                    <a:cubicBezTo>
                      <a:pt x="1749" y="8034"/>
                      <a:pt x="2953" y="7149"/>
                      <a:pt x="3525" y="5191"/>
                    </a:cubicBezTo>
                    <a:cubicBezTo>
                      <a:pt x="4176" y="2961"/>
                      <a:pt x="3890" y="900"/>
                      <a:pt x="3507" y="427"/>
                    </a:cubicBezTo>
                    <a:cubicBezTo>
                      <a:pt x="3256" y="124"/>
                      <a:pt x="3025" y="0"/>
                      <a:pt x="27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43" name="Google Shape;2143;p51"/>
              <p:cNvSpPr/>
              <p:nvPr>
                <p:custDataLst>
                  <p:tags r:id="rId113"/>
                </p:custDataLst>
              </p:nvPr>
            </p:nvSpPr>
            <p:spPr>
              <a:xfrm>
                <a:off x="4354435" y="1989493"/>
                <a:ext cx="218112" cy="486259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8037" extrusionOk="0">
                    <a:moveTo>
                      <a:pt x="2195" y="1"/>
                    </a:moveTo>
                    <a:cubicBezTo>
                      <a:pt x="2249" y="54"/>
                      <a:pt x="2311" y="117"/>
                      <a:pt x="2374" y="188"/>
                    </a:cubicBezTo>
                    <a:cubicBezTo>
                      <a:pt x="2757" y="661"/>
                      <a:pt x="3043" y="2722"/>
                      <a:pt x="2392" y="4952"/>
                    </a:cubicBezTo>
                    <a:cubicBezTo>
                      <a:pt x="1847" y="6825"/>
                      <a:pt x="714" y="7718"/>
                      <a:pt x="1" y="7789"/>
                    </a:cubicBezTo>
                    <a:cubicBezTo>
                      <a:pt x="63" y="7887"/>
                      <a:pt x="135" y="7950"/>
                      <a:pt x="215" y="7985"/>
                    </a:cubicBezTo>
                    <a:cubicBezTo>
                      <a:pt x="290" y="8019"/>
                      <a:pt x="378" y="8036"/>
                      <a:pt x="476" y="8036"/>
                    </a:cubicBezTo>
                    <a:cubicBezTo>
                      <a:pt x="1178" y="8036"/>
                      <a:pt x="2382" y="7151"/>
                      <a:pt x="2954" y="5193"/>
                    </a:cubicBezTo>
                    <a:cubicBezTo>
                      <a:pt x="3605" y="2963"/>
                      <a:pt x="3319" y="902"/>
                      <a:pt x="2936" y="429"/>
                    </a:cubicBezTo>
                    <a:cubicBezTo>
                      <a:pt x="2686" y="126"/>
                      <a:pt x="2454" y="1"/>
                      <a:pt x="21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44" name="Google Shape;2144;p51"/>
              <p:cNvSpPr/>
              <p:nvPr>
                <p:custDataLst>
                  <p:tags r:id="rId114"/>
                </p:custDataLst>
              </p:nvPr>
            </p:nvSpPr>
            <p:spPr>
              <a:xfrm>
                <a:off x="4293993" y="1977453"/>
                <a:ext cx="213271" cy="476941"/>
              </a:xfrm>
              <a:custGeom>
                <a:avLst/>
                <a:gdLst/>
                <a:ahLst/>
                <a:cxnLst/>
                <a:rect l="l" t="t" r="r" b="b"/>
                <a:pathLst>
                  <a:path w="3525" h="7883" extrusionOk="0">
                    <a:moveTo>
                      <a:pt x="2487" y="0"/>
                    </a:moveTo>
                    <a:cubicBezTo>
                      <a:pt x="2328" y="0"/>
                      <a:pt x="2162" y="36"/>
                      <a:pt x="2008" y="75"/>
                    </a:cubicBezTo>
                    <a:lnTo>
                      <a:pt x="45" y="6641"/>
                    </a:lnTo>
                    <a:cubicBezTo>
                      <a:pt x="1" y="6900"/>
                      <a:pt x="9" y="7167"/>
                      <a:pt x="81" y="7417"/>
                    </a:cubicBezTo>
                    <a:cubicBezTo>
                      <a:pt x="143" y="7631"/>
                      <a:pt x="277" y="7863"/>
                      <a:pt x="500" y="7881"/>
                    </a:cubicBezTo>
                    <a:cubicBezTo>
                      <a:pt x="510" y="7882"/>
                      <a:pt x="521" y="7882"/>
                      <a:pt x="531" y="7882"/>
                    </a:cubicBezTo>
                    <a:cubicBezTo>
                      <a:pt x="619" y="7882"/>
                      <a:pt x="706" y="7849"/>
                      <a:pt x="786" y="7810"/>
                    </a:cubicBezTo>
                    <a:cubicBezTo>
                      <a:pt x="1428" y="7533"/>
                      <a:pt x="1981" y="7060"/>
                      <a:pt x="2356" y="6480"/>
                    </a:cubicBezTo>
                    <a:cubicBezTo>
                      <a:pt x="2713" y="5918"/>
                      <a:pt x="2909" y="5276"/>
                      <a:pt x="3105" y="4643"/>
                    </a:cubicBezTo>
                    <a:cubicBezTo>
                      <a:pt x="3292" y="4009"/>
                      <a:pt x="3489" y="3367"/>
                      <a:pt x="3507" y="2698"/>
                    </a:cubicBezTo>
                    <a:cubicBezTo>
                      <a:pt x="3524" y="2002"/>
                      <a:pt x="3337" y="1315"/>
                      <a:pt x="3159" y="646"/>
                    </a:cubicBezTo>
                    <a:cubicBezTo>
                      <a:pt x="3114" y="459"/>
                      <a:pt x="3060" y="271"/>
                      <a:pt x="2927" y="146"/>
                    </a:cubicBezTo>
                    <a:cubicBezTo>
                      <a:pt x="2804" y="38"/>
                      <a:pt x="2650" y="0"/>
                      <a:pt x="24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45" name="Google Shape;2145;p51"/>
              <p:cNvSpPr/>
              <p:nvPr>
                <p:custDataLst>
                  <p:tags r:id="rId115"/>
                </p:custDataLst>
              </p:nvPr>
            </p:nvSpPr>
            <p:spPr>
              <a:xfrm>
                <a:off x="4235184" y="1961299"/>
                <a:ext cx="252658" cy="486319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8038" extrusionOk="0">
                    <a:moveTo>
                      <a:pt x="2764" y="0"/>
                    </a:moveTo>
                    <a:cubicBezTo>
                      <a:pt x="2626" y="0"/>
                      <a:pt x="2480" y="36"/>
                      <a:pt x="2320" y="101"/>
                    </a:cubicBezTo>
                    <a:cubicBezTo>
                      <a:pt x="1767" y="315"/>
                      <a:pt x="634" y="1636"/>
                      <a:pt x="286" y="3750"/>
                    </a:cubicBezTo>
                    <a:cubicBezTo>
                      <a:pt x="0" y="5472"/>
                      <a:pt x="170" y="7711"/>
                      <a:pt x="785" y="7987"/>
                    </a:cubicBezTo>
                    <a:cubicBezTo>
                      <a:pt x="860" y="8021"/>
                      <a:pt x="947" y="8038"/>
                      <a:pt x="1044" y="8038"/>
                    </a:cubicBezTo>
                    <a:cubicBezTo>
                      <a:pt x="1746" y="8038"/>
                      <a:pt x="2952" y="7146"/>
                      <a:pt x="3524" y="5186"/>
                    </a:cubicBezTo>
                    <a:cubicBezTo>
                      <a:pt x="4175" y="2965"/>
                      <a:pt x="3890" y="895"/>
                      <a:pt x="3506" y="431"/>
                    </a:cubicBezTo>
                    <a:cubicBezTo>
                      <a:pt x="3256" y="128"/>
                      <a:pt x="3024" y="0"/>
                      <a:pt x="276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46" name="Google Shape;2146;p51"/>
              <p:cNvSpPr/>
              <p:nvPr>
                <p:custDataLst>
                  <p:tags r:id="rId116"/>
                </p:custDataLst>
              </p:nvPr>
            </p:nvSpPr>
            <p:spPr>
              <a:xfrm>
                <a:off x="4269731" y="1961481"/>
                <a:ext cx="218112" cy="486138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8035" extrusionOk="0">
                    <a:moveTo>
                      <a:pt x="2195" y="0"/>
                    </a:moveTo>
                    <a:cubicBezTo>
                      <a:pt x="2248" y="54"/>
                      <a:pt x="2311" y="116"/>
                      <a:pt x="2373" y="187"/>
                    </a:cubicBezTo>
                    <a:cubicBezTo>
                      <a:pt x="2757" y="651"/>
                      <a:pt x="3033" y="2712"/>
                      <a:pt x="2391" y="4942"/>
                    </a:cubicBezTo>
                    <a:cubicBezTo>
                      <a:pt x="1838" y="6825"/>
                      <a:pt x="714" y="7717"/>
                      <a:pt x="0" y="7788"/>
                    </a:cubicBezTo>
                    <a:cubicBezTo>
                      <a:pt x="63" y="7886"/>
                      <a:pt x="134" y="7949"/>
                      <a:pt x="214" y="7984"/>
                    </a:cubicBezTo>
                    <a:cubicBezTo>
                      <a:pt x="289" y="8018"/>
                      <a:pt x="376" y="8035"/>
                      <a:pt x="473" y="8035"/>
                    </a:cubicBezTo>
                    <a:cubicBezTo>
                      <a:pt x="1175" y="8035"/>
                      <a:pt x="2381" y="7143"/>
                      <a:pt x="2953" y="5183"/>
                    </a:cubicBezTo>
                    <a:cubicBezTo>
                      <a:pt x="3604" y="2962"/>
                      <a:pt x="3319" y="892"/>
                      <a:pt x="2935" y="428"/>
                    </a:cubicBezTo>
                    <a:cubicBezTo>
                      <a:pt x="2685" y="125"/>
                      <a:pt x="2453" y="0"/>
                      <a:pt x="2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147" name="Google Shape;2147;p51"/>
            <p:cNvGrpSpPr/>
            <p:nvPr/>
          </p:nvGrpSpPr>
          <p:grpSpPr>
            <a:xfrm>
              <a:off x="7310552" y="2117832"/>
              <a:ext cx="434589" cy="413050"/>
              <a:chOff x="4430002" y="2237432"/>
              <a:chExt cx="434589" cy="413050"/>
            </a:xfrm>
          </p:grpSpPr>
          <p:sp>
            <p:nvSpPr>
              <p:cNvPr id="2148" name="Google Shape;2148;p51"/>
              <p:cNvSpPr/>
              <p:nvPr>
                <p:custDataLst>
                  <p:tags r:id="rId117"/>
                </p:custDataLst>
              </p:nvPr>
            </p:nvSpPr>
            <p:spPr>
              <a:xfrm>
                <a:off x="4481853" y="2302230"/>
                <a:ext cx="382739" cy="348252"/>
              </a:xfrm>
              <a:custGeom>
                <a:avLst/>
                <a:gdLst/>
                <a:ahLst/>
                <a:cxnLst/>
                <a:rect l="l" t="t" r="r" b="b"/>
                <a:pathLst>
                  <a:path w="6326" h="5756" extrusionOk="0">
                    <a:moveTo>
                      <a:pt x="5333" y="0"/>
                    </a:moveTo>
                    <a:cubicBezTo>
                      <a:pt x="4682" y="0"/>
                      <a:pt x="3296" y="506"/>
                      <a:pt x="2079" y="1853"/>
                    </a:cubicBezTo>
                    <a:cubicBezTo>
                      <a:pt x="990" y="3048"/>
                      <a:pt x="0" y="4886"/>
                      <a:pt x="348" y="5412"/>
                    </a:cubicBezTo>
                    <a:cubicBezTo>
                      <a:pt x="483" y="5619"/>
                      <a:pt x="817" y="5756"/>
                      <a:pt x="1272" y="5756"/>
                    </a:cubicBezTo>
                    <a:cubicBezTo>
                      <a:pt x="1956" y="5756"/>
                      <a:pt x="2915" y="5447"/>
                      <a:pt x="3890" y="4600"/>
                    </a:cubicBezTo>
                    <a:cubicBezTo>
                      <a:pt x="5513" y="3182"/>
                      <a:pt x="6325" y="1425"/>
                      <a:pt x="6263" y="871"/>
                    </a:cubicBezTo>
                    <a:cubicBezTo>
                      <a:pt x="6200" y="309"/>
                      <a:pt x="5959" y="104"/>
                      <a:pt x="5504" y="15"/>
                    </a:cubicBezTo>
                    <a:cubicBezTo>
                      <a:pt x="5455" y="5"/>
                      <a:pt x="5398" y="0"/>
                      <a:pt x="5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49" name="Google Shape;2149;p51"/>
              <p:cNvSpPr/>
              <p:nvPr>
                <p:custDataLst>
                  <p:tags r:id="rId118"/>
                </p:custDataLst>
              </p:nvPr>
            </p:nvSpPr>
            <p:spPr>
              <a:xfrm>
                <a:off x="4498551" y="2311729"/>
                <a:ext cx="366040" cy="338753"/>
              </a:xfrm>
              <a:custGeom>
                <a:avLst/>
                <a:gdLst/>
                <a:ahLst/>
                <a:cxnLst/>
                <a:rect l="l" t="t" r="r" b="b"/>
                <a:pathLst>
                  <a:path w="6050" h="5599" extrusionOk="0">
                    <a:moveTo>
                      <a:pt x="5621" y="1"/>
                    </a:moveTo>
                    <a:cubicBezTo>
                      <a:pt x="5639" y="72"/>
                      <a:pt x="5657" y="152"/>
                      <a:pt x="5666" y="242"/>
                    </a:cubicBezTo>
                    <a:cubicBezTo>
                      <a:pt x="5728" y="795"/>
                      <a:pt x="4916" y="2552"/>
                      <a:pt x="3293" y="3971"/>
                    </a:cubicBezTo>
                    <a:cubicBezTo>
                      <a:pt x="2321" y="4815"/>
                      <a:pt x="1363" y="5126"/>
                      <a:pt x="680" y="5126"/>
                    </a:cubicBezTo>
                    <a:cubicBezTo>
                      <a:pt x="403" y="5126"/>
                      <a:pt x="170" y="5075"/>
                      <a:pt x="1" y="4988"/>
                    </a:cubicBezTo>
                    <a:lnTo>
                      <a:pt x="1" y="4988"/>
                    </a:lnTo>
                    <a:cubicBezTo>
                      <a:pt x="1" y="5095"/>
                      <a:pt x="27" y="5184"/>
                      <a:pt x="72" y="5255"/>
                    </a:cubicBezTo>
                    <a:cubicBezTo>
                      <a:pt x="207" y="5462"/>
                      <a:pt x="541" y="5599"/>
                      <a:pt x="996" y="5599"/>
                    </a:cubicBezTo>
                    <a:cubicBezTo>
                      <a:pt x="1680" y="5599"/>
                      <a:pt x="2639" y="5290"/>
                      <a:pt x="3614" y="4443"/>
                    </a:cubicBezTo>
                    <a:cubicBezTo>
                      <a:pt x="5237" y="3025"/>
                      <a:pt x="6049" y="1268"/>
                      <a:pt x="5987" y="714"/>
                    </a:cubicBezTo>
                    <a:cubicBezTo>
                      <a:pt x="5942" y="349"/>
                      <a:pt x="5826" y="135"/>
                      <a:pt x="562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50" name="Google Shape;2150;p51"/>
              <p:cNvSpPr/>
              <p:nvPr>
                <p:custDataLst>
                  <p:tags r:id="rId119"/>
                </p:custDataLst>
              </p:nvPr>
            </p:nvSpPr>
            <p:spPr>
              <a:xfrm>
                <a:off x="4468845" y="2270164"/>
                <a:ext cx="361744" cy="331130"/>
              </a:xfrm>
              <a:custGeom>
                <a:avLst/>
                <a:gdLst/>
                <a:ahLst/>
                <a:cxnLst/>
                <a:rect l="l" t="t" r="r" b="b"/>
                <a:pathLst>
                  <a:path w="5979" h="5473" extrusionOk="0">
                    <a:moveTo>
                      <a:pt x="5255" y="1"/>
                    </a:moveTo>
                    <a:lnTo>
                      <a:pt x="420" y="4140"/>
                    </a:lnTo>
                    <a:cubicBezTo>
                      <a:pt x="260" y="4319"/>
                      <a:pt x="135" y="4533"/>
                      <a:pt x="63" y="4765"/>
                    </a:cubicBezTo>
                    <a:cubicBezTo>
                      <a:pt x="1" y="4970"/>
                      <a:pt x="1" y="5220"/>
                      <a:pt x="162" y="5345"/>
                    </a:cubicBezTo>
                    <a:cubicBezTo>
                      <a:pt x="233" y="5398"/>
                      <a:pt x="331" y="5416"/>
                      <a:pt x="420" y="5434"/>
                    </a:cubicBezTo>
                    <a:cubicBezTo>
                      <a:pt x="587" y="5460"/>
                      <a:pt x="757" y="5472"/>
                      <a:pt x="926" y="5472"/>
                    </a:cubicBezTo>
                    <a:cubicBezTo>
                      <a:pt x="1401" y="5472"/>
                      <a:pt x="1878" y="5372"/>
                      <a:pt x="2312" y="5175"/>
                    </a:cubicBezTo>
                    <a:cubicBezTo>
                      <a:pt x="2874" y="4916"/>
                      <a:pt x="3346" y="4515"/>
                      <a:pt x="3819" y="4113"/>
                    </a:cubicBezTo>
                    <a:cubicBezTo>
                      <a:pt x="4283" y="3712"/>
                      <a:pt x="4756" y="3311"/>
                      <a:pt x="5104" y="2802"/>
                    </a:cubicBezTo>
                    <a:cubicBezTo>
                      <a:pt x="5470" y="2267"/>
                      <a:pt x="5666" y="1642"/>
                      <a:pt x="5871" y="1018"/>
                    </a:cubicBezTo>
                    <a:cubicBezTo>
                      <a:pt x="5925" y="857"/>
                      <a:pt x="5978" y="679"/>
                      <a:pt x="5933" y="509"/>
                    </a:cubicBezTo>
                    <a:cubicBezTo>
                      <a:pt x="5853" y="224"/>
                      <a:pt x="5532" y="90"/>
                      <a:pt x="52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51" name="Google Shape;2151;p51"/>
              <p:cNvSpPr/>
              <p:nvPr>
                <p:custDataLst>
                  <p:tags r:id="rId120"/>
                </p:custDataLst>
              </p:nvPr>
            </p:nvSpPr>
            <p:spPr>
              <a:xfrm>
                <a:off x="4430002" y="2237432"/>
                <a:ext cx="382739" cy="348676"/>
              </a:xfrm>
              <a:custGeom>
                <a:avLst/>
                <a:gdLst/>
                <a:ahLst/>
                <a:cxnLst/>
                <a:rect l="l" t="t" r="r" b="b"/>
                <a:pathLst>
                  <a:path w="6326" h="5763" extrusionOk="0">
                    <a:moveTo>
                      <a:pt x="5329" y="1"/>
                    </a:moveTo>
                    <a:cubicBezTo>
                      <a:pt x="4685" y="1"/>
                      <a:pt x="3290" y="513"/>
                      <a:pt x="2079" y="1853"/>
                    </a:cubicBezTo>
                    <a:cubicBezTo>
                      <a:pt x="991" y="3049"/>
                      <a:pt x="1" y="4886"/>
                      <a:pt x="340" y="5413"/>
                    </a:cubicBezTo>
                    <a:cubicBezTo>
                      <a:pt x="479" y="5624"/>
                      <a:pt x="815" y="5763"/>
                      <a:pt x="1272" y="5763"/>
                    </a:cubicBezTo>
                    <a:cubicBezTo>
                      <a:pt x="1956" y="5763"/>
                      <a:pt x="2912" y="5451"/>
                      <a:pt x="3890" y="4601"/>
                    </a:cubicBezTo>
                    <a:cubicBezTo>
                      <a:pt x="5514" y="3182"/>
                      <a:pt x="6326" y="1434"/>
                      <a:pt x="6254" y="872"/>
                    </a:cubicBezTo>
                    <a:cubicBezTo>
                      <a:pt x="6192" y="319"/>
                      <a:pt x="5951" y="105"/>
                      <a:pt x="5496" y="16"/>
                    </a:cubicBezTo>
                    <a:cubicBezTo>
                      <a:pt x="5448" y="6"/>
                      <a:pt x="5392" y="1"/>
                      <a:pt x="53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52" name="Google Shape;2152;p51"/>
              <p:cNvSpPr/>
              <p:nvPr>
                <p:custDataLst>
                  <p:tags r:id="rId121"/>
                </p:custDataLst>
              </p:nvPr>
            </p:nvSpPr>
            <p:spPr>
              <a:xfrm>
                <a:off x="4446761" y="2247536"/>
                <a:ext cx="365980" cy="338572"/>
              </a:xfrm>
              <a:custGeom>
                <a:avLst/>
                <a:gdLst/>
                <a:ahLst/>
                <a:cxnLst/>
                <a:rect l="l" t="t" r="r" b="b"/>
                <a:pathLst>
                  <a:path w="6049" h="5596" extrusionOk="0">
                    <a:moveTo>
                      <a:pt x="5620" y="0"/>
                    </a:moveTo>
                    <a:lnTo>
                      <a:pt x="5620" y="0"/>
                    </a:lnTo>
                    <a:cubicBezTo>
                      <a:pt x="5638" y="72"/>
                      <a:pt x="5647" y="143"/>
                      <a:pt x="5665" y="232"/>
                    </a:cubicBezTo>
                    <a:cubicBezTo>
                      <a:pt x="5728" y="794"/>
                      <a:pt x="4916" y="2543"/>
                      <a:pt x="3292" y="3961"/>
                    </a:cubicBezTo>
                    <a:cubicBezTo>
                      <a:pt x="2313" y="4813"/>
                      <a:pt x="1356" y="5121"/>
                      <a:pt x="674" y="5121"/>
                    </a:cubicBezTo>
                    <a:cubicBezTo>
                      <a:pt x="399" y="5121"/>
                      <a:pt x="169" y="5072"/>
                      <a:pt x="0" y="4987"/>
                    </a:cubicBezTo>
                    <a:lnTo>
                      <a:pt x="0" y="4987"/>
                    </a:lnTo>
                    <a:cubicBezTo>
                      <a:pt x="0" y="5085"/>
                      <a:pt x="18" y="5174"/>
                      <a:pt x="63" y="5246"/>
                    </a:cubicBezTo>
                    <a:cubicBezTo>
                      <a:pt x="202" y="5457"/>
                      <a:pt x="538" y="5596"/>
                      <a:pt x="995" y="5596"/>
                    </a:cubicBezTo>
                    <a:cubicBezTo>
                      <a:pt x="1679" y="5596"/>
                      <a:pt x="2635" y="5284"/>
                      <a:pt x="3613" y="4434"/>
                    </a:cubicBezTo>
                    <a:cubicBezTo>
                      <a:pt x="5237" y="3015"/>
                      <a:pt x="6049" y="1267"/>
                      <a:pt x="5977" y="705"/>
                    </a:cubicBezTo>
                    <a:cubicBezTo>
                      <a:pt x="5942" y="339"/>
                      <a:pt x="5817" y="125"/>
                      <a:pt x="56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2153" name="Google Shape;2153;p51"/>
          <p:cNvGrpSpPr/>
          <p:nvPr>
            <p:custDataLst>
              <p:tags r:id="rId122"/>
            </p:custDataLst>
          </p:nvPr>
        </p:nvGrpSpPr>
        <p:grpSpPr>
          <a:xfrm flipH="1">
            <a:off x="5390393" y="4018718"/>
            <a:ext cx="686315" cy="459734"/>
            <a:chOff x="8005825" y="2475742"/>
            <a:chExt cx="1370985" cy="918549"/>
          </a:xfrm>
        </p:grpSpPr>
        <p:sp>
          <p:nvSpPr>
            <p:cNvPr id="2154" name="Google Shape;2154;p51"/>
            <p:cNvSpPr/>
            <p:nvPr>
              <p:custDataLst>
                <p:tags r:id="rId123"/>
              </p:custDataLst>
            </p:nvPr>
          </p:nvSpPr>
          <p:spPr>
            <a:xfrm>
              <a:off x="9131169" y="2739411"/>
              <a:ext cx="103701" cy="153313"/>
            </a:xfrm>
            <a:custGeom>
              <a:avLst/>
              <a:gdLst/>
              <a:ahLst/>
              <a:cxnLst/>
              <a:rect l="l" t="t" r="r" b="b"/>
              <a:pathLst>
                <a:path w="1714" h="2534" extrusionOk="0">
                  <a:moveTo>
                    <a:pt x="1303" y="0"/>
                  </a:moveTo>
                  <a:cubicBezTo>
                    <a:pt x="545" y="812"/>
                    <a:pt x="10" y="1410"/>
                    <a:pt x="1" y="1445"/>
                  </a:cubicBezTo>
                  <a:lnTo>
                    <a:pt x="1098" y="2534"/>
                  </a:lnTo>
                  <a:cubicBezTo>
                    <a:pt x="1098" y="2534"/>
                    <a:pt x="1330" y="2284"/>
                    <a:pt x="1714" y="1892"/>
                  </a:cubicBezTo>
                  <a:cubicBezTo>
                    <a:pt x="1624" y="1249"/>
                    <a:pt x="1482" y="616"/>
                    <a:pt x="1303" y="0"/>
                  </a:cubicBezTo>
                  <a:close/>
                </a:path>
              </a:pathLst>
            </a:custGeom>
            <a:solidFill>
              <a:srgbClr val="A3E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5" name="Google Shape;2155;p51"/>
            <p:cNvSpPr/>
            <p:nvPr>
              <p:custDataLst>
                <p:tags r:id="rId124"/>
              </p:custDataLst>
            </p:nvPr>
          </p:nvSpPr>
          <p:spPr>
            <a:xfrm>
              <a:off x="9177635" y="2872153"/>
              <a:ext cx="101523" cy="143088"/>
            </a:xfrm>
            <a:custGeom>
              <a:avLst/>
              <a:gdLst/>
              <a:ahLst/>
              <a:cxnLst/>
              <a:rect l="l" t="t" r="r" b="b"/>
              <a:pathLst>
                <a:path w="1678" h="2365" extrusionOk="0">
                  <a:moveTo>
                    <a:pt x="1677" y="1"/>
                  </a:moveTo>
                  <a:cubicBezTo>
                    <a:pt x="714" y="563"/>
                    <a:pt x="27" y="964"/>
                    <a:pt x="0" y="1000"/>
                  </a:cubicBezTo>
                  <a:lnTo>
                    <a:pt x="732" y="2365"/>
                  </a:lnTo>
                  <a:cubicBezTo>
                    <a:pt x="732" y="2365"/>
                    <a:pt x="1026" y="2204"/>
                    <a:pt x="1508" y="1937"/>
                  </a:cubicBezTo>
                  <a:cubicBezTo>
                    <a:pt x="1615" y="1303"/>
                    <a:pt x="1668" y="652"/>
                    <a:pt x="1677" y="1"/>
                  </a:cubicBezTo>
                  <a:close/>
                </a:path>
              </a:pathLst>
            </a:custGeom>
            <a:solidFill>
              <a:srgbClr val="A3E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6" name="Google Shape;2156;p51"/>
            <p:cNvSpPr/>
            <p:nvPr>
              <p:custDataLst>
                <p:tags r:id="rId125"/>
              </p:custDataLst>
            </p:nvPr>
          </p:nvSpPr>
          <p:spPr>
            <a:xfrm>
              <a:off x="8033354" y="2510591"/>
              <a:ext cx="826948" cy="795124"/>
            </a:xfrm>
            <a:custGeom>
              <a:avLst/>
              <a:gdLst/>
              <a:ahLst/>
              <a:cxnLst/>
              <a:rect l="l" t="t" r="r" b="b"/>
              <a:pathLst>
                <a:path w="13668" h="13142" extrusionOk="0">
                  <a:moveTo>
                    <a:pt x="6992" y="1"/>
                  </a:moveTo>
                  <a:cubicBezTo>
                    <a:pt x="6040" y="1"/>
                    <a:pt x="5082" y="288"/>
                    <a:pt x="4247" y="749"/>
                  </a:cubicBezTo>
                  <a:cubicBezTo>
                    <a:pt x="3899" y="936"/>
                    <a:pt x="3551" y="1159"/>
                    <a:pt x="3158" y="1186"/>
                  </a:cubicBezTo>
                  <a:cubicBezTo>
                    <a:pt x="3109" y="1191"/>
                    <a:pt x="3060" y="1193"/>
                    <a:pt x="3011" y="1193"/>
                  </a:cubicBezTo>
                  <a:cubicBezTo>
                    <a:pt x="2874" y="1193"/>
                    <a:pt x="2738" y="1179"/>
                    <a:pt x="2603" y="1179"/>
                  </a:cubicBezTo>
                  <a:cubicBezTo>
                    <a:pt x="2532" y="1179"/>
                    <a:pt x="2461" y="1183"/>
                    <a:pt x="2391" y="1195"/>
                  </a:cubicBezTo>
                  <a:cubicBezTo>
                    <a:pt x="1660" y="1338"/>
                    <a:pt x="1437" y="2275"/>
                    <a:pt x="1446" y="3015"/>
                  </a:cubicBezTo>
                  <a:lnTo>
                    <a:pt x="1562" y="2899"/>
                  </a:lnTo>
                  <a:lnTo>
                    <a:pt x="1562" y="2899"/>
                  </a:lnTo>
                  <a:cubicBezTo>
                    <a:pt x="1553" y="2917"/>
                    <a:pt x="1544" y="2926"/>
                    <a:pt x="1544" y="2944"/>
                  </a:cubicBezTo>
                  <a:cubicBezTo>
                    <a:pt x="1374" y="3381"/>
                    <a:pt x="1303" y="3854"/>
                    <a:pt x="1107" y="4273"/>
                  </a:cubicBezTo>
                  <a:cubicBezTo>
                    <a:pt x="857" y="4799"/>
                    <a:pt x="411" y="5236"/>
                    <a:pt x="259" y="5798"/>
                  </a:cubicBezTo>
                  <a:cubicBezTo>
                    <a:pt x="0" y="6744"/>
                    <a:pt x="634" y="7681"/>
                    <a:pt x="803" y="8644"/>
                  </a:cubicBezTo>
                  <a:cubicBezTo>
                    <a:pt x="893" y="9153"/>
                    <a:pt x="866" y="9724"/>
                    <a:pt x="1178" y="10134"/>
                  </a:cubicBezTo>
                  <a:cubicBezTo>
                    <a:pt x="1544" y="10616"/>
                    <a:pt x="2231" y="10705"/>
                    <a:pt x="2677" y="11097"/>
                  </a:cubicBezTo>
                  <a:cubicBezTo>
                    <a:pt x="3141" y="11499"/>
                    <a:pt x="3364" y="12195"/>
                    <a:pt x="3944" y="12373"/>
                  </a:cubicBezTo>
                  <a:cubicBezTo>
                    <a:pt x="4073" y="12411"/>
                    <a:pt x="4206" y="12418"/>
                    <a:pt x="4340" y="12418"/>
                  </a:cubicBezTo>
                  <a:cubicBezTo>
                    <a:pt x="4431" y="12418"/>
                    <a:pt x="4522" y="12415"/>
                    <a:pt x="4612" y="12415"/>
                  </a:cubicBezTo>
                  <a:cubicBezTo>
                    <a:pt x="4737" y="12415"/>
                    <a:pt x="4860" y="12421"/>
                    <a:pt x="4978" y="12453"/>
                  </a:cubicBezTo>
                  <a:cubicBezTo>
                    <a:pt x="5460" y="12569"/>
                    <a:pt x="5799" y="13060"/>
                    <a:pt x="6290" y="13131"/>
                  </a:cubicBezTo>
                  <a:cubicBezTo>
                    <a:pt x="6335" y="13138"/>
                    <a:pt x="6379" y="13141"/>
                    <a:pt x="6423" y="13141"/>
                  </a:cubicBezTo>
                  <a:cubicBezTo>
                    <a:pt x="7064" y="13141"/>
                    <a:pt x="7604" y="12462"/>
                    <a:pt x="8267" y="12462"/>
                  </a:cubicBezTo>
                  <a:cubicBezTo>
                    <a:pt x="8271" y="12462"/>
                    <a:pt x="8275" y="12462"/>
                    <a:pt x="8279" y="12462"/>
                  </a:cubicBezTo>
                  <a:cubicBezTo>
                    <a:pt x="8565" y="12462"/>
                    <a:pt x="8823" y="12596"/>
                    <a:pt x="9100" y="12605"/>
                  </a:cubicBezTo>
                  <a:cubicBezTo>
                    <a:pt x="9112" y="12606"/>
                    <a:pt x="9125" y="12606"/>
                    <a:pt x="9137" y="12606"/>
                  </a:cubicBezTo>
                  <a:cubicBezTo>
                    <a:pt x="9918" y="12606"/>
                    <a:pt x="10412" y="11786"/>
                    <a:pt x="11027" y="11303"/>
                  </a:cubicBezTo>
                  <a:cubicBezTo>
                    <a:pt x="11642" y="10830"/>
                    <a:pt x="12499" y="10616"/>
                    <a:pt x="12891" y="9956"/>
                  </a:cubicBezTo>
                  <a:cubicBezTo>
                    <a:pt x="13016" y="9750"/>
                    <a:pt x="13079" y="9518"/>
                    <a:pt x="13141" y="9287"/>
                  </a:cubicBezTo>
                  <a:cubicBezTo>
                    <a:pt x="13516" y="7815"/>
                    <a:pt x="13667" y="6298"/>
                    <a:pt x="13587" y="4781"/>
                  </a:cubicBezTo>
                  <a:cubicBezTo>
                    <a:pt x="13578" y="4514"/>
                    <a:pt x="13534" y="4219"/>
                    <a:pt x="13328" y="4059"/>
                  </a:cubicBezTo>
                  <a:cubicBezTo>
                    <a:pt x="13230" y="3979"/>
                    <a:pt x="13097" y="3943"/>
                    <a:pt x="13043" y="3827"/>
                  </a:cubicBezTo>
                  <a:cubicBezTo>
                    <a:pt x="12981" y="3702"/>
                    <a:pt x="13043" y="3559"/>
                    <a:pt x="13079" y="3425"/>
                  </a:cubicBezTo>
                  <a:cubicBezTo>
                    <a:pt x="13257" y="2658"/>
                    <a:pt x="12410" y="2078"/>
                    <a:pt x="11696" y="1739"/>
                  </a:cubicBezTo>
                  <a:cubicBezTo>
                    <a:pt x="10920" y="1374"/>
                    <a:pt x="10135" y="1008"/>
                    <a:pt x="9359" y="642"/>
                  </a:cubicBezTo>
                  <a:cubicBezTo>
                    <a:pt x="8984" y="464"/>
                    <a:pt x="8600" y="285"/>
                    <a:pt x="8208" y="169"/>
                  </a:cubicBezTo>
                  <a:cubicBezTo>
                    <a:pt x="7810" y="54"/>
                    <a:pt x="7402" y="1"/>
                    <a:pt x="69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7" name="Google Shape;2157;p51"/>
            <p:cNvSpPr/>
            <p:nvPr>
              <p:custDataLst>
                <p:tags r:id="rId126"/>
              </p:custDataLst>
            </p:nvPr>
          </p:nvSpPr>
          <p:spPr>
            <a:xfrm>
              <a:off x="8005825" y="2475742"/>
              <a:ext cx="869058" cy="548697"/>
            </a:xfrm>
            <a:custGeom>
              <a:avLst/>
              <a:gdLst/>
              <a:ahLst/>
              <a:cxnLst/>
              <a:rect l="l" t="t" r="r" b="b"/>
              <a:pathLst>
                <a:path w="14364" h="9069" extrusionOk="0">
                  <a:moveTo>
                    <a:pt x="5904" y="0"/>
                  </a:moveTo>
                  <a:cubicBezTo>
                    <a:pt x="5667" y="0"/>
                    <a:pt x="5432" y="86"/>
                    <a:pt x="5210" y="165"/>
                  </a:cubicBezTo>
                  <a:cubicBezTo>
                    <a:pt x="4461" y="433"/>
                    <a:pt x="3694" y="710"/>
                    <a:pt x="3105" y="1236"/>
                  </a:cubicBezTo>
                  <a:lnTo>
                    <a:pt x="3373" y="1182"/>
                  </a:lnTo>
                  <a:lnTo>
                    <a:pt x="3373" y="1182"/>
                  </a:lnTo>
                  <a:cubicBezTo>
                    <a:pt x="2579" y="1361"/>
                    <a:pt x="1794" y="1807"/>
                    <a:pt x="1526" y="2565"/>
                  </a:cubicBezTo>
                  <a:cubicBezTo>
                    <a:pt x="1383" y="2967"/>
                    <a:pt x="1410" y="3422"/>
                    <a:pt x="1285" y="3832"/>
                  </a:cubicBezTo>
                  <a:cubicBezTo>
                    <a:pt x="1187" y="4135"/>
                    <a:pt x="1017" y="4403"/>
                    <a:pt x="875" y="4679"/>
                  </a:cubicBezTo>
                  <a:cubicBezTo>
                    <a:pt x="545" y="5313"/>
                    <a:pt x="339" y="6000"/>
                    <a:pt x="143" y="6687"/>
                  </a:cubicBezTo>
                  <a:cubicBezTo>
                    <a:pt x="72" y="6936"/>
                    <a:pt x="0" y="7186"/>
                    <a:pt x="36" y="7445"/>
                  </a:cubicBezTo>
                  <a:cubicBezTo>
                    <a:pt x="63" y="7695"/>
                    <a:pt x="215" y="7953"/>
                    <a:pt x="455" y="8034"/>
                  </a:cubicBezTo>
                  <a:cubicBezTo>
                    <a:pt x="502" y="8047"/>
                    <a:pt x="549" y="8053"/>
                    <a:pt x="597" y="8053"/>
                  </a:cubicBezTo>
                  <a:cubicBezTo>
                    <a:pt x="804" y="8053"/>
                    <a:pt x="1013" y="7935"/>
                    <a:pt x="1151" y="7775"/>
                  </a:cubicBezTo>
                  <a:cubicBezTo>
                    <a:pt x="1321" y="7579"/>
                    <a:pt x="1419" y="7329"/>
                    <a:pt x="1526" y="7088"/>
                  </a:cubicBezTo>
                  <a:cubicBezTo>
                    <a:pt x="1588" y="6936"/>
                    <a:pt x="1669" y="6785"/>
                    <a:pt x="1803" y="6713"/>
                  </a:cubicBezTo>
                  <a:cubicBezTo>
                    <a:pt x="1851" y="6684"/>
                    <a:pt x="1911" y="6669"/>
                    <a:pt x="1969" y="6669"/>
                  </a:cubicBezTo>
                  <a:cubicBezTo>
                    <a:pt x="2071" y="6669"/>
                    <a:pt x="2170" y="6715"/>
                    <a:pt x="2204" y="6812"/>
                  </a:cubicBezTo>
                  <a:cubicBezTo>
                    <a:pt x="2240" y="6892"/>
                    <a:pt x="2213" y="6990"/>
                    <a:pt x="2213" y="7079"/>
                  </a:cubicBezTo>
                  <a:cubicBezTo>
                    <a:pt x="2204" y="7293"/>
                    <a:pt x="2356" y="7507"/>
                    <a:pt x="2561" y="7552"/>
                  </a:cubicBezTo>
                  <a:cubicBezTo>
                    <a:pt x="2591" y="7558"/>
                    <a:pt x="2620" y="7561"/>
                    <a:pt x="2648" y="7561"/>
                  </a:cubicBezTo>
                  <a:cubicBezTo>
                    <a:pt x="3013" y="7561"/>
                    <a:pt x="3220" y="7049"/>
                    <a:pt x="3212" y="6651"/>
                  </a:cubicBezTo>
                  <a:cubicBezTo>
                    <a:pt x="3194" y="6223"/>
                    <a:pt x="3150" y="5696"/>
                    <a:pt x="3515" y="5473"/>
                  </a:cubicBezTo>
                  <a:cubicBezTo>
                    <a:pt x="3599" y="5424"/>
                    <a:pt x="3691" y="5402"/>
                    <a:pt x="3784" y="5402"/>
                  </a:cubicBezTo>
                  <a:cubicBezTo>
                    <a:pt x="4028" y="5402"/>
                    <a:pt x="4281" y="5555"/>
                    <a:pt x="4416" y="5768"/>
                  </a:cubicBezTo>
                  <a:cubicBezTo>
                    <a:pt x="4613" y="6062"/>
                    <a:pt x="4622" y="6428"/>
                    <a:pt x="4613" y="6785"/>
                  </a:cubicBezTo>
                  <a:cubicBezTo>
                    <a:pt x="4604" y="7168"/>
                    <a:pt x="4666" y="7677"/>
                    <a:pt x="5041" y="7748"/>
                  </a:cubicBezTo>
                  <a:cubicBezTo>
                    <a:pt x="5074" y="7754"/>
                    <a:pt x="5108" y="7756"/>
                    <a:pt x="5143" y="7756"/>
                  </a:cubicBezTo>
                  <a:cubicBezTo>
                    <a:pt x="5227" y="7756"/>
                    <a:pt x="5313" y="7744"/>
                    <a:pt x="5394" y="7744"/>
                  </a:cubicBezTo>
                  <a:cubicBezTo>
                    <a:pt x="5488" y="7744"/>
                    <a:pt x="5574" y="7760"/>
                    <a:pt x="5639" y="7829"/>
                  </a:cubicBezTo>
                  <a:cubicBezTo>
                    <a:pt x="5790" y="8007"/>
                    <a:pt x="5585" y="8266"/>
                    <a:pt x="5576" y="8507"/>
                  </a:cubicBezTo>
                  <a:cubicBezTo>
                    <a:pt x="5552" y="8790"/>
                    <a:pt x="5837" y="8967"/>
                    <a:pt x="6127" y="8967"/>
                  </a:cubicBezTo>
                  <a:cubicBezTo>
                    <a:pt x="6266" y="8967"/>
                    <a:pt x="6406" y="8926"/>
                    <a:pt x="6513" y="8837"/>
                  </a:cubicBezTo>
                  <a:cubicBezTo>
                    <a:pt x="6834" y="8569"/>
                    <a:pt x="6879" y="8087"/>
                    <a:pt x="6843" y="7668"/>
                  </a:cubicBezTo>
                  <a:cubicBezTo>
                    <a:pt x="6816" y="7338"/>
                    <a:pt x="6772" y="6972"/>
                    <a:pt x="6932" y="6687"/>
                  </a:cubicBezTo>
                  <a:cubicBezTo>
                    <a:pt x="7027" y="6521"/>
                    <a:pt x="7230" y="6423"/>
                    <a:pt x="7413" y="6423"/>
                  </a:cubicBezTo>
                  <a:cubicBezTo>
                    <a:pt x="7555" y="6423"/>
                    <a:pt x="7685" y="6483"/>
                    <a:pt x="7744" y="6615"/>
                  </a:cubicBezTo>
                  <a:cubicBezTo>
                    <a:pt x="7913" y="6223"/>
                    <a:pt x="7940" y="5705"/>
                    <a:pt x="8315" y="5482"/>
                  </a:cubicBezTo>
                  <a:cubicBezTo>
                    <a:pt x="8407" y="5429"/>
                    <a:pt x="8505" y="5406"/>
                    <a:pt x="8604" y="5406"/>
                  </a:cubicBezTo>
                  <a:cubicBezTo>
                    <a:pt x="8939" y="5406"/>
                    <a:pt x="9287" y="5676"/>
                    <a:pt x="9439" y="6000"/>
                  </a:cubicBezTo>
                  <a:cubicBezTo>
                    <a:pt x="9644" y="6419"/>
                    <a:pt x="9635" y="6910"/>
                    <a:pt x="9724" y="7365"/>
                  </a:cubicBezTo>
                  <a:cubicBezTo>
                    <a:pt x="9769" y="7552"/>
                    <a:pt x="9840" y="7748"/>
                    <a:pt x="10001" y="7855"/>
                  </a:cubicBezTo>
                  <a:cubicBezTo>
                    <a:pt x="10079" y="7907"/>
                    <a:pt x="10162" y="7928"/>
                    <a:pt x="10247" y="7928"/>
                  </a:cubicBezTo>
                  <a:cubicBezTo>
                    <a:pt x="10502" y="7928"/>
                    <a:pt x="10775" y="7733"/>
                    <a:pt x="10982" y="7552"/>
                  </a:cubicBezTo>
                  <a:cubicBezTo>
                    <a:pt x="11286" y="7998"/>
                    <a:pt x="11080" y="8738"/>
                    <a:pt x="11553" y="9006"/>
                  </a:cubicBezTo>
                  <a:cubicBezTo>
                    <a:pt x="11629" y="9049"/>
                    <a:pt x="11710" y="9069"/>
                    <a:pt x="11790" y="9069"/>
                  </a:cubicBezTo>
                  <a:cubicBezTo>
                    <a:pt x="12125" y="9069"/>
                    <a:pt x="12468" y="8734"/>
                    <a:pt x="12561" y="8382"/>
                  </a:cubicBezTo>
                  <a:cubicBezTo>
                    <a:pt x="12677" y="7936"/>
                    <a:pt x="12570" y="7463"/>
                    <a:pt x="12642" y="7008"/>
                  </a:cubicBezTo>
                  <a:cubicBezTo>
                    <a:pt x="12650" y="6936"/>
                    <a:pt x="12668" y="6865"/>
                    <a:pt x="12713" y="6812"/>
                  </a:cubicBezTo>
                  <a:cubicBezTo>
                    <a:pt x="12757" y="6760"/>
                    <a:pt x="12812" y="6738"/>
                    <a:pt x="12870" y="6738"/>
                  </a:cubicBezTo>
                  <a:cubicBezTo>
                    <a:pt x="13024" y="6738"/>
                    <a:pt x="13198" y="6893"/>
                    <a:pt x="13230" y="7061"/>
                  </a:cubicBezTo>
                  <a:cubicBezTo>
                    <a:pt x="13266" y="7302"/>
                    <a:pt x="13159" y="7534"/>
                    <a:pt x="13150" y="7775"/>
                  </a:cubicBezTo>
                  <a:cubicBezTo>
                    <a:pt x="13142" y="7993"/>
                    <a:pt x="13287" y="8248"/>
                    <a:pt x="13487" y="8248"/>
                  </a:cubicBezTo>
                  <a:cubicBezTo>
                    <a:pt x="13508" y="8248"/>
                    <a:pt x="13530" y="8245"/>
                    <a:pt x="13552" y="8239"/>
                  </a:cubicBezTo>
                  <a:cubicBezTo>
                    <a:pt x="13641" y="8212"/>
                    <a:pt x="13712" y="8132"/>
                    <a:pt x="13775" y="8060"/>
                  </a:cubicBezTo>
                  <a:cubicBezTo>
                    <a:pt x="14087" y="7668"/>
                    <a:pt x="14274" y="7177"/>
                    <a:pt x="14319" y="6669"/>
                  </a:cubicBezTo>
                  <a:cubicBezTo>
                    <a:pt x="14363" y="6169"/>
                    <a:pt x="14256" y="5670"/>
                    <a:pt x="14274" y="5170"/>
                  </a:cubicBezTo>
                  <a:cubicBezTo>
                    <a:pt x="14283" y="4813"/>
                    <a:pt x="14354" y="4456"/>
                    <a:pt x="14337" y="4100"/>
                  </a:cubicBezTo>
                  <a:cubicBezTo>
                    <a:pt x="14292" y="3261"/>
                    <a:pt x="13748" y="2512"/>
                    <a:pt x="13070" y="2021"/>
                  </a:cubicBezTo>
                  <a:cubicBezTo>
                    <a:pt x="12392" y="1530"/>
                    <a:pt x="11580" y="1263"/>
                    <a:pt x="10786" y="986"/>
                  </a:cubicBezTo>
                  <a:lnTo>
                    <a:pt x="9305" y="487"/>
                  </a:lnTo>
                  <a:cubicBezTo>
                    <a:pt x="8904" y="353"/>
                    <a:pt x="8502" y="219"/>
                    <a:pt x="8083" y="192"/>
                  </a:cubicBezTo>
                  <a:cubicBezTo>
                    <a:pt x="8015" y="187"/>
                    <a:pt x="7947" y="185"/>
                    <a:pt x="7878" y="185"/>
                  </a:cubicBezTo>
                  <a:cubicBezTo>
                    <a:pt x="7617" y="185"/>
                    <a:pt x="7356" y="213"/>
                    <a:pt x="7098" y="213"/>
                  </a:cubicBezTo>
                  <a:cubicBezTo>
                    <a:pt x="6922" y="213"/>
                    <a:pt x="6748" y="200"/>
                    <a:pt x="6575" y="156"/>
                  </a:cubicBezTo>
                  <a:cubicBezTo>
                    <a:pt x="6388" y="112"/>
                    <a:pt x="6201" y="32"/>
                    <a:pt x="5995" y="5"/>
                  </a:cubicBezTo>
                  <a:cubicBezTo>
                    <a:pt x="5965" y="2"/>
                    <a:pt x="5934" y="0"/>
                    <a:pt x="59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8" name="Google Shape;2158;p51"/>
            <p:cNvSpPr/>
            <p:nvPr>
              <p:custDataLst>
                <p:tags r:id="rId127"/>
              </p:custDataLst>
            </p:nvPr>
          </p:nvSpPr>
          <p:spPr>
            <a:xfrm>
              <a:off x="8634082" y="2704259"/>
              <a:ext cx="724396" cy="690031"/>
            </a:xfrm>
            <a:custGeom>
              <a:avLst/>
              <a:gdLst/>
              <a:ahLst/>
              <a:cxnLst/>
              <a:rect l="l" t="t" r="r" b="b"/>
              <a:pathLst>
                <a:path w="11973" h="11405" extrusionOk="0">
                  <a:moveTo>
                    <a:pt x="6667" y="1"/>
                  </a:moveTo>
                  <a:cubicBezTo>
                    <a:pt x="6392" y="1"/>
                    <a:pt x="6118" y="26"/>
                    <a:pt x="5844" y="46"/>
                  </a:cubicBezTo>
                  <a:lnTo>
                    <a:pt x="3569" y="224"/>
                  </a:lnTo>
                  <a:cubicBezTo>
                    <a:pt x="2873" y="278"/>
                    <a:pt x="1999" y="501"/>
                    <a:pt x="1910" y="1188"/>
                  </a:cubicBezTo>
                  <a:cubicBezTo>
                    <a:pt x="1892" y="1313"/>
                    <a:pt x="1901" y="1447"/>
                    <a:pt x="1812" y="1527"/>
                  </a:cubicBezTo>
                  <a:cubicBezTo>
                    <a:pt x="1731" y="1607"/>
                    <a:pt x="1606" y="1598"/>
                    <a:pt x="1508" y="1625"/>
                  </a:cubicBezTo>
                  <a:cubicBezTo>
                    <a:pt x="1285" y="1696"/>
                    <a:pt x="1160" y="1928"/>
                    <a:pt x="1062" y="2142"/>
                  </a:cubicBezTo>
                  <a:cubicBezTo>
                    <a:pt x="527" y="3365"/>
                    <a:pt x="179" y="4676"/>
                    <a:pt x="36" y="5996"/>
                  </a:cubicBezTo>
                  <a:cubicBezTo>
                    <a:pt x="9" y="6210"/>
                    <a:pt x="1" y="6416"/>
                    <a:pt x="36" y="6630"/>
                  </a:cubicBezTo>
                  <a:cubicBezTo>
                    <a:pt x="152" y="7299"/>
                    <a:pt x="795" y="7736"/>
                    <a:pt x="1151" y="8325"/>
                  </a:cubicBezTo>
                  <a:cubicBezTo>
                    <a:pt x="1517" y="8922"/>
                    <a:pt x="1669" y="9770"/>
                    <a:pt x="2329" y="9993"/>
                  </a:cubicBezTo>
                  <a:cubicBezTo>
                    <a:pt x="2570" y="10064"/>
                    <a:pt x="2820" y="10046"/>
                    <a:pt x="3052" y="10127"/>
                  </a:cubicBezTo>
                  <a:cubicBezTo>
                    <a:pt x="3640" y="10350"/>
                    <a:pt x="3872" y="11170"/>
                    <a:pt x="4488" y="11304"/>
                  </a:cubicBezTo>
                  <a:cubicBezTo>
                    <a:pt x="4543" y="11316"/>
                    <a:pt x="4599" y="11321"/>
                    <a:pt x="4654" y="11321"/>
                  </a:cubicBezTo>
                  <a:cubicBezTo>
                    <a:pt x="4992" y="11321"/>
                    <a:pt x="5330" y="11137"/>
                    <a:pt x="5674" y="11137"/>
                  </a:cubicBezTo>
                  <a:cubicBezTo>
                    <a:pt x="5710" y="11137"/>
                    <a:pt x="5746" y="11139"/>
                    <a:pt x="5781" y="11144"/>
                  </a:cubicBezTo>
                  <a:cubicBezTo>
                    <a:pt x="6085" y="11179"/>
                    <a:pt x="6352" y="11385"/>
                    <a:pt x="6656" y="11402"/>
                  </a:cubicBezTo>
                  <a:cubicBezTo>
                    <a:pt x="6674" y="11404"/>
                    <a:pt x="6692" y="11404"/>
                    <a:pt x="6709" y="11404"/>
                  </a:cubicBezTo>
                  <a:cubicBezTo>
                    <a:pt x="7219" y="11404"/>
                    <a:pt x="7618" y="10923"/>
                    <a:pt x="8101" y="10742"/>
                  </a:cubicBezTo>
                  <a:cubicBezTo>
                    <a:pt x="8592" y="10564"/>
                    <a:pt x="9189" y="10698"/>
                    <a:pt x="9635" y="10421"/>
                  </a:cubicBezTo>
                  <a:cubicBezTo>
                    <a:pt x="10019" y="10171"/>
                    <a:pt x="10171" y="9699"/>
                    <a:pt x="10411" y="9306"/>
                  </a:cubicBezTo>
                  <a:cubicBezTo>
                    <a:pt x="10849" y="8566"/>
                    <a:pt x="11660" y="7986"/>
                    <a:pt x="11741" y="7129"/>
                  </a:cubicBezTo>
                  <a:cubicBezTo>
                    <a:pt x="11794" y="6612"/>
                    <a:pt x="11562" y="6121"/>
                    <a:pt x="11518" y="5604"/>
                  </a:cubicBezTo>
                  <a:cubicBezTo>
                    <a:pt x="11482" y="5193"/>
                    <a:pt x="11571" y="4783"/>
                    <a:pt x="11571" y="4373"/>
                  </a:cubicBezTo>
                  <a:cubicBezTo>
                    <a:pt x="11571" y="4355"/>
                    <a:pt x="11571" y="4346"/>
                    <a:pt x="11571" y="4328"/>
                  </a:cubicBezTo>
                  <a:lnTo>
                    <a:pt x="11625" y="4462"/>
                  </a:lnTo>
                  <a:cubicBezTo>
                    <a:pt x="11874" y="3855"/>
                    <a:pt x="11973" y="3008"/>
                    <a:pt x="11411" y="2669"/>
                  </a:cubicBezTo>
                  <a:cubicBezTo>
                    <a:pt x="11223" y="2553"/>
                    <a:pt x="10991" y="2517"/>
                    <a:pt x="10786" y="2428"/>
                  </a:cubicBezTo>
                  <a:cubicBezTo>
                    <a:pt x="10474" y="2276"/>
                    <a:pt x="10251" y="1982"/>
                    <a:pt x="10028" y="1723"/>
                  </a:cubicBezTo>
                  <a:cubicBezTo>
                    <a:pt x="9243" y="804"/>
                    <a:pt x="8145" y="100"/>
                    <a:pt x="6941" y="10"/>
                  </a:cubicBezTo>
                  <a:cubicBezTo>
                    <a:pt x="6850" y="4"/>
                    <a:pt x="6758" y="1"/>
                    <a:pt x="6667" y="1"/>
                  </a:cubicBezTo>
                  <a:close/>
                </a:path>
              </a:pathLst>
            </a:custGeom>
            <a:solidFill>
              <a:srgbClr val="ECB7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9" name="Google Shape;2159;p51"/>
            <p:cNvSpPr/>
            <p:nvPr>
              <p:custDataLst>
                <p:tags r:id="rId128"/>
              </p:custDataLst>
            </p:nvPr>
          </p:nvSpPr>
          <p:spPr>
            <a:xfrm>
              <a:off x="8652414" y="2676186"/>
              <a:ext cx="724396" cy="546882"/>
            </a:xfrm>
            <a:custGeom>
              <a:avLst/>
              <a:gdLst/>
              <a:ahLst/>
              <a:cxnLst/>
              <a:rect l="l" t="t" r="r" b="b"/>
              <a:pathLst>
                <a:path w="11973" h="9039" extrusionOk="0">
                  <a:moveTo>
                    <a:pt x="4034" y="1"/>
                  </a:moveTo>
                  <a:cubicBezTo>
                    <a:pt x="3550" y="1"/>
                    <a:pt x="3066" y="34"/>
                    <a:pt x="2606" y="162"/>
                  </a:cubicBezTo>
                  <a:cubicBezTo>
                    <a:pt x="1892" y="358"/>
                    <a:pt x="1205" y="795"/>
                    <a:pt x="911" y="1473"/>
                  </a:cubicBezTo>
                  <a:cubicBezTo>
                    <a:pt x="786" y="1768"/>
                    <a:pt x="732" y="2080"/>
                    <a:pt x="625" y="2383"/>
                  </a:cubicBezTo>
                  <a:cubicBezTo>
                    <a:pt x="483" y="2803"/>
                    <a:pt x="242" y="3186"/>
                    <a:pt x="126" y="3606"/>
                  </a:cubicBezTo>
                  <a:cubicBezTo>
                    <a:pt x="1" y="4034"/>
                    <a:pt x="10" y="4498"/>
                    <a:pt x="144" y="4926"/>
                  </a:cubicBezTo>
                  <a:cubicBezTo>
                    <a:pt x="170" y="5006"/>
                    <a:pt x="206" y="5086"/>
                    <a:pt x="268" y="5131"/>
                  </a:cubicBezTo>
                  <a:cubicBezTo>
                    <a:pt x="308" y="5160"/>
                    <a:pt x="351" y="5173"/>
                    <a:pt x="394" y="5173"/>
                  </a:cubicBezTo>
                  <a:cubicBezTo>
                    <a:pt x="540" y="5173"/>
                    <a:pt x="695" y="5032"/>
                    <a:pt x="750" y="4881"/>
                  </a:cubicBezTo>
                  <a:cubicBezTo>
                    <a:pt x="813" y="4676"/>
                    <a:pt x="804" y="4453"/>
                    <a:pt x="902" y="4275"/>
                  </a:cubicBezTo>
                  <a:cubicBezTo>
                    <a:pt x="964" y="4167"/>
                    <a:pt x="1097" y="4097"/>
                    <a:pt x="1212" y="4097"/>
                  </a:cubicBezTo>
                  <a:cubicBezTo>
                    <a:pt x="1296" y="4097"/>
                    <a:pt x="1371" y="4134"/>
                    <a:pt x="1401" y="4221"/>
                  </a:cubicBezTo>
                  <a:cubicBezTo>
                    <a:pt x="1428" y="4275"/>
                    <a:pt x="1419" y="4346"/>
                    <a:pt x="1401" y="4408"/>
                  </a:cubicBezTo>
                  <a:cubicBezTo>
                    <a:pt x="1321" y="4801"/>
                    <a:pt x="1089" y="5158"/>
                    <a:pt x="1045" y="5559"/>
                  </a:cubicBezTo>
                  <a:cubicBezTo>
                    <a:pt x="1003" y="5937"/>
                    <a:pt x="1253" y="6394"/>
                    <a:pt x="1618" y="6394"/>
                  </a:cubicBezTo>
                  <a:cubicBezTo>
                    <a:pt x="1640" y="6394"/>
                    <a:pt x="1663" y="6393"/>
                    <a:pt x="1687" y="6389"/>
                  </a:cubicBezTo>
                  <a:cubicBezTo>
                    <a:pt x="2151" y="6318"/>
                    <a:pt x="2222" y="5640"/>
                    <a:pt x="2606" y="5363"/>
                  </a:cubicBezTo>
                  <a:cubicBezTo>
                    <a:pt x="2744" y="5630"/>
                    <a:pt x="2955" y="5935"/>
                    <a:pt x="3233" y="5935"/>
                  </a:cubicBezTo>
                  <a:cubicBezTo>
                    <a:pt x="3261" y="5935"/>
                    <a:pt x="3290" y="5932"/>
                    <a:pt x="3319" y="5925"/>
                  </a:cubicBezTo>
                  <a:cubicBezTo>
                    <a:pt x="3489" y="5889"/>
                    <a:pt x="3605" y="5747"/>
                    <a:pt x="3694" y="5604"/>
                  </a:cubicBezTo>
                  <a:cubicBezTo>
                    <a:pt x="3917" y="5256"/>
                    <a:pt x="4060" y="4855"/>
                    <a:pt x="4354" y="4569"/>
                  </a:cubicBezTo>
                  <a:cubicBezTo>
                    <a:pt x="4523" y="4406"/>
                    <a:pt x="4769" y="4301"/>
                    <a:pt x="5000" y="4301"/>
                  </a:cubicBezTo>
                  <a:cubicBezTo>
                    <a:pt x="5173" y="4301"/>
                    <a:pt x="5337" y="4360"/>
                    <a:pt x="5452" y="4498"/>
                  </a:cubicBezTo>
                  <a:cubicBezTo>
                    <a:pt x="5692" y="4792"/>
                    <a:pt x="5550" y="5220"/>
                    <a:pt x="5568" y="5604"/>
                  </a:cubicBezTo>
                  <a:cubicBezTo>
                    <a:pt x="5623" y="5546"/>
                    <a:pt x="5693" y="5520"/>
                    <a:pt x="5766" y="5520"/>
                  </a:cubicBezTo>
                  <a:cubicBezTo>
                    <a:pt x="5960" y="5520"/>
                    <a:pt x="6177" y="5702"/>
                    <a:pt x="6210" y="5916"/>
                  </a:cubicBezTo>
                  <a:cubicBezTo>
                    <a:pt x="6263" y="6202"/>
                    <a:pt x="6103" y="6487"/>
                    <a:pt x="5978" y="6755"/>
                  </a:cubicBezTo>
                  <a:cubicBezTo>
                    <a:pt x="5826" y="7085"/>
                    <a:pt x="5710" y="7495"/>
                    <a:pt x="5889" y="7825"/>
                  </a:cubicBezTo>
                  <a:cubicBezTo>
                    <a:pt x="5986" y="7992"/>
                    <a:pt x="6192" y="8084"/>
                    <a:pt x="6382" y="8084"/>
                  </a:cubicBezTo>
                  <a:cubicBezTo>
                    <a:pt x="6558" y="8084"/>
                    <a:pt x="6721" y="8006"/>
                    <a:pt x="6772" y="7834"/>
                  </a:cubicBezTo>
                  <a:cubicBezTo>
                    <a:pt x="6834" y="7638"/>
                    <a:pt x="6745" y="7352"/>
                    <a:pt x="6933" y="7263"/>
                  </a:cubicBezTo>
                  <a:cubicBezTo>
                    <a:pt x="6965" y="7245"/>
                    <a:pt x="6998" y="7238"/>
                    <a:pt x="7032" y="7238"/>
                  </a:cubicBezTo>
                  <a:cubicBezTo>
                    <a:pt x="7163" y="7238"/>
                    <a:pt x="7299" y="7351"/>
                    <a:pt x="7441" y="7379"/>
                  </a:cubicBezTo>
                  <a:cubicBezTo>
                    <a:pt x="7464" y="7383"/>
                    <a:pt x="7487" y="7386"/>
                    <a:pt x="7509" y="7386"/>
                  </a:cubicBezTo>
                  <a:cubicBezTo>
                    <a:pt x="7808" y="7386"/>
                    <a:pt x="7993" y="7009"/>
                    <a:pt x="8092" y="6710"/>
                  </a:cubicBezTo>
                  <a:cubicBezTo>
                    <a:pt x="8199" y="6425"/>
                    <a:pt x="8324" y="6121"/>
                    <a:pt x="8574" y="5934"/>
                  </a:cubicBezTo>
                  <a:cubicBezTo>
                    <a:pt x="8695" y="5843"/>
                    <a:pt x="8850" y="5792"/>
                    <a:pt x="8998" y="5792"/>
                  </a:cubicBezTo>
                  <a:cubicBezTo>
                    <a:pt x="9156" y="5792"/>
                    <a:pt x="9307" y="5850"/>
                    <a:pt x="9404" y="5979"/>
                  </a:cubicBezTo>
                  <a:cubicBezTo>
                    <a:pt x="9636" y="6273"/>
                    <a:pt x="9439" y="6692"/>
                    <a:pt x="9297" y="7040"/>
                  </a:cubicBezTo>
                  <a:cubicBezTo>
                    <a:pt x="9154" y="7397"/>
                    <a:pt x="9181" y="7932"/>
                    <a:pt x="9546" y="7986"/>
                  </a:cubicBezTo>
                  <a:cubicBezTo>
                    <a:pt x="9566" y="7990"/>
                    <a:pt x="9585" y="7991"/>
                    <a:pt x="9605" y="7991"/>
                  </a:cubicBezTo>
                  <a:cubicBezTo>
                    <a:pt x="9771" y="7991"/>
                    <a:pt x="9928" y="7860"/>
                    <a:pt x="9984" y="7700"/>
                  </a:cubicBezTo>
                  <a:cubicBezTo>
                    <a:pt x="10010" y="7629"/>
                    <a:pt x="10019" y="7540"/>
                    <a:pt x="10073" y="7486"/>
                  </a:cubicBezTo>
                  <a:cubicBezTo>
                    <a:pt x="10108" y="7443"/>
                    <a:pt x="10160" y="7425"/>
                    <a:pt x="10214" y="7425"/>
                  </a:cubicBezTo>
                  <a:cubicBezTo>
                    <a:pt x="10296" y="7425"/>
                    <a:pt x="10385" y="7467"/>
                    <a:pt x="10438" y="7531"/>
                  </a:cubicBezTo>
                  <a:cubicBezTo>
                    <a:pt x="10528" y="7638"/>
                    <a:pt x="10546" y="7781"/>
                    <a:pt x="10554" y="7923"/>
                  </a:cubicBezTo>
                  <a:cubicBezTo>
                    <a:pt x="10563" y="8155"/>
                    <a:pt x="10563" y="8396"/>
                    <a:pt x="10644" y="8610"/>
                  </a:cubicBezTo>
                  <a:cubicBezTo>
                    <a:pt x="10724" y="8824"/>
                    <a:pt x="10911" y="9021"/>
                    <a:pt x="11143" y="9038"/>
                  </a:cubicBezTo>
                  <a:cubicBezTo>
                    <a:pt x="11149" y="9039"/>
                    <a:pt x="11155" y="9039"/>
                    <a:pt x="11161" y="9039"/>
                  </a:cubicBezTo>
                  <a:cubicBezTo>
                    <a:pt x="11377" y="9039"/>
                    <a:pt x="11574" y="8881"/>
                    <a:pt x="11670" y="8682"/>
                  </a:cubicBezTo>
                  <a:cubicBezTo>
                    <a:pt x="11777" y="8485"/>
                    <a:pt x="11794" y="8253"/>
                    <a:pt x="11812" y="8030"/>
                  </a:cubicBezTo>
                  <a:cubicBezTo>
                    <a:pt x="11866" y="7397"/>
                    <a:pt x="11910" y="6773"/>
                    <a:pt x="11839" y="6148"/>
                  </a:cubicBezTo>
                  <a:cubicBezTo>
                    <a:pt x="11803" y="5872"/>
                    <a:pt x="11750" y="5595"/>
                    <a:pt x="11759" y="5318"/>
                  </a:cubicBezTo>
                  <a:cubicBezTo>
                    <a:pt x="11786" y="4935"/>
                    <a:pt x="11946" y="4578"/>
                    <a:pt x="11955" y="4194"/>
                  </a:cubicBezTo>
                  <a:cubicBezTo>
                    <a:pt x="11973" y="3497"/>
                    <a:pt x="11475" y="2887"/>
                    <a:pt x="10877" y="2494"/>
                  </a:cubicBezTo>
                  <a:lnTo>
                    <a:pt x="10877" y="2494"/>
                  </a:lnTo>
                  <a:lnTo>
                    <a:pt x="11063" y="2615"/>
                  </a:lnTo>
                  <a:cubicBezTo>
                    <a:pt x="10742" y="1991"/>
                    <a:pt x="10198" y="1527"/>
                    <a:pt x="9662" y="1072"/>
                  </a:cubicBezTo>
                  <a:cubicBezTo>
                    <a:pt x="9484" y="920"/>
                    <a:pt x="9288" y="760"/>
                    <a:pt x="9056" y="697"/>
                  </a:cubicBezTo>
                  <a:cubicBezTo>
                    <a:pt x="8886" y="653"/>
                    <a:pt x="8708" y="662"/>
                    <a:pt x="8538" y="644"/>
                  </a:cubicBezTo>
                  <a:cubicBezTo>
                    <a:pt x="8092" y="590"/>
                    <a:pt x="7709" y="323"/>
                    <a:pt x="7289" y="198"/>
                  </a:cubicBezTo>
                  <a:cubicBezTo>
                    <a:pt x="6933" y="91"/>
                    <a:pt x="6558" y="73"/>
                    <a:pt x="6183" y="64"/>
                  </a:cubicBezTo>
                  <a:cubicBezTo>
                    <a:pt x="5719" y="46"/>
                    <a:pt x="5264" y="37"/>
                    <a:pt x="4800" y="19"/>
                  </a:cubicBezTo>
                  <a:cubicBezTo>
                    <a:pt x="4547" y="10"/>
                    <a:pt x="4290" y="1"/>
                    <a:pt x="40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0" name="Google Shape;2160;p51"/>
            <p:cNvSpPr/>
            <p:nvPr>
              <p:custDataLst>
                <p:tags r:id="rId129"/>
              </p:custDataLst>
            </p:nvPr>
          </p:nvSpPr>
          <p:spPr>
            <a:xfrm>
              <a:off x="8152664" y="2702202"/>
              <a:ext cx="100434" cy="83130"/>
            </a:xfrm>
            <a:custGeom>
              <a:avLst/>
              <a:gdLst/>
              <a:ahLst/>
              <a:cxnLst/>
              <a:rect l="l" t="t" r="r" b="b"/>
              <a:pathLst>
                <a:path w="1660" h="1374" extrusionOk="0">
                  <a:moveTo>
                    <a:pt x="1291" y="1"/>
                  </a:moveTo>
                  <a:cubicBezTo>
                    <a:pt x="1241" y="1"/>
                    <a:pt x="1192" y="14"/>
                    <a:pt x="1151" y="44"/>
                  </a:cubicBezTo>
                  <a:cubicBezTo>
                    <a:pt x="821" y="294"/>
                    <a:pt x="508" y="562"/>
                    <a:pt x="214" y="856"/>
                  </a:cubicBezTo>
                  <a:cubicBezTo>
                    <a:pt x="1" y="1070"/>
                    <a:pt x="207" y="1374"/>
                    <a:pt x="444" y="1374"/>
                  </a:cubicBezTo>
                  <a:cubicBezTo>
                    <a:pt x="514" y="1374"/>
                    <a:pt x="586" y="1347"/>
                    <a:pt x="651" y="1284"/>
                  </a:cubicBezTo>
                  <a:cubicBezTo>
                    <a:pt x="910" y="1035"/>
                    <a:pt x="1178" y="794"/>
                    <a:pt x="1463" y="571"/>
                  </a:cubicBezTo>
                  <a:cubicBezTo>
                    <a:pt x="1588" y="473"/>
                    <a:pt x="1659" y="312"/>
                    <a:pt x="1570" y="160"/>
                  </a:cubicBezTo>
                  <a:cubicBezTo>
                    <a:pt x="1521" y="68"/>
                    <a:pt x="1403" y="1"/>
                    <a:pt x="12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1" name="Google Shape;2161;p51"/>
            <p:cNvSpPr/>
            <p:nvPr>
              <p:custDataLst>
                <p:tags r:id="rId130"/>
              </p:custDataLst>
            </p:nvPr>
          </p:nvSpPr>
          <p:spPr>
            <a:xfrm>
              <a:off x="8478651" y="2642728"/>
              <a:ext cx="68065" cy="68186"/>
            </a:xfrm>
            <a:custGeom>
              <a:avLst/>
              <a:gdLst/>
              <a:ahLst/>
              <a:cxnLst/>
              <a:rect l="l" t="t" r="r" b="b"/>
              <a:pathLst>
                <a:path w="1125" h="1127" extrusionOk="0">
                  <a:moveTo>
                    <a:pt x="344" y="0"/>
                  </a:moveTo>
                  <a:cubicBezTo>
                    <a:pt x="262" y="0"/>
                    <a:pt x="180" y="32"/>
                    <a:pt x="125" y="91"/>
                  </a:cubicBezTo>
                  <a:cubicBezTo>
                    <a:pt x="0" y="207"/>
                    <a:pt x="9" y="394"/>
                    <a:pt x="125" y="519"/>
                  </a:cubicBezTo>
                  <a:lnTo>
                    <a:pt x="571" y="1036"/>
                  </a:lnTo>
                  <a:cubicBezTo>
                    <a:pt x="624" y="1098"/>
                    <a:pt x="702" y="1127"/>
                    <a:pt x="782" y="1127"/>
                  </a:cubicBezTo>
                  <a:cubicBezTo>
                    <a:pt x="865" y="1127"/>
                    <a:pt x="949" y="1095"/>
                    <a:pt x="1008" y="1036"/>
                  </a:cubicBezTo>
                  <a:cubicBezTo>
                    <a:pt x="1124" y="911"/>
                    <a:pt x="1115" y="733"/>
                    <a:pt x="1008" y="608"/>
                  </a:cubicBezTo>
                  <a:cubicBezTo>
                    <a:pt x="857" y="430"/>
                    <a:pt x="705" y="260"/>
                    <a:pt x="553" y="91"/>
                  </a:cubicBezTo>
                  <a:cubicBezTo>
                    <a:pt x="501" y="29"/>
                    <a:pt x="423" y="0"/>
                    <a:pt x="3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2" name="Google Shape;2162;p51"/>
            <p:cNvSpPr/>
            <p:nvPr>
              <p:custDataLst>
                <p:tags r:id="rId131"/>
              </p:custDataLst>
            </p:nvPr>
          </p:nvSpPr>
          <p:spPr>
            <a:xfrm>
              <a:off x="8753392" y="2643212"/>
              <a:ext cx="55602" cy="65403"/>
            </a:xfrm>
            <a:custGeom>
              <a:avLst/>
              <a:gdLst/>
              <a:ahLst/>
              <a:cxnLst/>
              <a:rect l="l" t="t" r="r" b="b"/>
              <a:pathLst>
                <a:path w="919" h="1081" extrusionOk="0">
                  <a:moveTo>
                    <a:pt x="330" y="1"/>
                  </a:moveTo>
                  <a:cubicBezTo>
                    <a:pt x="279" y="1"/>
                    <a:pt x="230" y="13"/>
                    <a:pt x="187" y="38"/>
                  </a:cubicBezTo>
                  <a:cubicBezTo>
                    <a:pt x="36" y="136"/>
                    <a:pt x="0" y="306"/>
                    <a:pt x="71" y="457"/>
                  </a:cubicBezTo>
                  <a:lnTo>
                    <a:pt x="312" y="930"/>
                  </a:lnTo>
                  <a:cubicBezTo>
                    <a:pt x="360" y="1025"/>
                    <a:pt x="471" y="1081"/>
                    <a:pt x="579" y="1081"/>
                  </a:cubicBezTo>
                  <a:cubicBezTo>
                    <a:pt x="633" y="1081"/>
                    <a:pt x="687" y="1067"/>
                    <a:pt x="732" y="1037"/>
                  </a:cubicBezTo>
                  <a:cubicBezTo>
                    <a:pt x="874" y="948"/>
                    <a:pt x="919" y="770"/>
                    <a:pt x="839" y="618"/>
                  </a:cubicBezTo>
                  <a:cubicBezTo>
                    <a:pt x="758" y="466"/>
                    <a:pt x="687" y="306"/>
                    <a:pt x="607" y="154"/>
                  </a:cubicBezTo>
                  <a:cubicBezTo>
                    <a:pt x="552" y="56"/>
                    <a:pt x="439" y="1"/>
                    <a:pt x="3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3" name="Google Shape;2163;p51"/>
            <p:cNvSpPr/>
            <p:nvPr>
              <p:custDataLst>
                <p:tags r:id="rId132"/>
              </p:custDataLst>
            </p:nvPr>
          </p:nvSpPr>
          <p:spPr>
            <a:xfrm>
              <a:off x="8746374" y="2899621"/>
              <a:ext cx="71272" cy="65282"/>
            </a:xfrm>
            <a:custGeom>
              <a:avLst/>
              <a:gdLst/>
              <a:ahLst/>
              <a:cxnLst/>
              <a:rect l="l" t="t" r="r" b="b"/>
              <a:pathLst>
                <a:path w="1178" h="1079" extrusionOk="0">
                  <a:moveTo>
                    <a:pt x="335" y="1"/>
                  </a:moveTo>
                  <a:cubicBezTo>
                    <a:pt x="258" y="1"/>
                    <a:pt x="182" y="30"/>
                    <a:pt x="125" y="91"/>
                  </a:cubicBezTo>
                  <a:cubicBezTo>
                    <a:pt x="9" y="207"/>
                    <a:pt x="0" y="403"/>
                    <a:pt x="125" y="519"/>
                  </a:cubicBezTo>
                  <a:lnTo>
                    <a:pt x="625" y="992"/>
                  </a:lnTo>
                  <a:cubicBezTo>
                    <a:pt x="687" y="1050"/>
                    <a:pt x="765" y="1079"/>
                    <a:pt x="843" y="1079"/>
                  </a:cubicBezTo>
                  <a:cubicBezTo>
                    <a:pt x="921" y="1079"/>
                    <a:pt x="999" y="1050"/>
                    <a:pt x="1062" y="992"/>
                  </a:cubicBezTo>
                  <a:cubicBezTo>
                    <a:pt x="1169" y="876"/>
                    <a:pt x="1178" y="671"/>
                    <a:pt x="1062" y="555"/>
                  </a:cubicBezTo>
                  <a:cubicBezTo>
                    <a:pt x="892" y="403"/>
                    <a:pt x="723" y="243"/>
                    <a:pt x="553" y="91"/>
                  </a:cubicBezTo>
                  <a:cubicBezTo>
                    <a:pt x="494" y="32"/>
                    <a:pt x="414" y="1"/>
                    <a:pt x="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4" name="Google Shape;2164;p51"/>
            <p:cNvSpPr/>
            <p:nvPr>
              <p:custDataLst>
                <p:tags r:id="rId133"/>
              </p:custDataLst>
            </p:nvPr>
          </p:nvSpPr>
          <p:spPr>
            <a:xfrm>
              <a:off x="8802460" y="2758893"/>
              <a:ext cx="72421" cy="49007"/>
            </a:xfrm>
            <a:custGeom>
              <a:avLst/>
              <a:gdLst/>
              <a:ahLst/>
              <a:cxnLst/>
              <a:rect l="l" t="t" r="r" b="b"/>
              <a:pathLst>
                <a:path w="1197" h="810" extrusionOk="0">
                  <a:moveTo>
                    <a:pt x="861" y="1"/>
                  </a:moveTo>
                  <a:cubicBezTo>
                    <a:pt x="833" y="1"/>
                    <a:pt x="804" y="6"/>
                    <a:pt x="777" y="17"/>
                  </a:cubicBezTo>
                  <a:cubicBezTo>
                    <a:pt x="599" y="80"/>
                    <a:pt x="429" y="142"/>
                    <a:pt x="260" y="205"/>
                  </a:cubicBezTo>
                  <a:cubicBezTo>
                    <a:pt x="99" y="267"/>
                    <a:pt x="1" y="410"/>
                    <a:pt x="46" y="579"/>
                  </a:cubicBezTo>
                  <a:cubicBezTo>
                    <a:pt x="75" y="704"/>
                    <a:pt x="206" y="810"/>
                    <a:pt x="336" y="810"/>
                  </a:cubicBezTo>
                  <a:cubicBezTo>
                    <a:pt x="364" y="810"/>
                    <a:pt x="393" y="805"/>
                    <a:pt x="420" y="793"/>
                  </a:cubicBezTo>
                  <a:cubicBezTo>
                    <a:pt x="590" y="731"/>
                    <a:pt x="768" y="668"/>
                    <a:pt x="938" y="606"/>
                  </a:cubicBezTo>
                  <a:cubicBezTo>
                    <a:pt x="1089" y="553"/>
                    <a:pt x="1196" y="401"/>
                    <a:pt x="1152" y="231"/>
                  </a:cubicBezTo>
                  <a:cubicBezTo>
                    <a:pt x="1115" y="107"/>
                    <a:pt x="989" y="1"/>
                    <a:pt x="8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5" name="Google Shape;2165;p51"/>
            <p:cNvSpPr/>
            <p:nvPr>
              <p:custDataLst>
                <p:tags r:id="rId134"/>
              </p:custDataLst>
            </p:nvPr>
          </p:nvSpPr>
          <p:spPr>
            <a:xfrm>
              <a:off x="9023777" y="2798340"/>
              <a:ext cx="62681" cy="64798"/>
            </a:xfrm>
            <a:custGeom>
              <a:avLst/>
              <a:gdLst/>
              <a:ahLst/>
              <a:cxnLst/>
              <a:rect l="l" t="t" r="r" b="b"/>
              <a:pathLst>
                <a:path w="1036" h="1071" extrusionOk="0">
                  <a:moveTo>
                    <a:pt x="349" y="1"/>
                  </a:moveTo>
                  <a:cubicBezTo>
                    <a:pt x="263" y="1"/>
                    <a:pt x="176" y="32"/>
                    <a:pt x="125" y="88"/>
                  </a:cubicBezTo>
                  <a:cubicBezTo>
                    <a:pt x="1" y="222"/>
                    <a:pt x="18" y="391"/>
                    <a:pt x="125" y="525"/>
                  </a:cubicBezTo>
                  <a:cubicBezTo>
                    <a:pt x="241" y="677"/>
                    <a:pt x="366" y="828"/>
                    <a:pt x="482" y="980"/>
                  </a:cubicBezTo>
                  <a:cubicBezTo>
                    <a:pt x="530" y="1041"/>
                    <a:pt x="611" y="1070"/>
                    <a:pt x="693" y="1070"/>
                  </a:cubicBezTo>
                  <a:cubicBezTo>
                    <a:pt x="778" y="1070"/>
                    <a:pt x="865" y="1039"/>
                    <a:pt x="919" y="980"/>
                  </a:cubicBezTo>
                  <a:cubicBezTo>
                    <a:pt x="1035" y="846"/>
                    <a:pt x="1018" y="686"/>
                    <a:pt x="919" y="552"/>
                  </a:cubicBezTo>
                  <a:cubicBezTo>
                    <a:pt x="795" y="400"/>
                    <a:pt x="679" y="240"/>
                    <a:pt x="554" y="88"/>
                  </a:cubicBezTo>
                  <a:cubicBezTo>
                    <a:pt x="506" y="28"/>
                    <a:pt x="428" y="1"/>
                    <a:pt x="3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6" name="Google Shape;2166;p51"/>
            <p:cNvSpPr/>
            <p:nvPr>
              <p:custDataLst>
                <p:tags r:id="rId135"/>
              </p:custDataLst>
            </p:nvPr>
          </p:nvSpPr>
          <p:spPr>
            <a:xfrm>
              <a:off x="9040052" y="2956978"/>
              <a:ext cx="56570" cy="75507"/>
            </a:xfrm>
            <a:custGeom>
              <a:avLst/>
              <a:gdLst/>
              <a:ahLst/>
              <a:cxnLst/>
              <a:rect l="l" t="t" r="r" b="b"/>
              <a:pathLst>
                <a:path w="935" h="1248" extrusionOk="0">
                  <a:moveTo>
                    <a:pt x="371" y="0"/>
                  </a:moveTo>
                  <a:cubicBezTo>
                    <a:pt x="187" y="0"/>
                    <a:pt x="1" y="148"/>
                    <a:pt x="71" y="374"/>
                  </a:cubicBezTo>
                  <a:cubicBezTo>
                    <a:pt x="142" y="597"/>
                    <a:pt x="204" y="811"/>
                    <a:pt x="276" y="1034"/>
                  </a:cubicBezTo>
                  <a:cubicBezTo>
                    <a:pt x="322" y="1183"/>
                    <a:pt x="443" y="1248"/>
                    <a:pt x="564" y="1248"/>
                  </a:cubicBezTo>
                  <a:cubicBezTo>
                    <a:pt x="748" y="1248"/>
                    <a:pt x="934" y="1099"/>
                    <a:pt x="865" y="874"/>
                  </a:cubicBezTo>
                  <a:cubicBezTo>
                    <a:pt x="793" y="651"/>
                    <a:pt x="731" y="428"/>
                    <a:pt x="659" y="214"/>
                  </a:cubicBezTo>
                  <a:cubicBezTo>
                    <a:pt x="613" y="65"/>
                    <a:pt x="493" y="0"/>
                    <a:pt x="3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7" name="Google Shape;2167;p51"/>
            <p:cNvSpPr/>
            <p:nvPr>
              <p:custDataLst>
                <p:tags r:id="rId136"/>
              </p:custDataLst>
            </p:nvPr>
          </p:nvSpPr>
          <p:spPr>
            <a:xfrm>
              <a:off x="9224585" y="2789083"/>
              <a:ext cx="69154" cy="42110"/>
            </a:xfrm>
            <a:custGeom>
              <a:avLst/>
              <a:gdLst/>
              <a:ahLst/>
              <a:cxnLst/>
              <a:rect l="l" t="t" r="r" b="b"/>
              <a:pathLst>
                <a:path w="1143" h="696" extrusionOk="0">
                  <a:moveTo>
                    <a:pt x="801" y="1"/>
                  </a:moveTo>
                  <a:cubicBezTo>
                    <a:pt x="775" y="1"/>
                    <a:pt x="749" y="3"/>
                    <a:pt x="723" y="9"/>
                  </a:cubicBezTo>
                  <a:lnTo>
                    <a:pt x="259" y="98"/>
                  </a:lnTo>
                  <a:cubicBezTo>
                    <a:pt x="107" y="125"/>
                    <a:pt x="0" y="321"/>
                    <a:pt x="45" y="473"/>
                  </a:cubicBezTo>
                  <a:cubicBezTo>
                    <a:pt x="90" y="616"/>
                    <a:pt x="205" y="695"/>
                    <a:pt x="341" y="695"/>
                  </a:cubicBezTo>
                  <a:cubicBezTo>
                    <a:pt x="367" y="695"/>
                    <a:pt x="393" y="692"/>
                    <a:pt x="419" y="687"/>
                  </a:cubicBezTo>
                  <a:lnTo>
                    <a:pt x="883" y="598"/>
                  </a:lnTo>
                  <a:cubicBezTo>
                    <a:pt x="1044" y="562"/>
                    <a:pt x="1142" y="366"/>
                    <a:pt x="1097" y="223"/>
                  </a:cubicBezTo>
                  <a:cubicBezTo>
                    <a:pt x="1052" y="80"/>
                    <a:pt x="937" y="1"/>
                    <a:pt x="8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8" name="Google Shape;2168;p51"/>
            <p:cNvSpPr/>
            <p:nvPr>
              <p:custDataLst>
                <p:tags r:id="rId137"/>
              </p:custDataLst>
            </p:nvPr>
          </p:nvSpPr>
          <p:spPr>
            <a:xfrm>
              <a:off x="9272623" y="2937375"/>
              <a:ext cx="65343" cy="96562"/>
            </a:xfrm>
            <a:custGeom>
              <a:avLst/>
              <a:gdLst/>
              <a:ahLst/>
              <a:cxnLst/>
              <a:rect l="l" t="t" r="r" b="b"/>
              <a:pathLst>
                <a:path w="1080" h="1596" extrusionOk="0">
                  <a:moveTo>
                    <a:pt x="354" y="1"/>
                  </a:moveTo>
                  <a:cubicBezTo>
                    <a:pt x="329" y="1"/>
                    <a:pt x="303" y="4"/>
                    <a:pt x="277" y="11"/>
                  </a:cubicBezTo>
                  <a:cubicBezTo>
                    <a:pt x="125" y="56"/>
                    <a:pt x="0" y="234"/>
                    <a:pt x="63" y="386"/>
                  </a:cubicBezTo>
                  <a:lnTo>
                    <a:pt x="428" y="1367"/>
                  </a:lnTo>
                  <a:cubicBezTo>
                    <a:pt x="480" y="1499"/>
                    <a:pt x="592" y="1595"/>
                    <a:pt x="724" y="1595"/>
                  </a:cubicBezTo>
                  <a:cubicBezTo>
                    <a:pt x="752" y="1595"/>
                    <a:pt x="782" y="1591"/>
                    <a:pt x="812" y="1581"/>
                  </a:cubicBezTo>
                  <a:cubicBezTo>
                    <a:pt x="955" y="1546"/>
                    <a:pt x="1080" y="1367"/>
                    <a:pt x="1026" y="1207"/>
                  </a:cubicBezTo>
                  <a:lnTo>
                    <a:pt x="651" y="225"/>
                  </a:lnTo>
                  <a:cubicBezTo>
                    <a:pt x="599" y="97"/>
                    <a:pt x="489" y="1"/>
                    <a:pt x="3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9" name="Google Shape;2169;p51"/>
            <p:cNvSpPr/>
            <p:nvPr>
              <p:custDataLst>
                <p:tags r:id="rId138"/>
              </p:custDataLst>
            </p:nvPr>
          </p:nvSpPr>
          <p:spPr>
            <a:xfrm>
              <a:off x="8855399" y="2846742"/>
              <a:ext cx="57235" cy="55239"/>
            </a:xfrm>
            <a:custGeom>
              <a:avLst/>
              <a:gdLst/>
              <a:ahLst/>
              <a:cxnLst/>
              <a:rect l="l" t="t" r="r" b="b"/>
              <a:pathLst>
                <a:path w="946" h="913" extrusionOk="0">
                  <a:moveTo>
                    <a:pt x="589" y="0"/>
                  </a:moveTo>
                  <a:cubicBezTo>
                    <a:pt x="513" y="0"/>
                    <a:pt x="439" y="28"/>
                    <a:pt x="384" y="91"/>
                  </a:cubicBezTo>
                  <a:cubicBezTo>
                    <a:pt x="303" y="189"/>
                    <a:pt x="214" y="287"/>
                    <a:pt x="125" y="394"/>
                  </a:cubicBezTo>
                  <a:cubicBezTo>
                    <a:pt x="27" y="510"/>
                    <a:pt x="0" y="706"/>
                    <a:pt x="125" y="822"/>
                  </a:cubicBezTo>
                  <a:cubicBezTo>
                    <a:pt x="186" y="879"/>
                    <a:pt x="272" y="913"/>
                    <a:pt x="357" y="913"/>
                  </a:cubicBezTo>
                  <a:cubicBezTo>
                    <a:pt x="433" y="913"/>
                    <a:pt x="507" y="885"/>
                    <a:pt x="562" y="822"/>
                  </a:cubicBezTo>
                  <a:cubicBezTo>
                    <a:pt x="642" y="724"/>
                    <a:pt x="732" y="617"/>
                    <a:pt x="821" y="519"/>
                  </a:cubicBezTo>
                  <a:cubicBezTo>
                    <a:pt x="919" y="394"/>
                    <a:pt x="946" y="207"/>
                    <a:pt x="821" y="91"/>
                  </a:cubicBezTo>
                  <a:cubicBezTo>
                    <a:pt x="760" y="34"/>
                    <a:pt x="674" y="0"/>
                    <a:pt x="5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0" name="Google Shape;2170;p51"/>
            <p:cNvSpPr/>
            <p:nvPr>
              <p:custDataLst>
                <p:tags r:id="rId139"/>
              </p:custDataLst>
            </p:nvPr>
          </p:nvSpPr>
          <p:spPr>
            <a:xfrm>
              <a:off x="8929878" y="2697301"/>
              <a:ext cx="70727" cy="37814"/>
            </a:xfrm>
            <a:custGeom>
              <a:avLst/>
              <a:gdLst/>
              <a:ahLst/>
              <a:cxnLst/>
              <a:rect l="l" t="t" r="r" b="b"/>
              <a:pathLst>
                <a:path w="1169" h="625" extrusionOk="0">
                  <a:moveTo>
                    <a:pt x="290" y="0"/>
                  </a:moveTo>
                  <a:cubicBezTo>
                    <a:pt x="135" y="0"/>
                    <a:pt x="0" y="148"/>
                    <a:pt x="0" y="304"/>
                  </a:cubicBezTo>
                  <a:cubicBezTo>
                    <a:pt x="0" y="473"/>
                    <a:pt x="143" y="607"/>
                    <a:pt x="304" y="607"/>
                  </a:cubicBezTo>
                  <a:lnTo>
                    <a:pt x="866" y="625"/>
                  </a:lnTo>
                  <a:cubicBezTo>
                    <a:pt x="1035" y="625"/>
                    <a:pt x="1169" y="482"/>
                    <a:pt x="1169" y="313"/>
                  </a:cubicBezTo>
                  <a:cubicBezTo>
                    <a:pt x="1169" y="152"/>
                    <a:pt x="1035" y="18"/>
                    <a:pt x="866" y="9"/>
                  </a:cubicBezTo>
                  <a:lnTo>
                    <a:pt x="304" y="0"/>
                  </a:lnTo>
                  <a:cubicBezTo>
                    <a:pt x="299" y="0"/>
                    <a:pt x="295" y="0"/>
                    <a:pt x="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1" name="Google Shape;2171;p51"/>
            <p:cNvSpPr/>
            <p:nvPr>
              <p:custDataLst>
                <p:tags r:id="rId140"/>
              </p:custDataLst>
            </p:nvPr>
          </p:nvSpPr>
          <p:spPr>
            <a:xfrm>
              <a:off x="9133892" y="2899742"/>
              <a:ext cx="65343" cy="65585"/>
            </a:xfrm>
            <a:custGeom>
              <a:avLst/>
              <a:gdLst/>
              <a:ahLst/>
              <a:cxnLst/>
              <a:rect l="l" t="t" r="r" b="b"/>
              <a:pathLst>
                <a:path w="1080" h="1084" extrusionOk="0">
                  <a:moveTo>
                    <a:pt x="359" y="1"/>
                  </a:moveTo>
                  <a:cubicBezTo>
                    <a:pt x="311" y="1"/>
                    <a:pt x="262" y="14"/>
                    <a:pt x="215" y="44"/>
                  </a:cubicBezTo>
                  <a:cubicBezTo>
                    <a:pt x="90" y="125"/>
                    <a:pt x="0" y="330"/>
                    <a:pt x="107" y="464"/>
                  </a:cubicBezTo>
                  <a:cubicBezTo>
                    <a:pt x="215" y="615"/>
                    <a:pt x="331" y="776"/>
                    <a:pt x="446" y="928"/>
                  </a:cubicBezTo>
                  <a:cubicBezTo>
                    <a:pt x="515" y="1020"/>
                    <a:pt x="617" y="1083"/>
                    <a:pt x="724" y="1083"/>
                  </a:cubicBezTo>
                  <a:cubicBezTo>
                    <a:pt x="771" y="1083"/>
                    <a:pt x="819" y="1071"/>
                    <a:pt x="866" y="1044"/>
                  </a:cubicBezTo>
                  <a:cubicBezTo>
                    <a:pt x="991" y="963"/>
                    <a:pt x="1080" y="758"/>
                    <a:pt x="973" y="624"/>
                  </a:cubicBezTo>
                  <a:lnTo>
                    <a:pt x="634" y="151"/>
                  </a:lnTo>
                  <a:cubicBezTo>
                    <a:pt x="566" y="65"/>
                    <a:pt x="465" y="1"/>
                    <a:pt x="3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2" name="Google Shape;2172;p51"/>
            <p:cNvSpPr/>
            <p:nvPr>
              <p:custDataLst>
                <p:tags r:id="rId141"/>
              </p:custDataLst>
            </p:nvPr>
          </p:nvSpPr>
          <p:spPr>
            <a:xfrm>
              <a:off x="8333445" y="2724769"/>
              <a:ext cx="71332" cy="71635"/>
            </a:xfrm>
            <a:custGeom>
              <a:avLst/>
              <a:gdLst/>
              <a:ahLst/>
              <a:cxnLst/>
              <a:rect l="l" t="t" r="r" b="b"/>
              <a:pathLst>
                <a:path w="1179" h="1184" extrusionOk="0">
                  <a:moveTo>
                    <a:pt x="362" y="0"/>
                  </a:moveTo>
                  <a:cubicBezTo>
                    <a:pt x="313" y="0"/>
                    <a:pt x="264" y="14"/>
                    <a:pt x="215" y="46"/>
                  </a:cubicBezTo>
                  <a:cubicBezTo>
                    <a:pt x="81" y="117"/>
                    <a:pt x="1" y="331"/>
                    <a:pt x="99" y="465"/>
                  </a:cubicBezTo>
                  <a:cubicBezTo>
                    <a:pt x="250" y="653"/>
                    <a:pt x="393" y="840"/>
                    <a:pt x="545" y="1036"/>
                  </a:cubicBezTo>
                  <a:cubicBezTo>
                    <a:pt x="612" y="1122"/>
                    <a:pt x="710" y="1183"/>
                    <a:pt x="817" y="1183"/>
                  </a:cubicBezTo>
                  <a:cubicBezTo>
                    <a:pt x="865" y="1183"/>
                    <a:pt x="914" y="1171"/>
                    <a:pt x="964" y="1143"/>
                  </a:cubicBezTo>
                  <a:cubicBezTo>
                    <a:pt x="1089" y="1072"/>
                    <a:pt x="1178" y="858"/>
                    <a:pt x="1071" y="724"/>
                  </a:cubicBezTo>
                  <a:cubicBezTo>
                    <a:pt x="928" y="537"/>
                    <a:pt x="777" y="340"/>
                    <a:pt x="634" y="153"/>
                  </a:cubicBezTo>
                  <a:cubicBezTo>
                    <a:pt x="561" y="62"/>
                    <a:pt x="464" y="0"/>
                    <a:pt x="3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3" name="Google Shape;2173;p51"/>
            <p:cNvSpPr/>
            <p:nvPr>
              <p:custDataLst>
                <p:tags r:id="rId142"/>
              </p:custDataLst>
            </p:nvPr>
          </p:nvSpPr>
          <p:spPr>
            <a:xfrm>
              <a:off x="8641644" y="2668260"/>
              <a:ext cx="68610" cy="61894"/>
            </a:xfrm>
            <a:custGeom>
              <a:avLst/>
              <a:gdLst/>
              <a:ahLst/>
              <a:cxnLst/>
              <a:rect l="l" t="t" r="r" b="b"/>
              <a:pathLst>
                <a:path w="1134" h="1023" extrusionOk="0">
                  <a:moveTo>
                    <a:pt x="330" y="1"/>
                  </a:moveTo>
                  <a:cubicBezTo>
                    <a:pt x="255" y="1"/>
                    <a:pt x="181" y="28"/>
                    <a:pt x="125" y="88"/>
                  </a:cubicBezTo>
                  <a:cubicBezTo>
                    <a:pt x="18" y="204"/>
                    <a:pt x="0" y="400"/>
                    <a:pt x="125" y="516"/>
                  </a:cubicBezTo>
                  <a:lnTo>
                    <a:pt x="571" y="935"/>
                  </a:lnTo>
                  <a:cubicBezTo>
                    <a:pt x="632" y="991"/>
                    <a:pt x="716" y="1022"/>
                    <a:pt x="799" y="1022"/>
                  </a:cubicBezTo>
                  <a:cubicBezTo>
                    <a:pt x="876" y="1022"/>
                    <a:pt x="953" y="995"/>
                    <a:pt x="1009" y="935"/>
                  </a:cubicBezTo>
                  <a:cubicBezTo>
                    <a:pt x="1116" y="819"/>
                    <a:pt x="1133" y="623"/>
                    <a:pt x="1009" y="507"/>
                  </a:cubicBezTo>
                  <a:cubicBezTo>
                    <a:pt x="857" y="364"/>
                    <a:pt x="705" y="222"/>
                    <a:pt x="554" y="88"/>
                  </a:cubicBezTo>
                  <a:cubicBezTo>
                    <a:pt x="493" y="32"/>
                    <a:pt x="411" y="1"/>
                    <a:pt x="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4" name="Google Shape;2174;p51"/>
            <p:cNvSpPr/>
            <p:nvPr>
              <p:custDataLst>
                <p:tags r:id="rId143"/>
              </p:custDataLst>
            </p:nvPr>
          </p:nvSpPr>
          <p:spPr>
            <a:xfrm>
              <a:off x="8754481" y="2819274"/>
              <a:ext cx="43743" cy="67581"/>
            </a:xfrm>
            <a:custGeom>
              <a:avLst/>
              <a:gdLst/>
              <a:ahLst/>
              <a:cxnLst/>
              <a:rect l="l" t="t" r="r" b="b"/>
              <a:pathLst>
                <a:path w="723" h="1117" extrusionOk="0">
                  <a:moveTo>
                    <a:pt x="405" y="0"/>
                  </a:moveTo>
                  <a:cubicBezTo>
                    <a:pt x="401" y="0"/>
                    <a:pt x="397" y="0"/>
                    <a:pt x="392" y="1"/>
                  </a:cubicBezTo>
                  <a:cubicBezTo>
                    <a:pt x="214" y="9"/>
                    <a:pt x="107" y="134"/>
                    <a:pt x="89" y="304"/>
                  </a:cubicBezTo>
                  <a:cubicBezTo>
                    <a:pt x="71" y="473"/>
                    <a:pt x="45" y="643"/>
                    <a:pt x="27" y="812"/>
                  </a:cubicBezTo>
                  <a:cubicBezTo>
                    <a:pt x="1" y="968"/>
                    <a:pt x="168" y="1116"/>
                    <a:pt x="317" y="1116"/>
                  </a:cubicBezTo>
                  <a:cubicBezTo>
                    <a:pt x="321" y="1116"/>
                    <a:pt x="326" y="1116"/>
                    <a:pt x="330" y="1116"/>
                  </a:cubicBezTo>
                  <a:cubicBezTo>
                    <a:pt x="508" y="1107"/>
                    <a:pt x="615" y="982"/>
                    <a:pt x="633" y="812"/>
                  </a:cubicBezTo>
                  <a:lnTo>
                    <a:pt x="705" y="304"/>
                  </a:lnTo>
                  <a:cubicBezTo>
                    <a:pt x="722" y="148"/>
                    <a:pt x="554" y="0"/>
                    <a:pt x="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5" name="Google Shape;2175;p51"/>
            <p:cNvSpPr/>
            <p:nvPr>
              <p:custDataLst>
                <p:tags r:id="rId144"/>
              </p:custDataLst>
            </p:nvPr>
          </p:nvSpPr>
          <p:spPr>
            <a:xfrm>
              <a:off x="9109086" y="2725374"/>
              <a:ext cx="69094" cy="40900"/>
            </a:xfrm>
            <a:custGeom>
              <a:avLst/>
              <a:gdLst/>
              <a:ahLst/>
              <a:cxnLst/>
              <a:rect l="l" t="t" r="r" b="b"/>
              <a:pathLst>
                <a:path w="1142" h="676" extrusionOk="0">
                  <a:moveTo>
                    <a:pt x="806" y="0"/>
                  </a:moveTo>
                  <a:cubicBezTo>
                    <a:pt x="779" y="0"/>
                    <a:pt x="751" y="3"/>
                    <a:pt x="723" y="9"/>
                  </a:cubicBezTo>
                  <a:lnTo>
                    <a:pt x="259" y="81"/>
                  </a:lnTo>
                  <a:cubicBezTo>
                    <a:pt x="98" y="107"/>
                    <a:pt x="0" y="313"/>
                    <a:pt x="45" y="455"/>
                  </a:cubicBezTo>
                  <a:cubicBezTo>
                    <a:pt x="90" y="608"/>
                    <a:pt x="207" y="675"/>
                    <a:pt x="346" y="675"/>
                  </a:cubicBezTo>
                  <a:cubicBezTo>
                    <a:pt x="370" y="675"/>
                    <a:pt x="394" y="673"/>
                    <a:pt x="419" y="669"/>
                  </a:cubicBezTo>
                  <a:lnTo>
                    <a:pt x="883" y="598"/>
                  </a:lnTo>
                  <a:cubicBezTo>
                    <a:pt x="1044" y="571"/>
                    <a:pt x="1142" y="366"/>
                    <a:pt x="1097" y="214"/>
                  </a:cubicBezTo>
                  <a:cubicBezTo>
                    <a:pt x="1053" y="73"/>
                    <a:pt x="940" y="0"/>
                    <a:pt x="8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6" name="Google Shape;2176;p51"/>
            <p:cNvSpPr/>
            <p:nvPr>
              <p:custDataLst>
                <p:tags r:id="rId145"/>
              </p:custDataLst>
            </p:nvPr>
          </p:nvSpPr>
          <p:spPr>
            <a:xfrm>
              <a:off x="9105818" y="2974160"/>
              <a:ext cx="56751" cy="39266"/>
            </a:xfrm>
            <a:custGeom>
              <a:avLst/>
              <a:gdLst/>
              <a:ahLst/>
              <a:cxnLst/>
              <a:rect l="l" t="t" r="r" b="b"/>
              <a:pathLst>
                <a:path w="938" h="649" extrusionOk="0">
                  <a:moveTo>
                    <a:pt x="601" y="1"/>
                  </a:moveTo>
                  <a:cubicBezTo>
                    <a:pt x="574" y="1"/>
                    <a:pt x="546" y="4"/>
                    <a:pt x="518" y="10"/>
                  </a:cubicBezTo>
                  <a:cubicBezTo>
                    <a:pt x="429" y="19"/>
                    <a:pt x="348" y="37"/>
                    <a:pt x="259" y="54"/>
                  </a:cubicBezTo>
                  <a:cubicBezTo>
                    <a:pt x="99" y="81"/>
                    <a:pt x="1" y="277"/>
                    <a:pt x="45" y="429"/>
                  </a:cubicBezTo>
                  <a:cubicBezTo>
                    <a:pt x="91" y="575"/>
                    <a:pt x="211" y="649"/>
                    <a:pt x="352" y="649"/>
                  </a:cubicBezTo>
                  <a:cubicBezTo>
                    <a:pt x="374" y="649"/>
                    <a:pt x="397" y="647"/>
                    <a:pt x="420" y="643"/>
                  </a:cubicBezTo>
                  <a:cubicBezTo>
                    <a:pt x="509" y="625"/>
                    <a:pt x="589" y="608"/>
                    <a:pt x="679" y="599"/>
                  </a:cubicBezTo>
                  <a:cubicBezTo>
                    <a:pt x="839" y="572"/>
                    <a:pt x="937" y="367"/>
                    <a:pt x="893" y="215"/>
                  </a:cubicBezTo>
                  <a:cubicBezTo>
                    <a:pt x="848" y="74"/>
                    <a:pt x="736" y="1"/>
                    <a:pt x="6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7" name="Google Shape;2177;p51"/>
            <p:cNvSpPr/>
            <p:nvPr>
              <p:custDataLst>
                <p:tags r:id="rId146"/>
              </p:custDataLst>
            </p:nvPr>
          </p:nvSpPr>
          <p:spPr>
            <a:xfrm>
              <a:off x="8306885" y="2870157"/>
              <a:ext cx="88818" cy="48886"/>
            </a:xfrm>
            <a:custGeom>
              <a:avLst/>
              <a:gdLst/>
              <a:ahLst/>
              <a:cxnLst/>
              <a:rect l="l" t="t" r="r" b="b"/>
              <a:pathLst>
                <a:path w="1468" h="808" extrusionOk="0">
                  <a:moveTo>
                    <a:pt x="1060" y="1"/>
                  </a:moveTo>
                  <a:cubicBezTo>
                    <a:pt x="1031" y="1"/>
                    <a:pt x="999" y="6"/>
                    <a:pt x="966" y="16"/>
                  </a:cubicBezTo>
                  <a:cubicBezTo>
                    <a:pt x="752" y="78"/>
                    <a:pt x="547" y="141"/>
                    <a:pt x="341" y="203"/>
                  </a:cubicBezTo>
                  <a:cubicBezTo>
                    <a:pt x="0" y="309"/>
                    <a:pt x="103" y="807"/>
                    <a:pt x="414" y="807"/>
                  </a:cubicBezTo>
                  <a:cubicBezTo>
                    <a:pt x="444" y="807"/>
                    <a:pt x="477" y="802"/>
                    <a:pt x="511" y="792"/>
                  </a:cubicBezTo>
                  <a:cubicBezTo>
                    <a:pt x="716" y="730"/>
                    <a:pt x="921" y="667"/>
                    <a:pt x="1126" y="605"/>
                  </a:cubicBezTo>
                  <a:cubicBezTo>
                    <a:pt x="1468" y="499"/>
                    <a:pt x="1365" y="1"/>
                    <a:pt x="10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8" name="Google Shape;2178;p51"/>
            <p:cNvSpPr/>
            <p:nvPr>
              <p:custDataLst>
                <p:tags r:id="rId147"/>
              </p:custDataLst>
            </p:nvPr>
          </p:nvSpPr>
          <p:spPr>
            <a:xfrm>
              <a:off x="8566077" y="2734147"/>
              <a:ext cx="62136" cy="46163"/>
            </a:xfrm>
            <a:custGeom>
              <a:avLst/>
              <a:gdLst/>
              <a:ahLst/>
              <a:cxnLst/>
              <a:rect l="l" t="t" r="r" b="b"/>
              <a:pathLst>
                <a:path w="1027" h="763" extrusionOk="0">
                  <a:moveTo>
                    <a:pt x="334" y="0"/>
                  </a:moveTo>
                  <a:cubicBezTo>
                    <a:pt x="231" y="0"/>
                    <a:pt x="130" y="44"/>
                    <a:pt x="72" y="150"/>
                  </a:cubicBezTo>
                  <a:cubicBezTo>
                    <a:pt x="0" y="284"/>
                    <a:pt x="27" y="498"/>
                    <a:pt x="188" y="569"/>
                  </a:cubicBezTo>
                  <a:cubicBezTo>
                    <a:pt x="304" y="623"/>
                    <a:pt x="420" y="676"/>
                    <a:pt x="536" y="730"/>
                  </a:cubicBezTo>
                  <a:cubicBezTo>
                    <a:pt x="585" y="751"/>
                    <a:pt x="640" y="763"/>
                    <a:pt x="695" y="763"/>
                  </a:cubicBezTo>
                  <a:cubicBezTo>
                    <a:pt x="800" y="763"/>
                    <a:pt x="902" y="719"/>
                    <a:pt x="955" y="614"/>
                  </a:cubicBezTo>
                  <a:cubicBezTo>
                    <a:pt x="1026" y="480"/>
                    <a:pt x="1000" y="275"/>
                    <a:pt x="848" y="203"/>
                  </a:cubicBezTo>
                  <a:lnTo>
                    <a:pt x="491" y="34"/>
                  </a:lnTo>
                  <a:cubicBezTo>
                    <a:pt x="442" y="12"/>
                    <a:pt x="388" y="0"/>
                    <a:pt x="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179" name="Google Shape;2179;p51"/>
          <p:cNvGrpSpPr/>
          <p:nvPr>
            <p:custDataLst>
              <p:tags r:id="rId148"/>
            </p:custDataLst>
          </p:nvPr>
        </p:nvGrpSpPr>
        <p:grpSpPr>
          <a:xfrm flipH="1">
            <a:off x="8041988" y="3735856"/>
            <a:ext cx="641414" cy="641940"/>
            <a:chOff x="10566929" y="3670821"/>
            <a:chExt cx="641414" cy="641940"/>
          </a:xfrm>
        </p:grpSpPr>
        <p:sp>
          <p:nvSpPr>
            <p:cNvPr id="2180" name="Google Shape;2180;p51"/>
            <p:cNvSpPr/>
            <p:nvPr>
              <p:custDataLst>
                <p:tags r:id="rId149"/>
              </p:custDataLst>
            </p:nvPr>
          </p:nvSpPr>
          <p:spPr>
            <a:xfrm>
              <a:off x="10803536" y="3775075"/>
              <a:ext cx="97888" cy="208578"/>
            </a:xfrm>
            <a:custGeom>
              <a:avLst/>
              <a:gdLst/>
              <a:ahLst/>
              <a:cxnLst/>
              <a:rect l="l" t="t" r="r" b="b"/>
              <a:pathLst>
                <a:path w="1491" h="3177" extrusionOk="0">
                  <a:moveTo>
                    <a:pt x="1161" y="0"/>
                  </a:moveTo>
                  <a:cubicBezTo>
                    <a:pt x="795" y="366"/>
                    <a:pt x="402" y="768"/>
                    <a:pt x="1" y="1187"/>
                  </a:cubicBezTo>
                  <a:cubicBezTo>
                    <a:pt x="179" y="1838"/>
                    <a:pt x="304" y="2498"/>
                    <a:pt x="367" y="3176"/>
                  </a:cubicBezTo>
                  <a:cubicBezTo>
                    <a:pt x="741" y="2775"/>
                    <a:pt x="1125" y="2373"/>
                    <a:pt x="1491" y="1990"/>
                  </a:cubicBezTo>
                  <a:cubicBezTo>
                    <a:pt x="1437" y="1321"/>
                    <a:pt x="1321" y="652"/>
                    <a:pt x="11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1" name="Google Shape;2181;p51"/>
            <p:cNvSpPr/>
            <p:nvPr>
              <p:custDataLst>
                <p:tags r:id="rId150"/>
              </p:custDataLst>
            </p:nvPr>
          </p:nvSpPr>
          <p:spPr>
            <a:xfrm>
              <a:off x="10652473" y="3932638"/>
              <a:ext cx="101367" cy="205033"/>
            </a:xfrm>
            <a:custGeom>
              <a:avLst/>
              <a:gdLst/>
              <a:ahLst/>
              <a:cxnLst/>
              <a:rect l="l" t="t" r="r" b="b"/>
              <a:pathLst>
                <a:path w="1544" h="3123" extrusionOk="0">
                  <a:moveTo>
                    <a:pt x="1151" y="0"/>
                  </a:moveTo>
                  <a:cubicBezTo>
                    <a:pt x="732" y="437"/>
                    <a:pt x="339" y="857"/>
                    <a:pt x="0" y="1231"/>
                  </a:cubicBezTo>
                  <a:cubicBezTo>
                    <a:pt x="179" y="1847"/>
                    <a:pt x="321" y="2480"/>
                    <a:pt x="411" y="3123"/>
                  </a:cubicBezTo>
                  <a:cubicBezTo>
                    <a:pt x="705" y="2819"/>
                    <a:pt x="1098" y="2409"/>
                    <a:pt x="1544" y="1954"/>
                  </a:cubicBezTo>
                  <a:cubicBezTo>
                    <a:pt x="1463" y="1294"/>
                    <a:pt x="1330" y="634"/>
                    <a:pt x="11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2" name="Google Shape;2182;p51"/>
            <p:cNvSpPr/>
            <p:nvPr>
              <p:custDataLst>
                <p:tags r:id="rId151"/>
              </p:custDataLst>
            </p:nvPr>
          </p:nvSpPr>
          <p:spPr>
            <a:xfrm>
              <a:off x="10566929" y="4013454"/>
              <a:ext cx="112528" cy="166363"/>
            </a:xfrm>
            <a:custGeom>
              <a:avLst/>
              <a:gdLst/>
              <a:ahLst/>
              <a:cxnLst/>
              <a:rect l="l" t="t" r="r" b="b"/>
              <a:pathLst>
                <a:path w="1714" h="2534" extrusionOk="0">
                  <a:moveTo>
                    <a:pt x="1303" y="0"/>
                  </a:moveTo>
                  <a:cubicBezTo>
                    <a:pt x="545" y="812"/>
                    <a:pt x="10" y="1410"/>
                    <a:pt x="1" y="1445"/>
                  </a:cubicBezTo>
                  <a:lnTo>
                    <a:pt x="1098" y="2534"/>
                  </a:lnTo>
                  <a:cubicBezTo>
                    <a:pt x="1098" y="2534"/>
                    <a:pt x="1330" y="2284"/>
                    <a:pt x="1714" y="1892"/>
                  </a:cubicBezTo>
                  <a:cubicBezTo>
                    <a:pt x="1624" y="1249"/>
                    <a:pt x="1482" y="616"/>
                    <a:pt x="13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3" name="Google Shape;2183;p51"/>
            <p:cNvSpPr/>
            <p:nvPr>
              <p:custDataLst>
                <p:tags r:id="rId152"/>
              </p:custDataLst>
            </p:nvPr>
          </p:nvSpPr>
          <p:spPr>
            <a:xfrm>
              <a:off x="10728037" y="3852937"/>
              <a:ext cx="99595" cy="207987"/>
            </a:xfrm>
            <a:custGeom>
              <a:avLst/>
              <a:gdLst/>
              <a:ahLst/>
              <a:cxnLst/>
              <a:rect l="l" t="t" r="r" b="b"/>
              <a:pathLst>
                <a:path w="1517" h="3168" extrusionOk="0">
                  <a:moveTo>
                    <a:pt x="1151" y="1"/>
                  </a:moveTo>
                  <a:cubicBezTo>
                    <a:pt x="767" y="402"/>
                    <a:pt x="375" y="813"/>
                    <a:pt x="0" y="1214"/>
                  </a:cubicBezTo>
                  <a:cubicBezTo>
                    <a:pt x="179" y="1848"/>
                    <a:pt x="312" y="2508"/>
                    <a:pt x="393" y="3168"/>
                  </a:cubicBezTo>
                  <a:cubicBezTo>
                    <a:pt x="741" y="2802"/>
                    <a:pt x="1124" y="2401"/>
                    <a:pt x="1517" y="1990"/>
                  </a:cubicBezTo>
                  <a:cubicBezTo>
                    <a:pt x="1445" y="1312"/>
                    <a:pt x="1329" y="652"/>
                    <a:pt x="11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4" name="Google Shape;2184;p51"/>
            <p:cNvSpPr/>
            <p:nvPr>
              <p:custDataLst>
                <p:tags r:id="rId153"/>
              </p:custDataLst>
            </p:nvPr>
          </p:nvSpPr>
          <p:spPr>
            <a:xfrm>
              <a:off x="10879691" y="3700692"/>
              <a:ext cx="95524" cy="205033"/>
            </a:xfrm>
            <a:custGeom>
              <a:avLst/>
              <a:gdLst/>
              <a:ahLst/>
              <a:cxnLst/>
              <a:rect l="l" t="t" r="r" b="b"/>
              <a:pathLst>
                <a:path w="1455" h="3123" extrusionOk="0">
                  <a:moveTo>
                    <a:pt x="1169" y="0"/>
                  </a:moveTo>
                  <a:cubicBezTo>
                    <a:pt x="857" y="286"/>
                    <a:pt x="447" y="678"/>
                    <a:pt x="1" y="1133"/>
                  </a:cubicBezTo>
                  <a:cubicBezTo>
                    <a:pt x="161" y="1785"/>
                    <a:pt x="277" y="2454"/>
                    <a:pt x="331" y="3123"/>
                  </a:cubicBezTo>
                  <a:cubicBezTo>
                    <a:pt x="732" y="2695"/>
                    <a:pt x="1116" y="2293"/>
                    <a:pt x="1455" y="1918"/>
                  </a:cubicBezTo>
                  <a:cubicBezTo>
                    <a:pt x="1410" y="1276"/>
                    <a:pt x="1312" y="634"/>
                    <a:pt x="1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5" name="Google Shape;2185;p51"/>
            <p:cNvSpPr/>
            <p:nvPr>
              <p:custDataLst>
                <p:tags r:id="rId154"/>
              </p:custDataLst>
            </p:nvPr>
          </p:nvSpPr>
          <p:spPr>
            <a:xfrm>
              <a:off x="10956437" y="3670821"/>
              <a:ext cx="104913" cy="155859"/>
            </a:xfrm>
            <a:custGeom>
              <a:avLst/>
              <a:gdLst/>
              <a:ahLst/>
              <a:cxnLst/>
              <a:rect l="l" t="t" r="r" b="b"/>
              <a:pathLst>
                <a:path w="1598" h="2374" extrusionOk="0">
                  <a:moveTo>
                    <a:pt x="601" y="0"/>
                  </a:moveTo>
                  <a:cubicBezTo>
                    <a:pt x="525" y="0"/>
                    <a:pt x="313" y="168"/>
                    <a:pt x="0" y="455"/>
                  </a:cubicBezTo>
                  <a:cubicBezTo>
                    <a:pt x="143" y="1089"/>
                    <a:pt x="241" y="1731"/>
                    <a:pt x="286" y="2373"/>
                  </a:cubicBezTo>
                  <a:cubicBezTo>
                    <a:pt x="1053" y="1553"/>
                    <a:pt x="1588" y="937"/>
                    <a:pt x="1588" y="857"/>
                  </a:cubicBezTo>
                  <a:cubicBezTo>
                    <a:pt x="1597" y="571"/>
                    <a:pt x="1017" y="45"/>
                    <a:pt x="607" y="0"/>
                  </a:cubicBezTo>
                  <a:cubicBezTo>
                    <a:pt x="605" y="0"/>
                    <a:pt x="603" y="0"/>
                    <a:pt x="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6" name="Google Shape;2186;p51"/>
            <p:cNvSpPr/>
            <p:nvPr>
              <p:custDataLst>
                <p:tags r:id="rId155"/>
              </p:custDataLst>
            </p:nvPr>
          </p:nvSpPr>
          <p:spPr>
            <a:xfrm>
              <a:off x="10903720" y="3997632"/>
              <a:ext cx="111938" cy="183958"/>
            </a:xfrm>
            <a:custGeom>
              <a:avLst/>
              <a:gdLst/>
              <a:ahLst/>
              <a:cxnLst/>
              <a:rect l="l" t="t" r="r" b="b"/>
              <a:pathLst>
                <a:path w="1705" h="2802" extrusionOk="0">
                  <a:moveTo>
                    <a:pt x="1704" y="0"/>
                  </a:moveTo>
                  <a:cubicBezTo>
                    <a:pt x="1249" y="241"/>
                    <a:pt x="750" y="509"/>
                    <a:pt x="241" y="794"/>
                  </a:cubicBezTo>
                  <a:cubicBezTo>
                    <a:pt x="215" y="1463"/>
                    <a:pt x="134" y="2141"/>
                    <a:pt x="0" y="2802"/>
                  </a:cubicBezTo>
                  <a:cubicBezTo>
                    <a:pt x="482" y="2534"/>
                    <a:pt x="964" y="2266"/>
                    <a:pt x="1428" y="2008"/>
                  </a:cubicBezTo>
                  <a:cubicBezTo>
                    <a:pt x="1571" y="1347"/>
                    <a:pt x="1669" y="678"/>
                    <a:pt x="17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7" name="Google Shape;2187;p51"/>
            <p:cNvSpPr/>
            <p:nvPr>
              <p:custDataLst>
                <p:tags r:id="rId156"/>
              </p:custDataLst>
            </p:nvPr>
          </p:nvSpPr>
          <p:spPr>
            <a:xfrm>
              <a:off x="10716286" y="4103068"/>
              <a:ext cx="107276" cy="181595"/>
            </a:xfrm>
            <a:custGeom>
              <a:avLst/>
              <a:gdLst/>
              <a:ahLst/>
              <a:cxnLst/>
              <a:rect l="l" t="t" r="r" b="b"/>
              <a:pathLst>
                <a:path w="1634" h="2766" extrusionOk="0">
                  <a:moveTo>
                    <a:pt x="1633" y="0"/>
                  </a:moveTo>
                  <a:lnTo>
                    <a:pt x="1633" y="0"/>
                  </a:lnTo>
                  <a:cubicBezTo>
                    <a:pt x="1116" y="295"/>
                    <a:pt x="607" y="580"/>
                    <a:pt x="170" y="830"/>
                  </a:cubicBezTo>
                  <a:cubicBezTo>
                    <a:pt x="161" y="1481"/>
                    <a:pt x="108" y="2132"/>
                    <a:pt x="1" y="2766"/>
                  </a:cubicBezTo>
                  <a:cubicBezTo>
                    <a:pt x="375" y="2560"/>
                    <a:pt x="875" y="2293"/>
                    <a:pt x="1428" y="1981"/>
                  </a:cubicBezTo>
                  <a:cubicBezTo>
                    <a:pt x="1553" y="1329"/>
                    <a:pt x="1615" y="660"/>
                    <a:pt x="16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8" name="Google Shape;2188;p51"/>
            <p:cNvSpPr/>
            <p:nvPr>
              <p:custDataLst>
                <p:tags r:id="rId157"/>
              </p:custDataLst>
            </p:nvPr>
          </p:nvSpPr>
          <p:spPr>
            <a:xfrm>
              <a:off x="10617349" y="4157493"/>
              <a:ext cx="110165" cy="155268"/>
            </a:xfrm>
            <a:custGeom>
              <a:avLst/>
              <a:gdLst/>
              <a:ahLst/>
              <a:cxnLst/>
              <a:rect l="l" t="t" r="r" b="b"/>
              <a:pathLst>
                <a:path w="1678" h="2365" extrusionOk="0">
                  <a:moveTo>
                    <a:pt x="1677" y="1"/>
                  </a:moveTo>
                  <a:cubicBezTo>
                    <a:pt x="714" y="563"/>
                    <a:pt x="27" y="964"/>
                    <a:pt x="0" y="1000"/>
                  </a:cubicBezTo>
                  <a:lnTo>
                    <a:pt x="732" y="2365"/>
                  </a:lnTo>
                  <a:cubicBezTo>
                    <a:pt x="732" y="2365"/>
                    <a:pt x="1026" y="2204"/>
                    <a:pt x="1508" y="1937"/>
                  </a:cubicBezTo>
                  <a:cubicBezTo>
                    <a:pt x="1615" y="1303"/>
                    <a:pt x="1668" y="652"/>
                    <a:pt x="16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9" name="Google Shape;2189;p51"/>
            <p:cNvSpPr/>
            <p:nvPr>
              <p:custDataLst>
                <p:tags r:id="rId158"/>
              </p:custDataLst>
            </p:nvPr>
          </p:nvSpPr>
          <p:spPr>
            <a:xfrm>
              <a:off x="10810035" y="4049759"/>
              <a:ext cx="109574" cy="183367"/>
            </a:xfrm>
            <a:custGeom>
              <a:avLst/>
              <a:gdLst/>
              <a:ahLst/>
              <a:cxnLst/>
              <a:rect l="l" t="t" r="r" b="b"/>
              <a:pathLst>
                <a:path w="1669" h="2793" extrusionOk="0">
                  <a:moveTo>
                    <a:pt x="1668" y="0"/>
                  </a:moveTo>
                  <a:lnTo>
                    <a:pt x="1668" y="0"/>
                  </a:lnTo>
                  <a:cubicBezTo>
                    <a:pt x="1178" y="268"/>
                    <a:pt x="687" y="545"/>
                    <a:pt x="205" y="812"/>
                  </a:cubicBezTo>
                  <a:cubicBezTo>
                    <a:pt x="187" y="1472"/>
                    <a:pt x="125" y="2141"/>
                    <a:pt x="0" y="2793"/>
                  </a:cubicBezTo>
                  <a:cubicBezTo>
                    <a:pt x="446" y="2552"/>
                    <a:pt x="937" y="2284"/>
                    <a:pt x="1427" y="2008"/>
                  </a:cubicBezTo>
                  <a:cubicBezTo>
                    <a:pt x="1561" y="1347"/>
                    <a:pt x="1642" y="669"/>
                    <a:pt x="16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0" name="Google Shape;2190;p51"/>
            <p:cNvSpPr/>
            <p:nvPr>
              <p:custDataLst>
                <p:tags r:id="rId159"/>
              </p:custDataLst>
            </p:nvPr>
          </p:nvSpPr>
          <p:spPr>
            <a:xfrm>
              <a:off x="10997404" y="3949576"/>
              <a:ext cx="113119" cy="179888"/>
            </a:xfrm>
            <a:custGeom>
              <a:avLst/>
              <a:gdLst/>
              <a:ahLst/>
              <a:cxnLst/>
              <a:rect l="l" t="t" r="r" b="b"/>
              <a:pathLst>
                <a:path w="1723" h="2740" extrusionOk="0">
                  <a:moveTo>
                    <a:pt x="1723" y="1"/>
                  </a:moveTo>
                  <a:cubicBezTo>
                    <a:pt x="1348" y="179"/>
                    <a:pt x="839" y="438"/>
                    <a:pt x="277" y="732"/>
                  </a:cubicBezTo>
                  <a:cubicBezTo>
                    <a:pt x="242" y="1410"/>
                    <a:pt x="144" y="2079"/>
                    <a:pt x="1" y="2740"/>
                  </a:cubicBezTo>
                  <a:cubicBezTo>
                    <a:pt x="509" y="2445"/>
                    <a:pt x="1000" y="2169"/>
                    <a:pt x="1428" y="1928"/>
                  </a:cubicBezTo>
                  <a:cubicBezTo>
                    <a:pt x="1580" y="1294"/>
                    <a:pt x="1678" y="652"/>
                    <a:pt x="1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1" name="Google Shape;2191;p51"/>
            <p:cNvSpPr/>
            <p:nvPr>
              <p:custDataLst>
                <p:tags r:id="rId160"/>
              </p:custDataLst>
            </p:nvPr>
          </p:nvSpPr>
          <p:spPr>
            <a:xfrm>
              <a:off x="11091153" y="3932900"/>
              <a:ext cx="117190" cy="143254"/>
            </a:xfrm>
            <a:custGeom>
              <a:avLst/>
              <a:gdLst/>
              <a:ahLst/>
              <a:cxnLst/>
              <a:rect l="l" t="t" r="r" b="b"/>
              <a:pathLst>
                <a:path w="1785" h="2182" extrusionOk="0">
                  <a:moveTo>
                    <a:pt x="989" y="1"/>
                  </a:moveTo>
                  <a:cubicBezTo>
                    <a:pt x="895" y="1"/>
                    <a:pt x="644" y="96"/>
                    <a:pt x="295" y="255"/>
                  </a:cubicBezTo>
                  <a:cubicBezTo>
                    <a:pt x="250" y="906"/>
                    <a:pt x="152" y="1548"/>
                    <a:pt x="0" y="2182"/>
                  </a:cubicBezTo>
                  <a:cubicBezTo>
                    <a:pt x="981" y="1611"/>
                    <a:pt x="1677" y="1192"/>
                    <a:pt x="1704" y="1111"/>
                  </a:cubicBezTo>
                  <a:cubicBezTo>
                    <a:pt x="1784" y="844"/>
                    <a:pt x="1392" y="166"/>
                    <a:pt x="1017" y="5"/>
                  </a:cubicBezTo>
                  <a:cubicBezTo>
                    <a:pt x="1010" y="2"/>
                    <a:pt x="1001" y="1"/>
                    <a:pt x="9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" name="Title 0"/>
          <p:cNvSpPr/>
          <p:nvPr>
            <p:ph type="title"/>
          </p:nvPr>
        </p:nvSpPr>
        <p:spPr/>
        <p:txBody>
          <a:bodyPr/>
          <a:p>
            <a:r>
              <a:rPr lang="en-US"/>
              <a:t>SERVICES PAGES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23" name="Shape 2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5" name="Google Shape;2425;p54"/>
          <p:cNvGrpSpPr/>
          <p:nvPr/>
        </p:nvGrpSpPr>
        <p:grpSpPr>
          <a:xfrm flipH="1">
            <a:off x="7472276" y="3161105"/>
            <a:ext cx="851203" cy="1443031"/>
            <a:chOff x="3106617" y="3286138"/>
            <a:chExt cx="563487" cy="790572"/>
          </a:xfrm>
        </p:grpSpPr>
        <p:sp>
          <p:nvSpPr>
            <p:cNvPr id="2426" name="Google Shape;2426;p54"/>
            <p:cNvSpPr/>
            <p:nvPr/>
          </p:nvSpPr>
          <p:spPr>
            <a:xfrm>
              <a:off x="3106617" y="3286138"/>
              <a:ext cx="563487" cy="790572"/>
            </a:xfrm>
            <a:custGeom>
              <a:avLst/>
              <a:gdLst/>
              <a:ahLst/>
              <a:cxnLst/>
              <a:rect l="l" t="t" r="r" b="b"/>
              <a:pathLst>
                <a:path w="11402" h="15997" extrusionOk="0">
                  <a:moveTo>
                    <a:pt x="11001" y="0"/>
                  </a:moveTo>
                  <a:cubicBezTo>
                    <a:pt x="10954" y="0"/>
                    <a:pt x="10909" y="15"/>
                    <a:pt x="10866" y="51"/>
                  </a:cubicBezTo>
                  <a:cubicBezTo>
                    <a:pt x="10464" y="372"/>
                    <a:pt x="10179" y="934"/>
                    <a:pt x="9510" y="943"/>
                  </a:cubicBezTo>
                  <a:cubicBezTo>
                    <a:pt x="8999" y="943"/>
                    <a:pt x="8571" y="220"/>
                    <a:pt x="8195" y="220"/>
                  </a:cubicBezTo>
                  <a:cubicBezTo>
                    <a:pt x="8078" y="220"/>
                    <a:pt x="7967" y="289"/>
                    <a:pt x="7860" y="470"/>
                  </a:cubicBezTo>
                  <a:cubicBezTo>
                    <a:pt x="7414" y="1221"/>
                    <a:pt x="7276" y="3846"/>
                    <a:pt x="6241" y="3846"/>
                  </a:cubicBezTo>
                  <a:cubicBezTo>
                    <a:pt x="6219" y="3846"/>
                    <a:pt x="6196" y="3845"/>
                    <a:pt x="6173" y="3842"/>
                  </a:cubicBezTo>
                  <a:cubicBezTo>
                    <a:pt x="5076" y="3726"/>
                    <a:pt x="5058" y="399"/>
                    <a:pt x="4407" y="176"/>
                  </a:cubicBezTo>
                  <a:cubicBezTo>
                    <a:pt x="4328" y="149"/>
                    <a:pt x="4264" y="138"/>
                    <a:pt x="4209" y="138"/>
                  </a:cubicBezTo>
                  <a:cubicBezTo>
                    <a:pt x="3825" y="138"/>
                    <a:pt x="3928" y="703"/>
                    <a:pt x="3076" y="703"/>
                  </a:cubicBezTo>
                  <a:cubicBezTo>
                    <a:pt x="3059" y="703"/>
                    <a:pt x="3042" y="702"/>
                    <a:pt x="3024" y="702"/>
                  </a:cubicBezTo>
                  <a:cubicBezTo>
                    <a:pt x="2122" y="671"/>
                    <a:pt x="1959" y="42"/>
                    <a:pt x="1618" y="42"/>
                  </a:cubicBezTo>
                  <a:cubicBezTo>
                    <a:pt x="1568" y="42"/>
                    <a:pt x="1515" y="56"/>
                    <a:pt x="1454" y="86"/>
                  </a:cubicBezTo>
                  <a:cubicBezTo>
                    <a:pt x="1106" y="274"/>
                    <a:pt x="473" y="1175"/>
                    <a:pt x="0" y="1219"/>
                  </a:cubicBezTo>
                  <a:cubicBezTo>
                    <a:pt x="705" y="3467"/>
                    <a:pt x="4354" y="15020"/>
                    <a:pt x="5040" y="15457"/>
                  </a:cubicBezTo>
                  <a:cubicBezTo>
                    <a:pt x="5326" y="15636"/>
                    <a:pt x="5701" y="15814"/>
                    <a:pt x="6075" y="15912"/>
                  </a:cubicBezTo>
                  <a:cubicBezTo>
                    <a:pt x="6227" y="15948"/>
                    <a:pt x="6388" y="15984"/>
                    <a:pt x="6539" y="15993"/>
                  </a:cubicBezTo>
                  <a:cubicBezTo>
                    <a:pt x="6577" y="15995"/>
                    <a:pt x="6615" y="15996"/>
                    <a:pt x="6652" y="15996"/>
                  </a:cubicBezTo>
                  <a:cubicBezTo>
                    <a:pt x="7052" y="15996"/>
                    <a:pt x="7404" y="15861"/>
                    <a:pt x="7592" y="15502"/>
                  </a:cubicBezTo>
                  <a:cubicBezTo>
                    <a:pt x="8011" y="14681"/>
                    <a:pt x="11116" y="1442"/>
                    <a:pt x="11401" y="220"/>
                  </a:cubicBezTo>
                  <a:cubicBezTo>
                    <a:pt x="11254" y="99"/>
                    <a:pt x="11121" y="0"/>
                    <a:pt x="110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7" name="Google Shape;2427;p54"/>
            <p:cNvSpPr/>
            <p:nvPr/>
          </p:nvSpPr>
          <p:spPr>
            <a:xfrm>
              <a:off x="3217271" y="3379739"/>
              <a:ext cx="267659" cy="593337"/>
            </a:xfrm>
            <a:custGeom>
              <a:avLst/>
              <a:gdLst/>
              <a:ahLst/>
              <a:cxnLst/>
              <a:rect l="l" t="t" r="r" b="b"/>
              <a:pathLst>
                <a:path w="5416" h="12006" extrusionOk="0">
                  <a:moveTo>
                    <a:pt x="56" y="0"/>
                  </a:moveTo>
                  <a:cubicBezTo>
                    <a:pt x="49" y="0"/>
                    <a:pt x="43" y="1"/>
                    <a:pt x="36" y="3"/>
                  </a:cubicBezTo>
                  <a:cubicBezTo>
                    <a:pt x="9" y="12"/>
                    <a:pt x="0" y="39"/>
                    <a:pt x="9" y="66"/>
                  </a:cubicBezTo>
                  <a:cubicBezTo>
                    <a:pt x="9" y="66"/>
                    <a:pt x="81" y="253"/>
                    <a:pt x="214" y="592"/>
                  </a:cubicBezTo>
                  <a:cubicBezTo>
                    <a:pt x="348" y="922"/>
                    <a:pt x="544" y="1386"/>
                    <a:pt x="785" y="1948"/>
                  </a:cubicBezTo>
                  <a:cubicBezTo>
                    <a:pt x="1035" y="2510"/>
                    <a:pt x="1338" y="3152"/>
                    <a:pt x="1651" y="3848"/>
                  </a:cubicBezTo>
                  <a:cubicBezTo>
                    <a:pt x="1963" y="4544"/>
                    <a:pt x="2302" y="5294"/>
                    <a:pt x="2641" y="6034"/>
                  </a:cubicBezTo>
                  <a:cubicBezTo>
                    <a:pt x="2980" y="6774"/>
                    <a:pt x="3319" y="7515"/>
                    <a:pt x="3631" y="8211"/>
                  </a:cubicBezTo>
                  <a:cubicBezTo>
                    <a:pt x="3943" y="8907"/>
                    <a:pt x="4202" y="9576"/>
                    <a:pt x="4461" y="10129"/>
                  </a:cubicBezTo>
                  <a:cubicBezTo>
                    <a:pt x="4711" y="10691"/>
                    <a:pt x="4925" y="11155"/>
                    <a:pt x="5076" y="11476"/>
                  </a:cubicBezTo>
                  <a:cubicBezTo>
                    <a:pt x="5228" y="11797"/>
                    <a:pt x="5317" y="11975"/>
                    <a:pt x="5317" y="11975"/>
                  </a:cubicBezTo>
                  <a:cubicBezTo>
                    <a:pt x="5324" y="11995"/>
                    <a:pt x="5341" y="12005"/>
                    <a:pt x="5360" y="12005"/>
                  </a:cubicBezTo>
                  <a:cubicBezTo>
                    <a:pt x="5366" y="12005"/>
                    <a:pt x="5373" y="12004"/>
                    <a:pt x="5380" y="12002"/>
                  </a:cubicBezTo>
                  <a:cubicBezTo>
                    <a:pt x="5406" y="11993"/>
                    <a:pt x="5415" y="11966"/>
                    <a:pt x="5406" y="11940"/>
                  </a:cubicBezTo>
                  <a:cubicBezTo>
                    <a:pt x="5406" y="11940"/>
                    <a:pt x="5326" y="11752"/>
                    <a:pt x="5192" y="11422"/>
                  </a:cubicBezTo>
                  <a:cubicBezTo>
                    <a:pt x="5050" y="11092"/>
                    <a:pt x="4853" y="10619"/>
                    <a:pt x="4604" y="10066"/>
                  </a:cubicBezTo>
                  <a:cubicBezTo>
                    <a:pt x="4363" y="9504"/>
                    <a:pt x="4041" y="8862"/>
                    <a:pt x="3729" y="8166"/>
                  </a:cubicBezTo>
                  <a:cubicBezTo>
                    <a:pt x="3426" y="7470"/>
                    <a:pt x="3105" y="6721"/>
                    <a:pt x="2775" y="5972"/>
                  </a:cubicBezTo>
                  <a:cubicBezTo>
                    <a:pt x="2445" y="5222"/>
                    <a:pt x="2123" y="4482"/>
                    <a:pt x="1811" y="3777"/>
                  </a:cubicBezTo>
                  <a:cubicBezTo>
                    <a:pt x="1508" y="3081"/>
                    <a:pt x="1231" y="2421"/>
                    <a:pt x="973" y="1868"/>
                  </a:cubicBezTo>
                  <a:cubicBezTo>
                    <a:pt x="723" y="1315"/>
                    <a:pt x="509" y="851"/>
                    <a:pt x="348" y="530"/>
                  </a:cubicBezTo>
                  <a:cubicBezTo>
                    <a:pt x="188" y="209"/>
                    <a:pt x="98" y="30"/>
                    <a:pt x="98" y="30"/>
                  </a:cubicBezTo>
                  <a:cubicBezTo>
                    <a:pt x="92" y="10"/>
                    <a:pt x="75" y="0"/>
                    <a:pt x="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8" name="Google Shape;2428;p54"/>
            <p:cNvSpPr/>
            <p:nvPr/>
          </p:nvSpPr>
          <p:spPr>
            <a:xfrm>
              <a:off x="3404180" y="3486833"/>
              <a:ext cx="138920" cy="292715"/>
            </a:xfrm>
            <a:custGeom>
              <a:avLst/>
              <a:gdLst/>
              <a:ahLst/>
              <a:cxnLst/>
              <a:rect l="l" t="t" r="r" b="b"/>
              <a:pathLst>
                <a:path w="2811" h="5923" extrusionOk="0">
                  <a:moveTo>
                    <a:pt x="61" y="1"/>
                  </a:moveTo>
                  <a:cubicBezTo>
                    <a:pt x="56" y="1"/>
                    <a:pt x="50" y="2"/>
                    <a:pt x="45" y="4"/>
                  </a:cubicBezTo>
                  <a:cubicBezTo>
                    <a:pt x="19" y="13"/>
                    <a:pt x="1" y="40"/>
                    <a:pt x="10" y="67"/>
                  </a:cubicBezTo>
                  <a:cubicBezTo>
                    <a:pt x="10" y="67"/>
                    <a:pt x="144" y="450"/>
                    <a:pt x="384" y="1003"/>
                  </a:cubicBezTo>
                  <a:cubicBezTo>
                    <a:pt x="509" y="1271"/>
                    <a:pt x="670" y="1592"/>
                    <a:pt x="830" y="1931"/>
                  </a:cubicBezTo>
                  <a:cubicBezTo>
                    <a:pt x="991" y="2270"/>
                    <a:pt x="1169" y="2627"/>
                    <a:pt x="1339" y="2993"/>
                  </a:cubicBezTo>
                  <a:cubicBezTo>
                    <a:pt x="1517" y="3350"/>
                    <a:pt x="1696" y="3715"/>
                    <a:pt x="1856" y="4054"/>
                  </a:cubicBezTo>
                  <a:cubicBezTo>
                    <a:pt x="2008" y="4393"/>
                    <a:pt x="2133" y="4723"/>
                    <a:pt x="2258" y="5000"/>
                  </a:cubicBezTo>
                  <a:cubicBezTo>
                    <a:pt x="2392" y="5268"/>
                    <a:pt x="2499" y="5500"/>
                    <a:pt x="2579" y="5651"/>
                  </a:cubicBezTo>
                  <a:cubicBezTo>
                    <a:pt x="2668" y="5812"/>
                    <a:pt x="2713" y="5892"/>
                    <a:pt x="2713" y="5892"/>
                  </a:cubicBezTo>
                  <a:cubicBezTo>
                    <a:pt x="2719" y="5912"/>
                    <a:pt x="2736" y="5922"/>
                    <a:pt x="2755" y="5922"/>
                  </a:cubicBezTo>
                  <a:cubicBezTo>
                    <a:pt x="2762" y="5922"/>
                    <a:pt x="2769" y="5921"/>
                    <a:pt x="2775" y="5919"/>
                  </a:cubicBezTo>
                  <a:cubicBezTo>
                    <a:pt x="2802" y="5910"/>
                    <a:pt x="2811" y="5883"/>
                    <a:pt x="2802" y="5856"/>
                  </a:cubicBezTo>
                  <a:cubicBezTo>
                    <a:pt x="2802" y="5856"/>
                    <a:pt x="2766" y="5758"/>
                    <a:pt x="2704" y="5598"/>
                  </a:cubicBezTo>
                  <a:cubicBezTo>
                    <a:pt x="2632" y="5437"/>
                    <a:pt x="2534" y="5205"/>
                    <a:pt x="2409" y="4929"/>
                  </a:cubicBezTo>
                  <a:cubicBezTo>
                    <a:pt x="2285" y="4652"/>
                    <a:pt x="2106" y="4349"/>
                    <a:pt x="1954" y="4010"/>
                  </a:cubicBezTo>
                  <a:cubicBezTo>
                    <a:pt x="1794" y="3671"/>
                    <a:pt x="1633" y="3296"/>
                    <a:pt x="1473" y="2930"/>
                  </a:cubicBezTo>
                  <a:cubicBezTo>
                    <a:pt x="1312" y="2565"/>
                    <a:pt x="1143" y="2199"/>
                    <a:pt x="991" y="1851"/>
                  </a:cubicBezTo>
                  <a:cubicBezTo>
                    <a:pt x="839" y="1512"/>
                    <a:pt x="706" y="1182"/>
                    <a:pt x="572" y="914"/>
                  </a:cubicBezTo>
                  <a:cubicBezTo>
                    <a:pt x="313" y="370"/>
                    <a:pt x="108" y="22"/>
                    <a:pt x="108" y="22"/>
                  </a:cubicBezTo>
                  <a:cubicBezTo>
                    <a:pt x="95" y="9"/>
                    <a:pt x="77" y="1"/>
                    <a:pt x="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9" name="Google Shape;2429;p54"/>
            <p:cNvSpPr/>
            <p:nvPr/>
          </p:nvSpPr>
          <p:spPr>
            <a:xfrm>
              <a:off x="3512658" y="3372672"/>
              <a:ext cx="91724" cy="158638"/>
            </a:xfrm>
            <a:custGeom>
              <a:avLst/>
              <a:gdLst/>
              <a:ahLst/>
              <a:cxnLst/>
              <a:rect l="l" t="t" r="r" b="b"/>
              <a:pathLst>
                <a:path w="1856" h="3210" extrusionOk="0">
                  <a:moveTo>
                    <a:pt x="61" y="0"/>
                  </a:moveTo>
                  <a:cubicBezTo>
                    <a:pt x="55" y="0"/>
                    <a:pt x="50" y="1"/>
                    <a:pt x="45" y="4"/>
                  </a:cubicBezTo>
                  <a:cubicBezTo>
                    <a:pt x="18" y="13"/>
                    <a:pt x="0" y="39"/>
                    <a:pt x="9" y="66"/>
                  </a:cubicBezTo>
                  <a:cubicBezTo>
                    <a:pt x="9" y="66"/>
                    <a:pt x="81" y="289"/>
                    <a:pt x="241" y="584"/>
                  </a:cubicBezTo>
                  <a:cubicBezTo>
                    <a:pt x="322" y="735"/>
                    <a:pt x="429" y="896"/>
                    <a:pt x="536" y="1074"/>
                  </a:cubicBezTo>
                  <a:cubicBezTo>
                    <a:pt x="634" y="1253"/>
                    <a:pt x="750" y="1449"/>
                    <a:pt x="866" y="1645"/>
                  </a:cubicBezTo>
                  <a:cubicBezTo>
                    <a:pt x="982" y="1832"/>
                    <a:pt x="1098" y="2020"/>
                    <a:pt x="1205" y="2207"/>
                  </a:cubicBezTo>
                  <a:cubicBezTo>
                    <a:pt x="1303" y="2386"/>
                    <a:pt x="1374" y="2573"/>
                    <a:pt x="1454" y="2716"/>
                  </a:cubicBezTo>
                  <a:cubicBezTo>
                    <a:pt x="1544" y="2858"/>
                    <a:pt x="1615" y="2983"/>
                    <a:pt x="1669" y="3064"/>
                  </a:cubicBezTo>
                  <a:cubicBezTo>
                    <a:pt x="1722" y="3144"/>
                    <a:pt x="1758" y="3188"/>
                    <a:pt x="1758" y="3188"/>
                  </a:cubicBezTo>
                  <a:cubicBezTo>
                    <a:pt x="1764" y="3201"/>
                    <a:pt x="1780" y="3210"/>
                    <a:pt x="1799" y="3210"/>
                  </a:cubicBezTo>
                  <a:cubicBezTo>
                    <a:pt x="1806" y="3210"/>
                    <a:pt x="1813" y="3209"/>
                    <a:pt x="1820" y="3206"/>
                  </a:cubicBezTo>
                  <a:cubicBezTo>
                    <a:pt x="1838" y="3197"/>
                    <a:pt x="1856" y="3171"/>
                    <a:pt x="1847" y="3144"/>
                  </a:cubicBezTo>
                  <a:cubicBezTo>
                    <a:pt x="1847" y="3144"/>
                    <a:pt x="1820" y="3090"/>
                    <a:pt x="1785" y="3001"/>
                  </a:cubicBezTo>
                  <a:cubicBezTo>
                    <a:pt x="1740" y="2912"/>
                    <a:pt x="1678" y="2787"/>
                    <a:pt x="1597" y="2635"/>
                  </a:cubicBezTo>
                  <a:cubicBezTo>
                    <a:pt x="1517" y="2493"/>
                    <a:pt x="1401" y="2332"/>
                    <a:pt x="1294" y="2154"/>
                  </a:cubicBezTo>
                  <a:cubicBezTo>
                    <a:pt x="1196" y="1966"/>
                    <a:pt x="1098" y="1770"/>
                    <a:pt x="1000" y="1565"/>
                  </a:cubicBezTo>
                  <a:cubicBezTo>
                    <a:pt x="892" y="1369"/>
                    <a:pt x="785" y="1172"/>
                    <a:pt x="687" y="994"/>
                  </a:cubicBezTo>
                  <a:cubicBezTo>
                    <a:pt x="589" y="807"/>
                    <a:pt x="509" y="628"/>
                    <a:pt x="420" y="485"/>
                  </a:cubicBezTo>
                  <a:cubicBezTo>
                    <a:pt x="250" y="191"/>
                    <a:pt x="98" y="21"/>
                    <a:pt x="98" y="21"/>
                  </a:cubicBezTo>
                  <a:cubicBezTo>
                    <a:pt x="92" y="8"/>
                    <a:pt x="76" y="0"/>
                    <a:pt x="61" y="0"/>
                  </a:cubicBezTo>
                  <a:close/>
                </a:path>
              </a:pathLst>
            </a:custGeom>
            <a:solidFill>
              <a:srgbClr val="B97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0" name="Google Shape;2430;p54"/>
            <p:cNvSpPr/>
            <p:nvPr/>
          </p:nvSpPr>
          <p:spPr>
            <a:xfrm>
              <a:off x="3271040" y="3356364"/>
              <a:ext cx="318808" cy="333733"/>
            </a:xfrm>
            <a:custGeom>
              <a:avLst/>
              <a:gdLst/>
              <a:ahLst/>
              <a:cxnLst/>
              <a:rect l="l" t="t" r="r" b="b"/>
              <a:pathLst>
                <a:path w="6451" h="6753" extrusionOk="0">
                  <a:moveTo>
                    <a:pt x="6398" y="0"/>
                  </a:moveTo>
                  <a:cubicBezTo>
                    <a:pt x="6388" y="0"/>
                    <a:pt x="6378" y="4"/>
                    <a:pt x="6370" y="12"/>
                  </a:cubicBezTo>
                  <a:cubicBezTo>
                    <a:pt x="6370" y="12"/>
                    <a:pt x="6263" y="111"/>
                    <a:pt x="6076" y="289"/>
                  </a:cubicBezTo>
                  <a:cubicBezTo>
                    <a:pt x="5897" y="459"/>
                    <a:pt x="5639" y="708"/>
                    <a:pt x="5335" y="1021"/>
                  </a:cubicBezTo>
                  <a:cubicBezTo>
                    <a:pt x="5032" y="1324"/>
                    <a:pt x="4702" y="1699"/>
                    <a:pt x="4327" y="2091"/>
                  </a:cubicBezTo>
                  <a:cubicBezTo>
                    <a:pt x="3962" y="2484"/>
                    <a:pt x="3569" y="2903"/>
                    <a:pt x="3177" y="3322"/>
                  </a:cubicBezTo>
                  <a:cubicBezTo>
                    <a:pt x="2784" y="3741"/>
                    <a:pt x="2391" y="4170"/>
                    <a:pt x="2026" y="4562"/>
                  </a:cubicBezTo>
                  <a:cubicBezTo>
                    <a:pt x="1651" y="4946"/>
                    <a:pt x="1285" y="5294"/>
                    <a:pt x="991" y="5606"/>
                  </a:cubicBezTo>
                  <a:cubicBezTo>
                    <a:pt x="696" y="5918"/>
                    <a:pt x="456" y="6186"/>
                    <a:pt x="286" y="6373"/>
                  </a:cubicBezTo>
                  <a:cubicBezTo>
                    <a:pt x="117" y="6560"/>
                    <a:pt x="18" y="6668"/>
                    <a:pt x="18" y="6668"/>
                  </a:cubicBezTo>
                  <a:cubicBezTo>
                    <a:pt x="1" y="6685"/>
                    <a:pt x="1" y="6721"/>
                    <a:pt x="18" y="6739"/>
                  </a:cubicBezTo>
                  <a:cubicBezTo>
                    <a:pt x="32" y="6748"/>
                    <a:pt x="45" y="6752"/>
                    <a:pt x="57" y="6752"/>
                  </a:cubicBezTo>
                  <a:cubicBezTo>
                    <a:pt x="70" y="6752"/>
                    <a:pt x="81" y="6748"/>
                    <a:pt x="90" y="6739"/>
                  </a:cubicBezTo>
                  <a:cubicBezTo>
                    <a:pt x="90" y="6739"/>
                    <a:pt x="197" y="6641"/>
                    <a:pt x="375" y="6462"/>
                  </a:cubicBezTo>
                  <a:cubicBezTo>
                    <a:pt x="554" y="6284"/>
                    <a:pt x="812" y="6025"/>
                    <a:pt x="1107" y="5722"/>
                  </a:cubicBezTo>
                  <a:cubicBezTo>
                    <a:pt x="1410" y="5410"/>
                    <a:pt x="1731" y="5026"/>
                    <a:pt x="2106" y="4634"/>
                  </a:cubicBezTo>
                  <a:cubicBezTo>
                    <a:pt x="2481" y="4250"/>
                    <a:pt x="2882" y="3840"/>
                    <a:pt x="3284" y="3429"/>
                  </a:cubicBezTo>
                  <a:cubicBezTo>
                    <a:pt x="3685" y="3019"/>
                    <a:pt x="4086" y="2600"/>
                    <a:pt x="4461" y="2216"/>
                  </a:cubicBezTo>
                  <a:cubicBezTo>
                    <a:pt x="4836" y="1832"/>
                    <a:pt x="5193" y="1476"/>
                    <a:pt x="5487" y="1163"/>
                  </a:cubicBezTo>
                  <a:cubicBezTo>
                    <a:pt x="5781" y="842"/>
                    <a:pt x="6022" y="575"/>
                    <a:pt x="6183" y="387"/>
                  </a:cubicBezTo>
                  <a:cubicBezTo>
                    <a:pt x="6343" y="191"/>
                    <a:pt x="6442" y="84"/>
                    <a:pt x="6442" y="84"/>
                  </a:cubicBezTo>
                  <a:cubicBezTo>
                    <a:pt x="6451" y="66"/>
                    <a:pt x="6451" y="39"/>
                    <a:pt x="6433" y="21"/>
                  </a:cubicBezTo>
                  <a:cubicBezTo>
                    <a:pt x="6423" y="7"/>
                    <a:pt x="6410" y="0"/>
                    <a:pt x="6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1" name="Google Shape;2431;p54"/>
            <p:cNvSpPr/>
            <p:nvPr/>
          </p:nvSpPr>
          <p:spPr>
            <a:xfrm>
              <a:off x="3310725" y="3485053"/>
              <a:ext cx="297657" cy="374752"/>
            </a:xfrm>
            <a:custGeom>
              <a:avLst/>
              <a:gdLst/>
              <a:ahLst/>
              <a:cxnLst/>
              <a:rect l="l" t="t" r="r" b="b"/>
              <a:pathLst>
                <a:path w="6023" h="7583" extrusionOk="0">
                  <a:moveTo>
                    <a:pt x="5965" y="0"/>
                  </a:moveTo>
                  <a:cubicBezTo>
                    <a:pt x="5953" y="0"/>
                    <a:pt x="5942" y="4"/>
                    <a:pt x="5933" y="13"/>
                  </a:cubicBezTo>
                  <a:cubicBezTo>
                    <a:pt x="5933" y="13"/>
                    <a:pt x="5835" y="129"/>
                    <a:pt x="5656" y="326"/>
                  </a:cubicBezTo>
                  <a:cubicBezTo>
                    <a:pt x="5487" y="522"/>
                    <a:pt x="5246" y="807"/>
                    <a:pt x="4970" y="1155"/>
                  </a:cubicBezTo>
                  <a:cubicBezTo>
                    <a:pt x="4684" y="1503"/>
                    <a:pt x="4372" y="1923"/>
                    <a:pt x="4033" y="2360"/>
                  </a:cubicBezTo>
                  <a:cubicBezTo>
                    <a:pt x="3685" y="2806"/>
                    <a:pt x="3319" y="3278"/>
                    <a:pt x="2953" y="3742"/>
                  </a:cubicBezTo>
                  <a:cubicBezTo>
                    <a:pt x="2588" y="4215"/>
                    <a:pt x="2231" y="4688"/>
                    <a:pt x="1883" y="5134"/>
                  </a:cubicBezTo>
                  <a:cubicBezTo>
                    <a:pt x="1544" y="5571"/>
                    <a:pt x="1196" y="5964"/>
                    <a:pt x="919" y="6312"/>
                  </a:cubicBezTo>
                  <a:cubicBezTo>
                    <a:pt x="643" y="6668"/>
                    <a:pt x="420" y="6963"/>
                    <a:pt x="259" y="7177"/>
                  </a:cubicBezTo>
                  <a:cubicBezTo>
                    <a:pt x="108" y="7382"/>
                    <a:pt x="18" y="7507"/>
                    <a:pt x="18" y="7507"/>
                  </a:cubicBezTo>
                  <a:cubicBezTo>
                    <a:pt x="1" y="7525"/>
                    <a:pt x="9" y="7552"/>
                    <a:pt x="27" y="7569"/>
                  </a:cubicBezTo>
                  <a:cubicBezTo>
                    <a:pt x="36" y="7578"/>
                    <a:pt x="50" y="7583"/>
                    <a:pt x="63" y="7583"/>
                  </a:cubicBezTo>
                  <a:cubicBezTo>
                    <a:pt x="76" y="7583"/>
                    <a:pt x="90" y="7578"/>
                    <a:pt x="99" y="7569"/>
                  </a:cubicBezTo>
                  <a:cubicBezTo>
                    <a:pt x="99" y="7569"/>
                    <a:pt x="197" y="7454"/>
                    <a:pt x="366" y="7257"/>
                  </a:cubicBezTo>
                  <a:cubicBezTo>
                    <a:pt x="527" y="7052"/>
                    <a:pt x="768" y="6767"/>
                    <a:pt x="1044" y="6419"/>
                  </a:cubicBezTo>
                  <a:cubicBezTo>
                    <a:pt x="1321" y="6062"/>
                    <a:pt x="1624" y="5643"/>
                    <a:pt x="1972" y="5197"/>
                  </a:cubicBezTo>
                  <a:cubicBezTo>
                    <a:pt x="2320" y="4768"/>
                    <a:pt x="2695" y="4304"/>
                    <a:pt x="3078" y="3841"/>
                  </a:cubicBezTo>
                  <a:cubicBezTo>
                    <a:pt x="3444" y="3377"/>
                    <a:pt x="3819" y="2904"/>
                    <a:pt x="4167" y="2476"/>
                  </a:cubicBezTo>
                  <a:cubicBezTo>
                    <a:pt x="4515" y="2038"/>
                    <a:pt x="4854" y="1637"/>
                    <a:pt x="5130" y="1280"/>
                  </a:cubicBezTo>
                  <a:cubicBezTo>
                    <a:pt x="5398" y="923"/>
                    <a:pt x="5621" y="629"/>
                    <a:pt x="5772" y="415"/>
                  </a:cubicBezTo>
                  <a:cubicBezTo>
                    <a:pt x="5924" y="201"/>
                    <a:pt x="6013" y="76"/>
                    <a:pt x="6013" y="76"/>
                  </a:cubicBezTo>
                  <a:cubicBezTo>
                    <a:pt x="6022" y="58"/>
                    <a:pt x="6022" y="31"/>
                    <a:pt x="6004" y="13"/>
                  </a:cubicBezTo>
                  <a:cubicBezTo>
                    <a:pt x="5991" y="4"/>
                    <a:pt x="5978" y="0"/>
                    <a:pt x="59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2" name="Google Shape;2432;p54"/>
            <p:cNvSpPr/>
            <p:nvPr/>
          </p:nvSpPr>
          <p:spPr>
            <a:xfrm>
              <a:off x="3198293" y="3395998"/>
              <a:ext cx="150830" cy="164025"/>
            </a:xfrm>
            <a:custGeom>
              <a:avLst/>
              <a:gdLst/>
              <a:ahLst/>
              <a:cxnLst/>
              <a:rect l="l" t="t" r="r" b="b"/>
              <a:pathLst>
                <a:path w="3052" h="3319" extrusionOk="0">
                  <a:moveTo>
                    <a:pt x="2994" y="1"/>
                  </a:moveTo>
                  <a:cubicBezTo>
                    <a:pt x="2982" y="1"/>
                    <a:pt x="2970" y="5"/>
                    <a:pt x="2962" y="13"/>
                  </a:cubicBezTo>
                  <a:cubicBezTo>
                    <a:pt x="2962" y="13"/>
                    <a:pt x="2748" y="183"/>
                    <a:pt x="2463" y="477"/>
                  </a:cubicBezTo>
                  <a:cubicBezTo>
                    <a:pt x="2320" y="629"/>
                    <a:pt x="2168" y="816"/>
                    <a:pt x="1999" y="1013"/>
                  </a:cubicBezTo>
                  <a:cubicBezTo>
                    <a:pt x="1829" y="1200"/>
                    <a:pt x="1651" y="1405"/>
                    <a:pt x="1473" y="1610"/>
                  </a:cubicBezTo>
                  <a:cubicBezTo>
                    <a:pt x="1294" y="1815"/>
                    <a:pt x="1116" y="2030"/>
                    <a:pt x="946" y="2217"/>
                  </a:cubicBezTo>
                  <a:cubicBezTo>
                    <a:pt x="777" y="2404"/>
                    <a:pt x="589" y="2565"/>
                    <a:pt x="456" y="2716"/>
                  </a:cubicBezTo>
                  <a:cubicBezTo>
                    <a:pt x="322" y="2868"/>
                    <a:pt x="206" y="3002"/>
                    <a:pt x="134" y="3091"/>
                  </a:cubicBezTo>
                  <a:cubicBezTo>
                    <a:pt x="54" y="3180"/>
                    <a:pt x="18" y="3243"/>
                    <a:pt x="18" y="3243"/>
                  </a:cubicBezTo>
                  <a:cubicBezTo>
                    <a:pt x="1" y="3261"/>
                    <a:pt x="1" y="3287"/>
                    <a:pt x="18" y="3305"/>
                  </a:cubicBezTo>
                  <a:cubicBezTo>
                    <a:pt x="27" y="3314"/>
                    <a:pt x="41" y="3319"/>
                    <a:pt x="54" y="3319"/>
                  </a:cubicBezTo>
                  <a:cubicBezTo>
                    <a:pt x="68" y="3319"/>
                    <a:pt x="81" y="3314"/>
                    <a:pt x="90" y="3305"/>
                  </a:cubicBezTo>
                  <a:cubicBezTo>
                    <a:pt x="90" y="3305"/>
                    <a:pt x="143" y="3261"/>
                    <a:pt x="233" y="3180"/>
                  </a:cubicBezTo>
                  <a:cubicBezTo>
                    <a:pt x="313" y="3100"/>
                    <a:pt x="438" y="2975"/>
                    <a:pt x="572" y="2823"/>
                  </a:cubicBezTo>
                  <a:cubicBezTo>
                    <a:pt x="714" y="2672"/>
                    <a:pt x="857" y="2476"/>
                    <a:pt x="1027" y="2288"/>
                  </a:cubicBezTo>
                  <a:cubicBezTo>
                    <a:pt x="1196" y="2101"/>
                    <a:pt x="1392" y="1905"/>
                    <a:pt x="1580" y="1708"/>
                  </a:cubicBezTo>
                  <a:cubicBezTo>
                    <a:pt x="1776" y="1512"/>
                    <a:pt x="1954" y="1316"/>
                    <a:pt x="2133" y="1128"/>
                  </a:cubicBezTo>
                  <a:cubicBezTo>
                    <a:pt x="2311" y="941"/>
                    <a:pt x="2481" y="772"/>
                    <a:pt x="2615" y="620"/>
                  </a:cubicBezTo>
                  <a:cubicBezTo>
                    <a:pt x="2882" y="308"/>
                    <a:pt x="3034" y="76"/>
                    <a:pt x="3034" y="76"/>
                  </a:cubicBezTo>
                  <a:cubicBezTo>
                    <a:pt x="3052" y="58"/>
                    <a:pt x="3052" y="40"/>
                    <a:pt x="3034" y="22"/>
                  </a:cubicBezTo>
                  <a:cubicBezTo>
                    <a:pt x="3024" y="8"/>
                    <a:pt x="3009" y="1"/>
                    <a:pt x="29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3" name="Google Shape;2433;p54"/>
            <p:cNvSpPr/>
            <p:nvPr/>
          </p:nvSpPr>
          <p:spPr>
            <a:xfrm>
              <a:off x="3363655" y="3729436"/>
              <a:ext cx="181668" cy="264694"/>
            </a:xfrm>
            <a:custGeom>
              <a:avLst/>
              <a:gdLst/>
              <a:ahLst/>
              <a:cxnLst/>
              <a:rect l="l" t="t" r="r" b="b"/>
              <a:pathLst>
                <a:path w="3676" h="5356" extrusionOk="0">
                  <a:moveTo>
                    <a:pt x="3631" y="1"/>
                  </a:moveTo>
                  <a:cubicBezTo>
                    <a:pt x="3615" y="1"/>
                    <a:pt x="3597" y="9"/>
                    <a:pt x="3586" y="20"/>
                  </a:cubicBezTo>
                  <a:cubicBezTo>
                    <a:pt x="3586" y="20"/>
                    <a:pt x="3328" y="323"/>
                    <a:pt x="2989" y="814"/>
                  </a:cubicBezTo>
                  <a:cubicBezTo>
                    <a:pt x="2810" y="1054"/>
                    <a:pt x="2632" y="1349"/>
                    <a:pt x="2427" y="1661"/>
                  </a:cubicBezTo>
                  <a:cubicBezTo>
                    <a:pt x="2221" y="1973"/>
                    <a:pt x="1998" y="2303"/>
                    <a:pt x="1775" y="2633"/>
                  </a:cubicBezTo>
                  <a:cubicBezTo>
                    <a:pt x="1561" y="2963"/>
                    <a:pt x="1347" y="3302"/>
                    <a:pt x="1142" y="3615"/>
                  </a:cubicBezTo>
                  <a:cubicBezTo>
                    <a:pt x="928" y="3918"/>
                    <a:pt x="714" y="4186"/>
                    <a:pt x="544" y="4435"/>
                  </a:cubicBezTo>
                  <a:cubicBezTo>
                    <a:pt x="375" y="4685"/>
                    <a:pt x="241" y="4890"/>
                    <a:pt x="152" y="5042"/>
                  </a:cubicBezTo>
                  <a:cubicBezTo>
                    <a:pt x="62" y="5194"/>
                    <a:pt x="9" y="5274"/>
                    <a:pt x="9" y="5274"/>
                  </a:cubicBezTo>
                  <a:cubicBezTo>
                    <a:pt x="0" y="5301"/>
                    <a:pt x="0" y="5328"/>
                    <a:pt x="27" y="5345"/>
                  </a:cubicBezTo>
                  <a:cubicBezTo>
                    <a:pt x="34" y="5352"/>
                    <a:pt x="43" y="5355"/>
                    <a:pt x="53" y="5355"/>
                  </a:cubicBezTo>
                  <a:cubicBezTo>
                    <a:pt x="69" y="5355"/>
                    <a:pt x="87" y="5348"/>
                    <a:pt x="98" y="5336"/>
                  </a:cubicBezTo>
                  <a:cubicBezTo>
                    <a:pt x="98" y="5336"/>
                    <a:pt x="152" y="5256"/>
                    <a:pt x="259" y="5113"/>
                  </a:cubicBezTo>
                  <a:cubicBezTo>
                    <a:pt x="366" y="4980"/>
                    <a:pt x="509" y="4774"/>
                    <a:pt x="678" y="4525"/>
                  </a:cubicBezTo>
                  <a:cubicBezTo>
                    <a:pt x="848" y="4284"/>
                    <a:pt x="1017" y="3980"/>
                    <a:pt x="1231" y="3668"/>
                  </a:cubicBezTo>
                  <a:cubicBezTo>
                    <a:pt x="1436" y="3365"/>
                    <a:pt x="1668" y="3044"/>
                    <a:pt x="1900" y="2723"/>
                  </a:cubicBezTo>
                  <a:cubicBezTo>
                    <a:pt x="2132" y="2393"/>
                    <a:pt x="2355" y="2062"/>
                    <a:pt x="2569" y="1759"/>
                  </a:cubicBezTo>
                  <a:cubicBezTo>
                    <a:pt x="2783" y="1456"/>
                    <a:pt x="2989" y="1179"/>
                    <a:pt x="3158" y="930"/>
                  </a:cubicBezTo>
                  <a:cubicBezTo>
                    <a:pt x="3479" y="430"/>
                    <a:pt x="3667" y="73"/>
                    <a:pt x="3667" y="73"/>
                  </a:cubicBezTo>
                  <a:cubicBezTo>
                    <a:pt x="3676" y="55"/>
                    <a:pt x="3676" y="28"/>
                    <a:pt x="3658" y="11"/>
                  </a:cubicBezTo>
                  <a:cubicBezTo>
                    <a:pt x="3651" y="4"/>
                    <a:pt x="3641" y="1"/>
                    <a:pt x="36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34" name="Google Shape;2434;p54"/>
          <p:cNvGrpSpPr/>
          <p:nvPr/>
        </p:nvGrpSpPr>
        <p:grpSpPr>
          <a:xfrm rot="-880318" flipH="1">
            <a:off x="7281457" y="2741932"/>
            <a:ext cx="1062392" cy="868564"/>
            <a:chOff x="4045913" y="2430037"/>
            <a:chExt cx="758207" cy="619876"/>
          </a:xfrm>
        </p:grpSpPr>
        <p:sp>
          <p:nvSpPr>
            <p:cNvPr id="2435" name="Google Shape;2435;p54"/>
            <p:cNvSpPr/>
            <p:nvPr/>
          </p:nvSpPr>
          <p:spPr>
            <a:xfrm>
              <a:off x="4087502" y="3029326"/>
              <a:ext cx="83805" cy="15300"/>
            </a:xfrm>
            <a:custGeom>
              <a:avLst/>
              <a:gdLst/>
              <a:ahLst/>
              <a:cxnLst/>
              <a:rect l="l" t="t" r="r" b="b"/>
              <a:pathLst>
                <a:path w="1205" h="220" extrusionOk="0">
                  <a:moveTo>
                    <a:pt x="1204" y="1"/>
                  </a:moveTo>
                  <a:cubicBezTo>
                    <a:pt x="794" y="28"/>
                    <a:pt x="393" y="37"/>
                    <a:pt x="0" y="37"/>
                  </a:cubicBezTo>
                  <a:cubicBezTo>
                    <a:pt x="155" y="170"/>
                    <a:pt x="329" y="219"/>
                    <a:pt x="501" y="219"/>
                  </a:cubicBezTo>
                  <a:cubicBezTo>
                    <a:pt x="766" y="219"/>
                    <a:pt x="1026" y="104"/>
                    <a:pt x="12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6" name="Google Shape;2436;p54"/>
            <p:cNvSpPr/>
            <p:nvPr/>
          </p:nvSpPr>
          <p:spPr>
            <a:xfrm>
              <a:off x="4045913" y="2430037"/>
              <a:ext cx="758207" cy="603116"/>
            </a:xfrm>
            <a:custGeom>
              <a:avLst/>
              <a:gdLst/>
              <a:ahLst/>
              <a:cxnLst/>
              <a:rect l="l" t="t" r="r" b="b"/>
              <a:pathLst>
                <a:path w="10902" h="8672" extrusionOk="0">
                  <a:moveTo>
                    <a:pt x="6611" y="0"/>
                  </a:moveTo>
                  <a:cubicBezTo>
                    <a:pt x="6691" y="437"/>
                    <a:pt x="6406" y="1196"/>
                    <a:pt x="5719" y="1365"/>
                  </a:cubicBezTo>
                  <a:cubicBezTo>
                    <a:pt x="5643" y="1383"/>
                    <a:pt x="5564" y="1390"/>
                    <a:pt x="5482" y="1390"/>
                  </a:cubicBezTo>
                  <a:cubicBezTo>
                    <a:pt x="4966" y="1390"/>
                    <a:pt x="4352" y="1089"/>
                    <a:pt x="3985" y="1089"/>
                  </a:cubicBezTo>
                  <a:cubicBezTo>
                    <a:pt x="3880" y="1089"/>
                    <a:pt x="3795" y="1114"/>
                    <a:pt x="3738" y="1178"/>
                  </a:cubicBezTo>
                  <a:cubicBezTo>
                    <a:pt x="3453" y="1490"/>
                    <a:pt x="3435" y="2204"/>
                    <a:pt x="2802" y="2320"/>
                  </a:cubicBezTo>
                  <a:cubicBezTo>
                    <a:pt x="2773" y="2325"/>
                    <a:pt x="2745" y="2327"/>
                    <a:pt x="2716" y="2327"/>
                  </a:cubicBezTo>
                  <a:cubicBezTo>
                    <a:pt x="2243" y="2327"/>
                    <a:pt x="1763" y="1664"/>
                    <a:pt x="1165" y="1664"/>
                  </a:cubicBezTo>
                  <a:cubicBezTo>
                    <a:pt x="1044" y="1664"/>
                    <a:pt x="918" y="1692"/>
                    <a:pt x="785" y="1758"/>
                  </a:cubicBezTo>
                  <a:lnTo>
                    <a:pt x="830" y="1856"/>
                  </a:lnTo>
                  <a:cubicBezTo>
                    <a:pt x="759" y="1963"/>
                    <a:pt x="562" y="2275"/>
                    <a:pt x="393" y="2730"/>
                  </a:cubicBezTo>
                  <a:cubicBezTo>
                    <a:pt x="179" y="3265"/>
                    <a:pt x="0" y="4006"/>
                    <a:pt x="72" y="4862"/>
                  </a:cubicBezTo>
                  <a:cubicBezTo>
                    <a:pt x="206" y="6646"/>
                    <a:pt x="643" y="7289"/>
                    <a:pt x="643" y="7289"/>
                  </a:cubicBezTo>
                  <a:cubicBezTo>
                    <a:pt x="643" y="7289"/>
                    <a:pt x="54" y="8020"/>
                    <a:pt x="500" y="8556"/>
                  </a:cubicBezTo>
                  <a:cubicBezTo>
                    <a:pt x="536" y="8591"/>
                    <a:pt x="562" y="8627"/>
                    <a:pt x="598" y="8654"/>
                  </a:cubicBezTo>
                  <a:cubicBezTo>
                    <a:pt x="991" y="8654"/>
                    <a:pt x="1392" y="8645"/>
                    <a:pt x="1802" y="8618"/>
                  </a:cubicBezTo>
                  <a:lnTo>
                    <a:pt x="1829" y="8618"/>
                  </a:lnTo>
                  <a:cubicBezTo>
                    <a:pt x="3578" y="8538"/>
                    <a:pt x="5050" y="8297"/>
                    <a:pt x="6272" y="8011"/>
                  </a:cubicBezTo>
                  <a:lnTo>
                    <a:pt x="6281" y="7931"/>
                  </a:lnTo>
                  <a:cubicBezTo>
                    <a:pt x="6603" y="7974"/>
                    <a:pt x="6627" y="8614"/>
                    <a:pt x="7252" y="8614"/>
                  </a:cubicBezTo>
                  <a:cubicBezTo>
                    <a:pt x="7283" y="8614"/>
                    <a:pt x="7317" y="8612"/>
                    <a:pt x="7351" y="8609"/>
                  </a:cubicBezTo>
                  <a:cubicBezTo>
                    <a:pt x="7985" y="8556"/>
                    <a:pt x="7824" y="7565"/>
                    <a:pt x="8252" y="7485"/>
                  </a:cubicBezTo>
                  <a:cubicBezTo>
                    <a:pt x="8262" y="7483"/>
                    <a:pt x="8272" y="7482"/>
                    <a:pt x="8282" y="7482"/>
                  </a:cubicBezTo>
                  <a:cubicBezTo>
                    <a:pt x="8646" y="7482"/>
                    <a:pt x="8775" y="8671"/>
                    <a:pt x="9326" y="8671"/>
                  </a:cubicBezTo>
                  <a:cubicBezTo>
                    <a:pt x="9372" y="8671"/>
                    <a:pt x="9422" y="8663"/>
                    <a:pt x="9475" y="8645"/>
                  </a:cubicBezTo>
                  <a:cubicBezTo>
                    <a:pt x="9492" y="8636"/>
                    <a:pt x="9510" y="8627"/>
                    <a:pt x="9537" y="8618"/>
                  </a:cubicBezTo>
                  <a:cubicBezTo>
                    <a:pt x="10277" y="8279"/>
                    <a:pt x="9822" y="7378"/>
                    <a:pt x="9912" y="6985"/>
                  </a:cubicBezTo>
                  <a:cubicBezTo>
                    <a:pt x="9932" y="6894"/>
                    <a:pt x="9965" y="6869"/>
                    <a:pt x="10011" y="6869"/>
                  </a:cubicBezTo>
                  <a:cubicBezTo>
                    <a:pt x="10073" y="6869"/>
                    <a:pt x="10160" y="6913"/>
                    <a:pt x="10280" y="6913"/>
                  </a:cubicBezTo>
                  <a:cubicBezTo>
                    <a:pt x="10382" y="6913"/>
                    <a:pt x="10507" y="6881"/>
                    <a:pt x="10661" y="6762"/>
                  </a:cubicBezTo>
                  <a:cubicBezTo>
                    <a:pt x="10732" y="6718"/>
                    <a:pt x="10804" y="6548"/>
                    <a:pt x="10848" y="6325"/>
                  </a:cubicBezTo>
                  <a:cubicBezTo>
                    <a:pt x="10893" y="6067"/>
                    <a:pt x="10902" y="5719"/>
                    <a:pt x="10777" y="5380"/>
                  </a:cubicBezTo>
                  <a:cubicBezTo>
                    <a:pt x="10474" y="4514"/>
                    <a:pt x="9635" y="4488"/>
                    <a:pt x="9635" y="4488"/>
                  </a:cubicBezTo>
                  <a:cubicBezTo>
                    <a:pt x="8823" y="705"/>
                    <a:pt x="6682" y="27"/>
                    <a:pt x="66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7" name="Google Shape;2437;p54"/>
            <p:cNvSpPr/>
            <p:nvPr/>
          </p:nvSpPr>
          <p:spPr>
            <a:xfrm>
              <a:off x="4180556" y="2878965"/>
              <a:ext cx="324509" cy="84570"/>
            </a:xfrm>
            <a:custGeom>
              <a:avLst/>
              <a:gdLst/>
              <a:ahLst/>
              <a:cxnLst/>
              <a:rect l="l" t="t" r="r" b="b"/>
              <a:pathLst>
                <a:path w="4666" h="1216" extrusionOk="0">
                  <a:moveTo>
                    <a:pt x="4485" y="0"/>
                  </a:moveTo>
                  <a:cubicBezTo>
                    <a:pt x="4469" y="0"/>
                    <a:pt x="4452" y="1"/>
                    <a:pt x="4434" y="4"/>
                  </a:cubicBezTo>
                  <a:cubicBezTo>
                    <a:pt x="4389" y="13"/>
                    <a:pt x="4336" y="31"/>
                    <a:pt x="4291" y="49"/>
                  </a:cubicBezTo>
                  <a:cubicBezTo>
                    <a:pt x="4273" y="58"/>
                    <a:pt x="4247" y="67"/>
                    <a:pt x="4229" y="84"/>
                  </a:cubicBezTo>
                  <a:cubicBezTo>
                    <a:pt x="4202" y="93"/>
                    <a:pt x="4184" y="102"/>
                    <a:pt x="4166" y="120"/>
                  </a:cubicBezTo>
                  <a:cubicBezTo>
                    <a:pt x="4122" y="147"/>
                    <a:pt x="4086" y="182"/>
                    <a:pt x="4050" y="209"/>
                  </a:cubicBezTo>
                  <a:cubicBezTo>
                    <a:pt x="3988" y="281"/>
                    <a:pt x="3934" y="361"/>
                    <a:pt x="3881" y="441"/>
                  </a:cubicBezTo>
                  <a:cubicBezTo>
                    <a:pt x="3873" y="457"/>
                    <a:pt x="3864" y="474"/>
                    <a:pt x="3854" y="491"/>
                  </a:cubicBezTo>
                  <a:lnTo>
                    <a:pt x="3854" y="491"/>
                  </a:lnTo>
                  <a:cubicBezTo>
                    <a:pt x="3828" y="466"/>
                    <a:pt x="3801" y="444"/>
                    <a:pt x="3774" y="423"/>
                  </a:cubicBezTo>
                  <a:cubicBezTo>
                    <a:pt x="3720" y="388"/>
                    <a:pt x="3676" y="361"/>
                    <a:pt x="3631" y="334"/>
                  </a:cubicBezTo>
                  <a:lnTo>
                    <a:pt x="3479" y="281"/>
                  </a:lnTo>
                  <a:cubicBezTo>
                    <a:pt x="3387" y="265"/>
                    <a:pt x="3281" y="243"/>
                    <a:pt x="3202" y="243"/>
                  </a:cubicBezTo>
                  <a:cubicBezTo>
                    <a:pt x="3190" y="243"/>
                    <a:pt x="3178" y="244"/>
                    <a:pt x="3167" y="245"/>
                  </a:cubicBezTo>
                  <a:lnTo>
                    <a:pt x="2980" y="245"/>
                  </a:lnTo>
                  <a:lnTo>
                    <a:pt x="2935" y="254"/>
                  </a:lnTo>
                  <a:cubicBezTo>
                    <a:pt x="2917" y="254"/>
                    <a:pt x="2891" y="254"/>
                    <a:pt x="2864" y="263"/>
                  </a:cubicBezTo>
                  <a:cubicBezTo>
                    <a:pt x="2659" y="298"/>
                    <a:pt x="2454" y="397"/>
                    <a:pt x="2302" y="530"/>
                  </a:cubicBezTo>
                  <a:cubicBezTo>
                    <a:pt x="2222" y="602"/>
                    <a:pt x="2150" y="682"/>
                    <a:pt x="2088" y="753"/>
                  </a:cubicBezTo>
                  <a:cubicBezTo>
                    <a:pt x="2087" y="754"/>
                    <a:pt x="2087" y="754"/>
                    <a:pt x="2086" y="755"/>
                  </a:cubicBezTo>
                  <a:lnTo>
                    <a:pt x="2086" y="755"/>
                  </a:lnTo>
                  <a:cubicBezTo>
                    <a:pt x="2081" y="751"/>
                    <a:pt x="2075" y="747"/>
                    <a:pt x="2070" y="745"/>
                  </a:cubicBezTo>
                  <a:cubicBezTo>
                    <a:pt x="1927" y="629"/>
                    <a:pt x="1749" y="513"/>
                    <a:pt x="1553" y="450"/>
                  </a:cubicBezTo>
                  <a:cubicBezTo>
                    <a:pt x="1454" y="414"/>
                    <a:pt x="1356" y="388"/>
                    <a:pt x="1249" y="379"/>
                  </a:cubicBezTo>
                  <a:cubicBezTo>
                    <a:pt x="1196" y="370"/>
                    <a:pt x="1160" y="370"/>
                    <a:pt x="1106" y="361"/>
                  </a:cubicBezTo>
                  <a:cubicBezTo>
                    <a:pt x="1053" y="370"/>
                    <a:pt x="990" y="361"/>
                    <a:pt x="946" y="379"/>
                  </a:cubicBezTo>
                  <a:cubicBezTo>
                    <a:pt x="839" y="388"/>
                    <a:pt x="732" y="423"/>
                    <a:pt x="643" y="468"/>
                  </a:cubicBezTo>
                  <a:cubicBezTo>
                    <a:pt x="553" y="521"/>
                    <a:pt x="464" y="575"/>
                    <a:pt x="393" y="637"/>
                  </a:cubicBezTo>
                  <a:cubicBezTo>
                    <a:pt x="241" y="771"/>
                    <a:pt x="116" y="923"/>
                    <a:pt x="18" y="1092"/>
                  </a:cubicBezTo>
                  <a:cubicBezTo>
                    <a:pt x="0" y="1128"/>
                    <a:pt x="9" y="1173"/>
                    <a:pt x="36" y="1199"/>
                  </a:cubicBezTo>
                  <a:cubicBezTo>
                    <a:pt x="50" y="1210"/>
                    <a:pt x="67" y="1215"/>
                    <a:pt x="84" y="1215"/>
                  </a:cubicBezTo>
                  <a:cubicBezTo>
                    <a:pt x="110" y="1215"/>
                    <a:pt x="136" y="1203"/>
                    <a:pt x="152" y="1182"/>
                  </a:cubicBezTo>
                  <a:cubicBezTo>
                    <a:pt x="259" y="1039"/>
                    <a:pt x="384" y="914"/>
                    <a:pt x="527" y="816"/>
                  </a:cubicBezTo>
                  <a:cubicBezTo>
                    <a:pt x="660" y="718"/>
                    <a:pt x="821" y="637"/>
                    <a:pt x="973" y="629"/>
                  </a:cubicBezTo>
                  <a:cubicBezTo>
                    <a:pt x="988" y="626"/>
                    <a:pt x="1001" y="625"/>
                    <a:pt x="1015" y="625"/>
                  </a:cubicBezTo>
                  <a:cubicBezTo>
                    <a:pt x="1041" y="625"/>
                    <a:pt x="1065" y="629"/>
                    <a:pt x="1089" y="629"/>
                  </a:cubicBezTo>
                  <a:cubicBezTo>
                    <a:pt x="1124" y="629"/>
                    <a:pt x="1187" y="637"/>
                    <a:pt x="1222" y="646"/>
                  </a:cubicBezTo>
                  <a:cubicBezTo>
                    <a:pt x="1294" y="655"/>
                    <a:pt x="1374" y="682"/>
                    <a:pt x="1454" y="709"/>
                  </a:cubicBezTo>
                  <a:cubicBezTo>
                    <a:pt x="1615" y="771"/>
                    <a:pt x="1749" y="860"/>
                    <a:pt x="1892" y="976"/>
                  </a:cubicBezTo>
                  <a:cubicBezTo>
                    <a:pt x="1909" y="994"/>
                    <a:pt x="1927" y="1003"/>
                    <a:pt x="1954" y="1021"/>
                  </a:cubicBezTo>
                  <a:cubicBezTo>
                    <a:pt x="1972" y="1030"/>
                    <a:pt x="1981" y="1039"/>
                    <a:pt x="1999" y="1048"/>
                  </a:cubicBezTo>
                  <a:lnTo>
                    <a:pt x="2025" y="1066"/>
                  </a:lnTo>
                  <a:cubicBezTo>
                    <a:pt x="2043" y="1075"/>
                    <a:pt x="2070" y="1075"/>
                    <a:pt x="2088" y="1084"/>
                  </a:cubicBezTo>
                  <a:lnTo>
                    <a:pt x="2097" y="1084"/>
                  </a:lnTo>
                  <a:cubicBezTo>
                    <a:pt x="2177" y="1075"/>
                    <a:pt x="2123" y="1075"/>
                    <a:pt x="2141" y="1075"/>
                  </a:cubicBezTo>
                  <a:lnTo>
                    <a:pt x="2150" y="1075"/>
                  </a:lnTo>
                  <a:cubicBezTo>
                    <a:pt x="2150" y="1075"/>
                    <a:pt x="2177" y="1066"/>
                    <a:pt x="2195" y="1057"/>
                  </a:cubicBezTo>
                  <a:cubicBezTo>
                    <a:pt x="2213" y="1048"/>
                    <a:pt x="2239" y="1021"/>
                    <a:pt x="2248" y="1021"/>
                  </a:cubicBezTo>
                  <a:lnTo>
                    <a:pt x="2266" y="1003"/>
                  </a:lnTo>
                  <a:cubicBezTo>
                    <a:pt x="2284" y="976"/>
                    <a:pt x="2302" y="959"/>
                    <a:pt x="2320" y="941"/>
                  </a:cubicBezTo>
                  <a:cubicBezTo>
                    <a:pt x="2382" y="869"/>
                    <a:pt x="2436" y="816"/>
                    <a:pt x="2489" y="753"/>
                  </a:cubicBezTo>
                  <a:cubicBezTo>
                    <a:pt x="2614" y="646"/>
                    <a:pt x="2757" y="584"/>
                    <a:pt x="2917" y="548"/>
                  </a:cubicBezTo>
                  <a:cubicBezTo>
                    <a:pt x="2935" y="539"/>
                    <a:pt x="2962" y="539"/>
                    <a:pt x="2980" y="539"/>
                  </a:cubicBezTo>
                  <a:lnTo>
                    <a:pt x="3016" y="530"/>
                  </a:lnTo>
                  <a:lnTo>
                    <a:pt x="3033" y="530"/>
                  </a:lnTo>
                  <a:lnTo>
                    <a:pt x="3167" y="521"/>
                  </a:lnTo>
                  <a:cubicBezTo>
                    <a:pt x="3182" y="520"/>
                    <a:pt x="3196" y="520"/>
                    <a:pt x="3209" y="520"/>
                  </a:cubicBezTo>
                  <a:cubicBezTo>
                    <a:pt x="3290" y="520"/>
                    <a:pt x="3339" y="541"/>
                    <a:pt x="3408" y="548"/>
                  </a:cubicBezTo>
                  <a:lnTo>
                    <a:pt x="3524" y="584"/>
                  </a:lnTo>
                  <a:cubicBezTo>
                    <a:pt x="3560" y="602"/>
                    <a:pt x="3587" y="620"/>
                    <a:pt x="3622" y="637"/>
                  </a:cubicBezTo>
                  <a:cubicBezTo>
                    <a:pt x="3658" y="655"/>
                    <a:pt x="3685" y="682"/>
                    <a:pt x="3711" y="709"/>
                  </a:cubicBezTo>
                  <a:cubicBezTo>
                    <a:pt x="3738" y="727"/>
                    <a:pt x="3765" y="762"/>
                    <a:pt x="3783" y="780"/>
                  </a:cubicBezTo>
                  <a:lnTo>
                    <a:pt x="3792" y="798"/>
                  </a:lnTo>
                  <a:cubicBezTo>
                    <a:pt x="3810" y="825"/>
                    <a:pt x="3827" y="843"/>
                    <a:pt x="3863" y="852"/>
                  </a:cubicBezTo>
                  <a:cubicBezTo>
                    <a:pt x="3869" y="852"/>
                    <a:pt x="3876" y="853"/>
                    <a:pt x="3882" y="853"/>
                  </a:cubicBezTo>
                  <a:cubicBezTo>
                    <a:pt x="3939" y="853"/>
                    <a:pt x="3998" y="818"/>
                    <a:pt x="4006" y="753"/>
                  </a:cubicBezTo>
                  <a:cubicBezTo>
                    <a:pt x="4015" y="727"/>
                    <a:pt x="4033" y="691"/>
                    <a:pt x="4041" y="655"/>
                  </a:cubicBezTo>
                  <a:cubicBezTo>
                    <a:pt x="4059" y="620"/>
                    <a:pt x="4068" y="584"/>
                    <a:pt x="4086" y="548"/>
                  </a:cubicBezTo>
                  <a:cubicBezTo>
                    <a:pt x="4122" y="477"/>
                    <a:pt x="4157" y="414"/>
                    <a:pt x="4211" y="352"/>
                  </a:cubicBezTo>
                  <a:cubicBezTo>
                    <a:pt x="4238" y="325"/>
                    <a:pt x="4256" y="298"/>
                    <a:pt x="4282" y="281"/>
                  </a:cubicBezTo>
                  <a:cubicBezTo>
                    <a:pt x="4300" y="263"/>
                    <a:pt x="4309" y="254"/>
                    <a:pt x="4327" y="245"/>
                  </a:cubicBezTo>
                  <a:cubicBezTo>
                    <a:pt x="4345" y="236"/>
                    <a:pt x="4354" y="227"/>
                    <a:pt x="4372" y="218"/>
                  </a:cubicBezTo>
                  <a:cubicBezTo>
                    <a:pt x="4407" y="200"/>
                    <a:pt x="4434" y="191"/>
                    <a:pt x="4470" y="182"/>
                  </a:cubicBezTo>
                  <a:cubicBezTo>
                    <a:pt x="4505" y="165"/>
                    <a:pt x="4541" y="165"/>
                    <a:pt x="4577" y="156"/>
                  </a:cubicBezTo>
                  <a:lnTo>
                    <a:pt x="4604" y="156"/>
                  </a:lnTo>
                  <a:cubicBezTo>
                    <a:pt x="4639" y="147"/>
                    <a:pt x="4666" y="111"/>
                    <a:pt x="4666" y="75"/>
                  </a:cubicBezTo>
                  <a:cubicBezTo>
                    <a:pt x="4658" y="35"/>
                    <a:pt x="4629" y="3"/>
                    <a:pt x="4590" y="3"/>
                  </a:cubicBezTo>
                  <a:cubicBezTo>
                    <a:pt x="4586" y="3"/>
                    <a:pt x="4581" y="3"/>
                    <a:pt x="4577" y="4"/>
                  </a:cubicBezTo>
                  <a:cubicBezTo>
                    <a:pt x="4547" y="4"/>
                    <a:pt x="4517" y="0"/>
                    <a:pt x="44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8" name="Google Shape;2438;p54"/>
            <p:cNvSpPr/>
            <p:nvPr/>
          </p:nvSpPr>
          <p:spPr>
            <a:xfrm>
              <a:off x="4469665" y="2835150"/>
              <a:ext cx="333828" cy="203009"/>
            </a:xfrm>
            <a:custGeom>
              <a:avLst/>
              <a:gdLst/>
              <a:ahLst/>
              <a:cxnLst/>
              <a:rect l="l" t="t" r="r" b="b"/>
              <a:pathLst>
                <a:path w="4800" h="2919" extrusionOk="0">
                  <a:moveTo>
                    <a:pt x="3364" y="2748"/>
                  </a:moveTo>
                  <a:cubicBezTo>
                    <a:pt x="3355" y="2753"/>
                    <a:pt x="3355" y="2755"/>
                    <a:pt x="3356" y="2756"/>
                  </a:cubicBezTo>
                  <a:lnTo>
                    <a:pt x="3356" y="2756"/>
                  </a:lnTo>
                  <a:lnTo>
                    <a:pt x="3364" y="2748"/>
                  </a:lnTo>
                  <a:close/>
                  <a:moveTo>
                    <a:pt x="3356" y="2756"/>
                  </a:moveTo>
                  <a:lnTo>
                    <a:pt x="3355" y="2757"/>
                  </a:lnTo>
                  <a:cubicBezTo>
                    <a:pt x="3359" y="2757"/>
                    <a:pt x="3357" y="2757"/>
                    <a:pt x="3356" y="2756"/>
                  </a:cubicBezTo>
                  <a:close/>
                  <a:moveTo>
                    <a:pt x="4782" y="1"/>
                  </a:moveTo>
                  <a:cubicBezTo>
                    <a:pt x="4782" y="1"/>
                    <a:pt x="4782" y="36"/>
                    <a:pt x="4773" y="99"/>
                  </a:cubicBezTo>
                  <a:cubicBezTo>
                    <a:pt x="4773" y="161"/>
                    <a:pt x="4782" y="250"/>
                    <a:pt x="4755" y="366"/>
                  </a:cubicBezTo>
                  <a:cubicBezTo>
                    <a:pt x="4746" y="482"/>
                    <a:pt x="4711" y="625"/>
                    <a:pt x="4648" y="768"/>
                  </a:cubicBezTo>
                  <a:cubicBezTo>
                    <a:pt x="4630" y="804"/>
                    <a:pt x="4613" y="839"/>
                    <a:pt x="4586" y="875"/>
                  </a:cubicBezTo>
                  <a:lnTo>
                    <a:pt x="4550" y="911"/>
                  </a:lnTo>
                  <a:cubicBezTo>
                    <a:pt x="4532" y="928"/>
                    <a:pt x="4515" y="937"/>
                    <a:pt x="4497" y="955"/>
                  </a:cubicBezTo>
                  <a:cubicBezTo>
                    <a:pt x="4416" y="1000"/>
                    <a:pt x="4336" y="1036"/>
                    <a:pt x="4247" y="1044"/>
                  </a:cubicBezTo>
                  <a:cubicBezTo>
                    <a:pt x="4231" y="1047"/>
                    <a:pt x="4216" y="1048"/>
                    <a:pt x="4202" y="1048"/>
                  </a:cubicBezTo>
                  <a:cubicBezTo>
                    <a:pt x="4167" y="1048"/>
                    <a:pt x="4136" y="1042"/>
                    <a:pt x="4104" y="1036"/>
                  </a:cubicBezTo>
                  <a:cubicBezTo>
                    <a:pt x="4051" y="1027"/>
                    <a:pt x="4006" y="1009"/>
                    <a:pt x="3944" y="1000"/>
                  </a:cubicBezTo>
                  <a:lnTo>
                    <a:pt x="3890" y="1000"/>
                  </a:lnTo>
                  <a:cubicBezTo>
                    <a:pt x="3863" y="1009"/>
                    <a:pt x="3845" y="1018"/>
                    <a:pt x="3828" y="1027"/>
                  </a:cubicBezTo>
                  <a:cubicBezTo>
                    <a:pt x="3801" y="1062"/>
                    <a:pt x="3783" y="1098"/>
                    <a:pt x="3774" y="1125"/>
                  </a:cubicBezTo>
                  <a:lnTo>
                    <a:pt x="3774" y="1143"/>
                  </a:lnTo>
                  <a:cubicBezTo>
                    <a:pt x="3765" y="1160"/>
                    <a:pt x="3765" y="1160"/>
                    <a:pt x="3765" y="1169"/>
                  </a:cubicBezTo>
                  <a:lnTo>
                    <a:pt x="3756" y="1214"/>
                  </a:lnTo>
                  <a:cubicBezTo>
                    <a:pt x="3756" y="1241"/>
                    <a:pt x="3756" y="1276"/>
                    <a:pt x="3756" y="1303"/>
                  </a:cubicBezTo>
                  <a:cubicBezTo>
                    <a:pt x="3756" y="1544"/>
                    <a:pt x="3810" y="1785"/>
                    <a:pt x="3810" y="2026"/>
                  </a:cubicBezTo>
                  <a:cubicBezTo>
                    <a:pt x="3819" y="2267"/>
                    <a:pt x="3747" y="2516"/>
                    <a:pt x="3542" y="2659"/>
                  </a:cubicBezTo>
                  <a:cubicBezTo>
                    <a:pt x="3498" y="2686"/>
                    <a:pt x="3444" y="2722"/>
                    <a:pt x="3382" y="2739"/>
                  </a:cubicBezTo>
                  <a:lnTo>
                    <a:pt x="3364" y="2757"/>
                  </a:lnTo>
                  <a:lnTo>
                    <a:pt x="3346" y="2757"/>
                  </a:lnTo>
                  <a:lnTo>
                    <a:pt x="3301" y="2766"/>
                  </a:lnTo>
                  <a:cubicBezTo>
                    <a:pt x="3274" y="2775"/>
                    <a:pt x="3248" y="2775"/>
                    <a:pt x="3221" y="2775"/>
                  </a:cubicBezTo>
                  <a:cubicBezTo>
                    <a:pt x="3114" y="2766"/>
                    <a:pt x="3016" y="2695"/>
                    <a:pt x="2935" y="2597"/>
                  </a:cubicBezTo>
                  <a:cubicBezTo>
                    <a:pt x="2784" y="2400"/>
                    <a:pt x="2686" y="2151"/>
                    <a:pt x="2561" y="1910"/>
                  </a:cubicBezTo>
                  <a:cubicBezTo>
                    <a:pt x="2525" y="1856"/>
                    <a:pt x="2489" y="1794"/>
                    <a:pt x="2445" y="1740"/>
                  </a:cubicBezTo>
                  <a:cubicBezTo>
                    <a:pt x="2400" y="1678"/>
                    <a:pt x="2338" y="1624"/>
                    <a:pt x="2249" y="1598"/>
                  </a:cubicBezTo>
                  <a:cubicBezTo>
                    <a:pt x="2223" y="1592"/>
                    <a:pt x="2197" y="1587"/>
                    <a:pt x="2171" y="1587"/>
                  </a:cubicBezTo>
                  <a:cubicBezTo>
                    <a:pt x="2152" y="1587"/>
                    <a:pt x="2134" y="1590"/>
                    <a:pt x="2115" y="1598"/>
                  </a:cubicBezTo>
                  <a:lnTo>
                    <a:pt x="2070" y="1615"/>
                  </a:lnTo>
                  <a:cubicBezTo>
                    <a:pt x="2052" y="1615"/>
                    <a:pt x="2034" y="1633"/>
                    <a:pt x="2017" y="1642"/>
                  </a:cubicBezTo>
                  <a:cubicBezTo>
                    <a:pt x="1936" y="1696"/>
                    <a:pt x="1901" y="1758"/>
                    <a:pt x="1865" y="1821"/>
                  </a:cubicBezTo>
                  <a:cubicBezTo>
                    <a:pt x="1803" y="1937"/>
                    <a:pt x="1767" y="2061"/>
                    <a:pt x="1722" y="2177"/>
                  </a:cubicBezTo>
                  <a:cubicBezTo>
                    <a:pt x="1687" y="2284"/>
                    <a:pt x="1651" y="2392"/>
                    <a:pt x="1597" y="2490"/>
                  </a:cubicBezTo>
                  <a:cubicBezTo>
                    <a:pt x="1544" y="2579"/>
                    <a:pt x="1472" y="2650"/>
                    <a:pt x="1383" y="2686"/>
                  </a:cubicBezTo>
                  <a:cubicBezTo>
                    <a:pt x="1348" y="2713"/>
                    <a:pt x="1294" y="2713"/>
                    <a:pt x="1258" y="2722"/>
                  </a:cubicBezTo>
                  <a:cubicBezTo>
                    <a:pt x="1223" y="2722"/>
                    <a:pt x="1187" y="2726"/>
                    <a:pt x="1154" y="2726"/>
                  </a:cubicBezTo>
                  <a:cubicBezTo>
                    <a:pt x="1137" y="2726"/>
                    <a:pt x="1122" y="2725"/>
                    <a:pt x="1107" y="2722"/>
                  </a:cubicBezTo>
                  <a:cubicBezTo>
                    <a:pt x="1017" y="2722"/>
                    <a:pt x="928" y="2695"/>
                    <a:pt x="857" y="2659"/>
                  </a:cubicBezTo>
                  <a:cubicBezTo>
                    <a:pt x="786" y="2623"/>
                    <a:pt x="723" y="2570"/>
                    <a:pt x="670" y="2507"/>
                  </a:cubicBezTo>
                  <a:cubicBezTo>
                    <a:pt x="562" y="2392"/>
                    <a:pt x="491" y="2267"/>
                    <a:pt x="402" y="2177"/>
                  </a:cubicBezTo>
                  <a:cubicBezTo>
                    <a:pt x="357" y="2133"/>
                    <a:pt x="313" y="2097"/>
                    <a:pt x="259" y="2079"/>
                  </a:cubicBezTo>
                  <a:cubicBezTo>
                    <a:pt x="232" y="2070"/>
                    <a:pt x="215" y="2070"/>
                    <a:pt x="188" y="2061"/>
                  </a:cubicBezTo>
                  <a:lnTo>
                    <a:pt x="134" y="2061"/>
                  </a:lnTo>
                  <a:cubicBezTo>
                    <a:pt x="99" y="2061"/>
                    <a:pt x="72" y="2070"/>
                    <a:pt x="54" y="2079"/>
                  </a:cubicBezTo>
                  <a:cubicBezTo>
                    <a:pt x="36" y="2079"/>
                    <a:pt x="27" y="2088"/>
                    <a:pt x="27" y="2088"/>
                  </a:cubicBezTo>
                  <a:lnTo>
                    <a:pt x="9" y="2088"/>
                  </a:lnTo>
                  <a:cubicBezTo>
                    <a:pt x="0" y="2097"/>
                    <a:pt x="0" y="2115"/>
                    <a:pt x="9" y="2124"/>
                  </a:cubicBezTo>
                  <a:lnTo>
                    <a:pt x="45" y="2160"/>
                  </a:lnTo>
                  <a:cubicBezTo>
                    <a:pt x="54" y="2160"/>
                    <a:pt x="72" y="2151"/>
                    <a:pt x="134" y="2142"/>
                  </a:cubicBezTo>
                  <a:cubicBezTo>
                    <a:pt x="143" y="2142"/>
                    <a:pt x="161" y="2151"/>
                    <a:pt x="188" y="2151"/>
                  </a:cubicBezTo>
                  <a:cubicBezTo>
                    <a:pt x="188" y="2151"/>
                    <a:pt x="215" y="2160"/>
                    <a:pt x="232" y="2160"/>
                  </a:cubicBezTo>
                  <a:cubicBezTo>
                    <a:pt x="259" y="2177"/>
                    <a:pt x="304" y="2204"/>
                    <a:pt x="339" y="2249"/>
                  </a:cubicBezTo>
                  <a:cubicBezTo>
                    <a:pt x="411" y="2329"/>
                    <a:pt x="473" y="2454"/>
                    <a:pt x="589" y="2588"/>
                  </a:cubicBezTo>
                  <a:cubicBezTo>
                    <a:pt x="643" y="2650"/>
                    <a:pt x="714" y="2713"/>
                    <a:pt x="803" y="2766"/>
                  </a:cubicBezTo>
                  <a:cubicBezTo>
                    <a:pt x="893" y="2811"/>
                    <a:pt x="991" y="2846"/>
                    <a:pt x="1107" y="2855"/>
                  </a:cubicBezTo>
                  <a:lnTo>
                    <a:pt x="1258" y="2855"/>
                  </a:lnTo>
                  <a:cubicBezTo>
                    <a:pt x="1330" y="2838"/>
                    <a:pt x="1383" y="2838"/>
                    <a:pt x="1437" y="2811"/>
                  </a:cubicBezTo>
                  <a:cubicBezTo>
                    <a:pt x="1553" y="2757"/>
                    <a:pt x="1651" y="2668"/>
                    <a:pt x="1713" y="2561"/>
                  </a:cubicBezTo>
                  <a:cubicBezTo>
                    <a:pt x="1847" y="2347"/>
                    <a:pt x="1892" y="2097"/>
                    <a:pt x="1999" y="1892"/>
                  </a:cubicBezTo>
                  <a:cubicBezTo>
                    <a:pt x="2026" y="1847"/>
                    <a:pt x="2061" y="1794"/>
                    <a:pt x="2088" y="1776"/>
                  </a:cubicBezTo>
                  <a:cubicBezTo>
                    <a:pt x="2097" y="1767"/>
                    <a:pt x="2097" y="1758"/>
                    <a:pt x="2115" y="1758"/>
                  </a:cubicBezTo>
                  <a:lnTo>
                    <a:pt x="2159" y="1740"/>
                  </a:lnTo>
                  <a:cubicBezTo>
                    <a:pt x="2162" y="1737"/>
                    <a:pt x="2167" y="1736"/>
                    <a:pt x="2173" y="1736"/>
                  </a:cubicBezTo>
                  <a:cubicBezTo>
                    <a:pt x="2185" y="1736"/>
                    <a:pt x="2201" y="1740"/>
                    <a:pt x="2213" y="1740"/>
                  </a:cubicBezTo>
                  <a:cubicBezTo>
                    <a:pt x="2293" y="1758"/>
                    <a:pt x="2365" y="1874"/>
                    <a:pt x="2427" y="1990"/>
                  </a:cubicBezTo>
                  <a:cubicBezTo>
                    <a:pt x="2552" y="2213"/>
                    <a:pt x="2641" y="2472"/>
                    <a:pt x="2820" y="2695"/>
                  </a:cubicBezTo>
                  <a:cubicBezTo>
                    <a:pt x="2909" y="2802"/>
                    <a:pt x="3051" y="2909"/>
                    <a:pt x="3212" y="2918"/>
                  </a:cubicBezTo>
                  <a:cubicBezTo>
                    <a:pt x="3221" y="2918"/>
                    <a:pt x="3230" y="2919"/>
                    <a:pt x="3239" y="2919"/>
                  </a:cubicBezTo>
                  <a:cubicBezTo>
                    <a:pt x="3402" y="2919"/>
                    <a:pt x="3512" y="2842"/>
                    <a:pt x="3622" y="2766"/>
                  </a:cubicBezTo>
                  <a:cubicBezTo>
                    <a:pt x="3747" y="2686"/>
                    <a:pt x="3828" y="2561"/>
                    <a:pt x="3881" y="2427"/>
                  </a:cubicBezTo>
                  <a:cubicBezTo>
                    <a:pt x="3926" y="2293"/>
                    <a:pt x="3944" y="2160"/>
                    <a:pt x="3935" y="2026"/>
                  </a:cubicBezTo>
                  <a:cubicBezTo>
                    <a:pt x="3935" y="1767"/>
                    <a:pt x="3872" y="1526"/>
                    <a:pt x="3854" y="1303"/>
                  </a:cubicBezTo>
                  <a:cubicBezTo>
                    <a:pt x="3854" y="1213"/>
                    <a:pt x="3862" y="1086"/>
                    <a:pt x="3918" y="1086"/>
                  </a:cubicBezTo>
                  <a:cubicBezTo>
                    <a:pt x="3923" y="1086"/>
                    <a:pt x="3929" y="1087"/>
                    <a:pt x="3935" y="1089"/>
                  </a:cubicBezTo>
                  <a:cubicBezTo>
                    <a:pt x="3979" y="1098"/>
                    <a:pt x="4033" y="1116"/>
                    <a:pt x="4086" y="1116"/>
                  </a:cubicBezTo>
                  <a:cubicBezTo>
                    <a:pt x="4124" y="1122"/>
                    <a:pt x="4162" y="1128"/>
                    <a:pt x="4203" y="1128"/>
                  </a:cubicBezTo>
                  <a:cubicBezTo>
                    <a:pt x="4220" y="1128"/>
                    <a:pt x="4238" y="1127"/>
                    <a:pt x="4256" y="1125"/>
                  </a:cubicBezTo>
                  <a:cubicBezTo>
                    <a:pt x="4363" y="1107"/>
                    <a:pt x="4452" y="1062"/>
                    <a:pt x="4532" y="1009"/>
                  </a:cubicBezTo>
                  <a:lnTo>
                    <a:pt x="4586" y="964"/>
                  </a:lnTo>
                  <a:cubicBezTo>
                    <a:pt x="4604" y="946"/>
                    <a:pt x="4622" y="928"/>
                    <a:pt x="4639" y="911"/>
                  </a:cubicBezTo>
                  <a:cubicBezTo>
                    <a:pt x="4657" y="866"/>
                    <a:pt x="4675" y="830"/>
                    <a:pt x="4693" y="786"/>
                  </a:cubicBezTo>
                  <a:cubicBezTo>
                    <a:pt x="4755" y="634"/>
                    <a:pt x="4773" y="491"/>
                    <a:pt x="4782" y="366"/>
                  </a:cubicBezTo>
                  <a:cubicBezTo>
                    <a:pt x="4800" y="250"/>
                    <a:pt x="4782" y="161"/>
                    <a:pt x="4782" y="99"/>
                  </a:cubicBezTo>
                  <a:cubicBezTo>
                    <a:pt x="4782" y="36"/>
                    <a:pt x="4782" y="1"/>
                    <a:pt x="47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9" name="Google Shape;2439;p54"/>
            <p:cNvSpPr/>
            <p:nvPr/>
          </p:nvSpPr>
          <p:spPr>
            <a:xfrm>
              <a:off x="4078183" y="3015625"/>
              <a:ext cx="113571" cy="34287"/>
            </a:xfrm>
            <a:custGeom>
              <a:avLst/>
              <a:gdLst/>
              <a:ahLst/>
              <a:cxnLst/>
              <a:rect l="l" t="t" r="r" b="b"/>
              <a:pathLst>
                <a:path w="1633" h="493" extrusionOk="0">
                  <a:moveTo>
                    <a:pt x="1593" y="1"/>
                  </a:moveTo>
                  <a:cubicBezTo>
                    <a:pt x="1585" y="1"/>
                    <a:pt x="1577" y="4"/>
                    <a:pt x="1570" y="11"/>
                  </a:cubicBezTo>
                  <a:lnTo>
                    <a:pt x="1561" y="11"/>
                  </a:lnTo>
                  <a:cubicBezTo>
                    <a:pt x="1561" y="11"/>
                    <a:pt x="1544" y="20"/>
                    <a:pt x="1508" y="46"/>
                  </a:cubicBezTo>
                  <a:cubicBezTo>
                    <a:pt x="1463" y="64"/>
                    <a:pt x="1401" y="100"/>
                    <a:pt x="1330" y="136"/>
                  </a:cubicBezTo>
                  <a:cubicBezTo>
                    <a:pt x="1303" y="153"/>
                    <a:pt x="1258" y="171"/>
                    <a:pt x="1222" y="189"/>
                  </a:cubicBezTo>
                  <a:cubicBezTo>
                    <a:pt x="1178" y="207"/>
                    <a:pt x="1133" y="225"/>
                    <a:pt x="1089" y="243"/>
                  </a:cubicBezTo>
                  <a:cubicBezTo>
                    <a:pt x="999" y="278"/>
                    <a:pt x="901" y="314"/>
                    <a:pt x="803" y="323"/>
                  </a:cubicBezTo>
                  <a:cubicBezTo>
                    <a:pt x="750" y="332"/>
                    <a:pt x="705" y="341"/>
                    <a:pt x="652" y="341"/>
                  </a:cubicBezTo>
                  <a:cubicBezTo>
                    <a:pt x="607" y="341"/>
                    <a:pt x="553" y="341"/>
                    <a:pt x="509" y="332"/>
                  </a:cubicBezTo>
                  <a:cubicBezTo>
                    <a:pt x="464" y="332"/>
                    <a:pt x="420" y="314"/>
                    <a:pt x="384" y="305"/>
                  </a:cubicBezTo>
                  <a:cubicBezTo>
                    <a:pt x="339" y="287"/>
                    <a:pt x="304" y="278"/>
                    <a:pt x="277" y="260"/>
                  </a:cubicBezTo>
                  <a:cubicBezTo>
                    <a:pt x="241" y="243"/>
                    <a:pt x="214" y="216"/>
                    <a:pt x="188" y="207"/>
                  </a:cubicBezTo>
                  <a:cubicBezTo>
                    <a:pt x="170" y="198"/>
                    <a:pt x="143" y="162"/>
                    <a:pt x="125" y="153"/>
                  </a:cubicBezTo>
                  <a:cubicBezTo>
                    <a:pt x="89" y="127"/>
                    <a:pt x="72" y="109"/>
                    <a:pt x="72" y="109"/>
                  </a:cubicBezTo>
                  <a:cubicBezTo>
                    <a:pt x="63" y="100"/>
                    <a:pt x="52" y="95"/>
                    <a:pt x="42" y="95"/>
                  </a:cubicBezTo>
                  <a:cubicBezTo>
                    <a:pt x="32" y="95"/>
                    <a:pt x="23" y="100"/>
                    <a:pt x="18" y="109"/>
                  </a:cubicBezTo>
                  <a:cubicBezTo>
                    <a:pt x="0" y="118"/>
                    <a:pt x="0" y="144"/>
                    <a:pt x="9" y="162"/>
                  </a:cubicBezTo>
                  <a:cubicBezTo>
                    <a:pt x="9" y="162"/>
                    <a:pt x="27" y="180"/>
                    <a:pt x="54" y="216"/>
                  </a:cubicBezTo>
                  <a:cubicBezTo>
                    <a:pt x="81" y="243"/>
                    <a:pt x="81" y="260"/>
                    <a:pt x="116" y="287"/>
                  </a:cubicBezTo>
                  <a:cubicBezTo>
                    <a:pt x="143" y="305"/>
                    <a:pt x="170" y="332"/>
                    <a:pt x="205" y="359"/>
                  </a:cubicBezTo>
                  <a:cubicBezTo>
                    <a:pt x="250" y="385"/>
                    <a:pt x="286" y="403"/>
                    <a:pt x="339" y="430"/>
                  </a:cubicBezTo>
                  <a:cubicBezTo>
                    <a:pt x="384" y="448"/>
                    <a:pt x="437" y="466"/>
                    <a:pt x="491" y="475"/>
                  </a:cubicBezTo>
                  <a:cubicBezTo>
                    <a:pt x="544" y="483"/>
                    <a:pt x="598" y="492"/>
                    <a:pt x="652" y="492"/>
                  </a:cubicBezTo>
                  <a:cubicBezTo>
                    <a:pt x="714" y="492"/>
                    <a:pt x="767" y="483"/>
                    <a:pt x="830" y="475"/>
                  </a:cubicBezTo>
                  <a:cubicBezTo>
                    <a:pt x="937" y="457"/>
                    <a:pt x="1044" y="421"/>
                    <a:pt x="1142" y="376"/>
                  </a:cubicBezTo>
                  <a:cubicBezTo>
                    <a:pt x="1196" y="359"/>
                    <a:pt x="1240" y="332"/>
                    <a:pt x="1276" y="305"/>
                  </a:cubicBezTo>
                  <a:cubicBezTo>
                    <a:pt x="1321" y="287"/>
                    <a:pt x="1356" y="260"/>
                    <a:pt x="1392" y="243"/>
                  </a:cubicBezTo>
                  <a:cubicBezTo>
                    <a:pt x="1463" y="189"/>
                    <a:pt x="1517" y="153"/>
                    <a:pt x="1553" y="127"/>
                  </a:cubicBezTo>
                  <a:cubicBezTo>
                    <a:pt x="1588" y="91"/>
                    <a:pt x="1615" y="73"/>
                    <a:pt x="1615" y="73"/>
                  </a:cubicBezTo>
                  <a:cubicBezTo>
                    <a:pt x="1624" y="55"/>
                    <a:pt x="1633" y="37"/>
                    <a:pt x="1624" y="20"/>
                  </a:cubicBezTo>
                  <a:cubicBezTo>
                    <a:pt x="1618" y="9"/>
                    <a:pt x="1606" y="1"/>
                    <a:pt x="15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0" name="Google Shape;2440;p54"/>
            <p:cNvSpPr/>
            <p:nvPr/>
          </p:nvSpPr>
          <p:spPr>
            <a:xfrm>
              <a:off x="4122206" y="2804132"/>
              <a:ext cx="22394" cy="26219"/>
            </a:xfrm>
            <a:custGeom>
              <a:avLst/>
              <a:gdLst/>
              <a:ahLst/>
              <a:cxnLst/>
              <a:rect l="l" t="t" r="r" b="b"/>
              <a:pathLst>
                <a:path w="322" h="377" extrusionOk="0">
                  <a:moveTo>
                    <a:pt x="166" y="1"/>
                  </a:moveTo>
                  <a:cubicBezTo>
                    <a:pt x="146" y="1"/>
                    <a:pt x="126" y="10"/>
                    <a:pt x="108" y="27"/>
                  </a:cubicBezTo>
                  <a:cubicBezTo>
                    <a:pt x="36" y="81"/>
                    <a:pt x="1" y="188"/>
                    <a:pt x="27" y="268"/>
                  </a:cubicBezTo>
                  <a:cubicBezTo>
                    <a:pt x="46" y="341"/>
                    <a:pt x="105" y="376"/>
                    <a:pt x="165" y="376"/>
                  </a:cubicBezTo>
                  <a:cubicBezTo>
                    <a:pt x="223" y="376"/>
                    <a:pt x="282" y="343"/>
                    <a:pt x="304" y="277"/>
                  </a:cubicBezTo>
                  <a:cubicBezTo>
                    <a:pt x="322" y="188"/>
                    <a:pt x="295" y="81"/>
                    <a:pt x="224" y="27"/>
                  </a:cubicBezTo>
                  <a:cubicBezTo>
                    <a:pt x="206" y="10"/>
                    <a:pt x="186" y="1"/>
                    <a:pt x="1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1" name="Google Shape;2441;p54"/>
            <p:cNvSpPr/>
            <p:nvPr/>
          </p:nvSpPr>
          <p:spPr>
            <a:xfrm>
              <a:off x="4186746" y="2872984"/>
              <a:ext cx="10641" cy="8763"/>
            </a:xfrm>
            <a:custGeom>
              <a:avLst/>
              <a:gdLst/>
              <a:ahLst/>
              <a:cxnLst/>
              <a:rect l="l" t="t" r="r" b="b"/>
              <a:pathLst>
                <a:path w="153" h="126" extrusionOk="0">
                  <a:moveTo>
                    <a:pt x="81" y="1"/>
                  </a:moveTo>
                  <a:cubicBezTo>
                    <a:pt x="0" y="1"/>
                    <a:pt x="0" y="126"/>
                    <a:pt x="72" y="126"/>
                  </a:cubicBezTo>
                  <a:cubicBezTo>
                    <a:pt x="152" y="126"/>
                    <a:pt x="152" y="1"/>
                    <a:pt x="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2" name="Google Shape;2442;p54"/>
            <p:cNvSpPr/>
            <p:nvPr/>
          </p:nvSpPr>
          <p:spPr>
            <a:xfrm>
              <a:off x="4171446" y="2805453"/>
              <a:ext cx="36443" cy="30810"/>
            </a:xfrm>
            <a:custGeom>
              <a:avLst/>
              <a:gdLst/>
              <a:ahLst/>
              <a:cxnLst/>
              <a:rect l="l" t="t" r="r" b="b"/>
              <a:pathLst>
                <a:path w="524" h="443" extrusionOk="0">
                  <a:moveTo>
                    <a:pt x="160" y="1"/>
                  </a:moveTo>
                  <a:cubicBezTo>
                    <a:pt x="74" y="1"/>
                    <a:pt x="0" y="100"/>
                    <a:pt x="51" y="187"/>
                  </a:cubicBezTo>
                  <a:cubicBezTo>
                    <a:pt x="69" y="231"/>
                    <a:pt x="96" y="267"/>
                    <a:pt x="113" y="312"/>
                  </a:cubicBezTo>
                  <a:cubicBezTo>
                    <a:pt x="142" y="392"/>
                    <a:pt x="219" y="443"/>
                    <a:pt x="296" y="443"/>
                  </a:cubicBezTo>
                  <a:cubicBezTo>
                    <a:pt x="339" y="443"/>
                    <a:pt x="382" y="427"/>
                    <a:pt x="417" y="392"/>
                  </a:cubicBezTo>
                  <a:cubicBezTo>
                    <a:pt x="524" y="285"/>
                    <a:pt x="461" y="133"/>
                    <a:pt x="336" y="89"/>
                  </a:cubicBezTo>
                  <a:cubicBezTo>
                    <a:pt x="301" y="71"/>
                    <a:pt x="265" y="44"/>
                    <a:pt x="220" y="17"/>
                  </a:cubicBezTo>
                  <a:cubicBezTo>
                    <a:pt x="201" y="6"/>
                    <a:pt x="180" y="1"/>
                    <a:pt x="1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3" name="Google Shape;2443;p54"/>
            <p:cNvSpPr/>
            <p:nvPr/>
          </p:nvSpPr>
          <p:spPr>
            <a:xfrm>
              <a:off x="4256850" y="2817276"/>
              <a:ext cx="20030" cy="20934"/>
            </a:xfrm>
            <a:custGeom>
              <a:avLst/>
              <a:gdLst/>
              <a:ahLst/>
              <a:cxnLst/>
              <a:rect l="l" t="t" r="r" b="b"/>
              <a:pathLst>
                <a:path w="288" h="301" extrusionOk="0">
                  <a:moveTo>
                    <a:pt x="183" y="0"/>
                  </a:moveTo>
                  <a:cubicBezTo>
                    <a:pt x="169" y="0"/>
                    <a:pt x="156" y="3"/>
                    <a:pt x="143" y="8"/>
                  </a:cubicBezTo>
                  <a:cubicBezTo>
                    <a:pt x="90" y="35"/>
                    <a:pt x="54" y="53"/>
                    <a:pt x="27" y="106"/>
                  </a:cubicBezTo>
                  <a:cubicBezTo>
                    <a:pt x="1" y="160"/>
                    <a:pt x="1" y="222"/>
                    <a:pt x="45" y="258"/>
                  </a:cubicBezTo>
                  <a:cubicBezTo>
                    <a:pt x="75" y="287"/>
                    <a:pt x="104" y="300"/>
                    <a:pt x="132" y="300"/>
                  </a:cubicBezTo>
                  <a:cubicBezTo>
                    <a:pt x="155" y="300"/>
                    <a:pt x="177" y="292"/>
                    <a:pt x="197" y="276"/>
                  </a:cubicBezTo>
                  <a:cubicBezTo>
                    <a:pt x="232" y="258"/>
                    <a:pt x="268" y="213"/>
                    <a:pt x="268" y="168"/>
                  </a:cubicBezTo>
                  <a:cubicBezTo>
                    <a:pt x="259" y="151"/>
                    <a:pt x="259" y="133"/>
                    <a:pt x="259" y="115"/>
                  </a:cubicBezTo>
                  <a:cubicBezTo>
                    <a:pt x="259" y="106"/>
                    <a:pt x="259" y="106"/>
                    <a:pt x="259" y="97"/>
                  </a:cubicBezTo>
                  <a:cubicBezTo>
                    <a:pt x="288" y="40"/>
                    <a:pt x="236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4" name="Google Shape;2444;p54"/>
            <p:cNvSpPr/>
            <p:nvPr/>
          </p:nvSpPr>
          <p:spPr>
            <a:xfrm>
              <a:off x="4126588" y="2745642"/>
              <a:ext cx="28793" cy="28654"/>
            </a:xfrm>
            <a:custGeom>
              <a:avLst/>
              <a:gdLst/>
              <a:ahLst/>
              <a:cxnLst/>
              <a:rect l="l" t="t" r="r" b="b"/>
              <a:pathLst>
                <a:path w="414" h="412" extrusionOk="0">
                  <a:moveTo>
                    <a:pt x="165" y="1"/>
                  </a:moveTo>
                  <a:cubicBezTo>
                    <a:pt x="147" y="1"/>
                    <a:pt x="129" y="8"/>
                    <a:pt x="116" y="21"/>
                  </a:cubicBezTo>
                  <a:cubicBezTo>
                    <a:pt x="9" y="128"/>
                    <a:pt x="0" y="271"/>
                    <a:pt x="107" y="378"/>
                  </a:cubicBezTo>
                  <a:cubicBezTo>
                    <a:pt x="135" y="401"/>
                    <a:pt x="168" y="411"/>
                    <a:pt x="202" y="411"/>
                  </a:cubicBezTo>
                  <a:cubicBezTo>
                    <a:pt x="308" y="411"/>
                    <a:pt x="414" y="308"/>
                    <a:pt x="339" y="199"/>
                  </a:cubicBezTo>
                  <a:cubicBezTo>
                    <a:pt x="295" y="146"/>
                    <a:pt x="277" y="83"/>
                    <a:pt x="214" y="21"/>
                  </a:cubicBezTo>
                  <a:cubicBezTo>
                    <a:pt x="201" y="8"/>
                    <a:pt x="183" y="1"/>
                    <a:pt x="1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45" name="Google Shape;2445;p54"/>
          <p:cNvGrpSpPr/>
          <p:nvPr/>
        </p:nvGrpSpPr>
        <p:grpSpPr>
          <a:xfrm rot="880318">
            <a:off x="7442640" y="2153509"/>
            <a:ext cx="1062392" cy="868564"/>
            <a:chOff x="4045913" y="2430037"/>
            <a:chExt cx="758207" cy="619876"/>
          </a:xfrm>
        </p:grpSpPr>
        <p:sp>
          <p:nvSpPr>
            <p:cNvPr id="2446" name="Google Shape;2446;p54"/>
            <p:cNvSpPr/>
            <p:nvPr/>
          </p:nvSpPr>
          <p:spPr>
            <a:xfrm>
              <a:off x="4087502" y="3029326"/>
              <a:ext cx="83805" cy="15300"/>
            </a:xfrm>
            <a:custGeom>
              <a:avLst/>
              <a:gdLst/>
              <a:ahLst/>
              <a:cxnLst/>
              <a:rect l="l" t="t" r="r" b="b"/>
              <a:pathLst>
                <a:path w="1205" h="220" extrusionOk="0">
                  <a:moveTo>
                    <a:pt x="1204" y="1"/>
                  </a:moveTo>
                  <a:cubicBezTo>
                    <a:pt x="794" y="28"/>
                    <a:pt x="393" y="37"/>
                    <a:pt x="0" y="37"/>
                  </a:cubicBezTo>
                  <a:cubicBezTo>
                    <a:pt x="155" y="170"/>
                    <a:pt x="329" y="219"/>
                    <a:pt x="501" y="219"/>
                  </a:cubicBezTo>
                  <a:cubicBezTo>
                    <a:pt x="766" y="219"/>
                    <a:pt x="1026" y="104"/>
                    <a:pt x="1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7" name="Google Shape;2447;p54"/>
            <p:cNvSpPr/>
            <p:nvPr/>
          </p:nvSpPr>
          <p:spPr>
            <a:xfrm>
              <a:off x="4045913" y="2430037"/>
              <a:ext cx="758207" cy="603116"/>
            </a:xfrm>
            <a:custGeom>
              <a:avLst/>
              <a:gdLst/>
              <a:ahLst/>
              <a:cxnLst/>
              <a:rect l="l" t="t" r="r" b="b"/>
              <a:pathLst>
                <a:path w="10902" h="8672" extrusionOk="0">
                  <a:moveTo>
                    <a:pt x="6611" y="0"/>
                  </a:moveTo>
                  <a:cubicBezTo>
                    <a:pt x="6691" y="437"/>
                    <a:pt x="6406" y="1196"/>
                    <a:pt x="5719" y="1365"/>
                  </a:cubicBezTo>
                  <a:cubicBezTo>
                    <a:pt x="5643" y="1383"/>
                    <a:pt x="5564" y="1390"/>
                    <a:pt x="5482" y="1390"/>
                  </a:cubicBezTo>
                  <a:cubicBezTo>
                    <a:pt x="4966" y="1390"/>
                    <a:pt x="4352" y="1089"/>
                    <a:pt x="3985" y="1089"/>
                  </a:cubicBezTo>
                  <a:cubicBezTo>
                    <a:pt x="3880" y="1089"/>
                    <a:pt x="3795" y="1114"/>
                    <a:pt x="3738" y="1178"/>
                  </a:cubicBezTo>
                  <a:cubicBezTo>
                    <a:pt x="3453" y="1490"/>
                    <a:pt x="3435" y="2204"/>
                    <a:pt x="2802" y="2320"/>
                  </a:cubicBezTo>
                  <a:cubicBezTo>
                    <a:pt x="2773" y="2325"/>
                    <a:pt x="2745" y="2327"/>
                    <a:pt x="2716" y="2327"/>
                  </a:cubicBezTo>
                  <a:cubicBezTo>
                    <a:pt x="2243" y="2327"/>
                    <a:pt x="1763" y="1664"/>
                    <a:pt x="1165" y="1664"/>
                  </a:cubicBezTo>
                  <a:cubicBezTo>
                    <a:pt x="1044" y="1664"/>
                    <a:pt x="918" y="1692"/>
                    <a:pt x="785" y="1758"/>
                  </a:cubicBezTo>
                  <a:lnTo>
                    <a:pt x="830" y="1856"/>
                  </a:lnTo>
                  <a:cubicBezTo>
                    <a:pt x="759" y="1963"/>
                    <a:pt x="562" y="2275"/>
                    <a:pt x="393" y="2730"/>
                  </a:cubicBezTo>
                  <a:cubicBezTo>
                    <a:pt x="179" y="3265"/>
                    <a:pt x="0" y="4006"/>
                    <a:pt x="72" y="4862"/>
                  </a:cubicBezTo>
                  <a:cubicBezTo>
                    <a:pt x="206" y="6646"/>
                    <a:pt x="643" y="7289"/>
                    <a:pt x="643" y="7289"/>
                  </a:cubicBezTo>
                  <a:cubicBezTo>
                    <a:pt x="643" y="7289"/>
                    <a:pt x="54" y="8020"/>
                    <a:pt x="500" y="8556"/>
                  </a:cubicBezTo>
                  <a:cubicBezTo>
                    <a:pt x="536" y="8591"/>
                    <a:pt x="562" y="8627"/>
                    <a:pt x="598" y="8654"/>
                  </a:cubicBezTo>
                  <a:cubicBezTo>
                    <a:pt x="991" y="8654"/>
                    <a:pt x="1392" y="8645"/>
                    <a:pt x="1802" y="8618"/>
                  </a:cubicBezTo>
                  <a:lnTo>
                    <a:pt x="1829" y="8618"/>
                  </a:lnTo>
                  <a:cubicBezTo>
                    <a:pt x="3578" y="8538"/>
                    <a:pt x="5050" y="8297"/>
                    <a:pt x="6272" y="8011"/>
                  </a:cubicBezTo>
                  <a:lnTo>
                    <a:pt x="6281" y="7931"/>
                  </a:lnTo>
                  <a:cubicBezTo>
                    <a:pt x="6603" y="7974"/>
                    <a:pt x="6627" y="8614"/>
                    <a:pt x="7252" y="8614"/>
                  </a:cubicBezTo>
                  <a:cubicBezTo>
                    <a:pt x="7283" y="8614"/>
                    <a:pt x="7317" y="8612"/>
                    <a:pt x="7351" y="8609"/>
                  </a:cubicBezTo>
                  <a:cubicBezTo>
                    <a:pt x="7985" y="8556"/>
                    <a:pt x="7824" y="7565"/>
                    <a:pt x="8252" y="7485"/>
                  </a:cubicBezTo>
                  <a:cubicBezTo>
                    <a:pt x="8262" y="7483"/>
                    <a:pt x="8272" y="7482"/>
                    <a:pt x="8282" y="7482"/>
                  </a:cubicBezTo>
                  <a:cubicBezTo>
                    <a:pt x="8646" y="7482"/>
                    <a:pt x="8775" y="8671"/>
                    <a:pt x="9326" y="8671"/>
                  </a:cubicBezTo>
                  <a:cubicBezTo>
                    <a:pt x="9372" y="8671"/>
                    <a:pt x="9422" y="8663"/>
                    <a:pt x="9475" y="8645"/>
                  </a:cubicBezTo>
                  <a:cubicBezTo>
                    <a:pt x="9492" y="8636"/>
                    <a:pt x="9510" y="8627"/>
                    <a:pt x="9537" y="8618"/>
                  </a:cubicBezTo>
                  <a:cubicBezTo>
                    <a:pt x="10277" y="8279"/>
                    <a:pt x="9822" y="7378"/>
                    <a:pt x="9912" y="6985"/>
                  </a:cubicBezTo>
                  <a:cubicBezTo>
                    <a:pt x="9932" y="6894"/>
                    <a:pt x="9965" y="6869"/>
                    <a:pt x="10011" y="6869"/>
                  </a:cubicBezTo>
                  <a:cubicBezTo>
                    <a:pt x="10073" y="6869"/>
                    <a:pt x="10160" y="6913"/>
                    <a:pt x="10280" y="6913"/>
                  </a:cubicBezTo>
                  <a:cubicBezTo>
                    <a:pt x="10382" y="6913"/>
                    <a:pt x="10507" y="6881"/>
                    <a:pt x="10661" y="6762"/>
                  </a:cubicBezTo>
                  <a:cubicBezTo>
                    <a:pt x="10732" y="6718"/>
                    <a:pt x="10804" y="6548"/>
                    <a:pt x="10848" y="6325"/>
                  </a:cubicBezTo>
                  <a:cubicBezTo>
                    <a:pt x="10893" y="6067"/>
                    <a:pt x="10902" y="5719"/>
                    <a:pt x="10777" y="5380"/>
                  </a:cubicBezTo>
                  <a:cubicBezTo>
                    <a:pt x="10474" y="4514"/>
                    <a:pt x="9635" y="4488"/>
                    <a:pt x="9635" y="4488"/>
                  </a:cubicBezTo>
                  <a:cubicBezTo>
                    <a:pt x="8823" y="705"/>
                    <a:pt x="6682" y="27"/>
                    <a:pt x="66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8" name="Google Shape;2448;p54"/>
            <p:cNvSpPr/>
            <p:nvPr/>
          </p:nvSpPr>
          <p:spPr>
            <a:xfrm>
              <a:off x="4180556" y="2878965"/>
              <a:ext cx="324509" cy="84570"/>
            </a:xfrm>
            <a:custGeom>
              <a:avLst/>
              <a:gdLst/>
              <a:ahLst/>
              <a:cxnLst/>
              <a:rect l="l" t="t" r="r" b="b"/>
              <a:pathLst>
                <a:path w="4666" h="1216" extrusionOk="0">
                  <a:moveTo>
                    <a:pt x="4485" y="0"/>
                  </a:moveTo>
                  <a:cubicBezTo>
                    <a:pt x="4469" y="0"/>
                    <a:pt x="4452" y="1"/>
                    <a:pt x="4434" y="4"/>
                  </a:cubicBezTo>
                  <a:cubicBezTo>
                    <a:pt x="4389" y="13"/>
                    <a:pt x="4336" y="31"/>
                    <a:pt x="4291" y="49"/>
                  </a:cubicBezTo>
                  <a:cubicBezTo>
                    <a:pt x="4273" y="58"/>
                    <a:pt x="4247" y="67"/>
                    <a:pt x="4229" y="84"/>
                  </a:cubicBezTo>
                  <a:cubicBezTo>
                    <a:pt x="4202" y="93"/>
                    <a:pt x="4184" y="102"/>
                    <a:pt x="4166" y="120"/>
                  </a:cubicBezTo>
                  <a:cubicBezTo>
                    <a:pt x="4122" y="147"/>
                    <a:pt x="4086" y="182"/>
                    <a:pt x="4050" y="209"/>
                  </a:cubicBezTo>
                  <a:cubicBezTo>
                    <a:pt x="3988" y="281"/>
                    <a:pt x="3934" y="361"/>
                    <a:pt x="3881" y="441"/>
                  </a:cubicBezTo>
                  <a:cubicBezTo>
                    <a:pt x="3873" y="457"/>
                    <a:pt x="3864" y="474"/>
                    <a:pt x="3854" y="491"/>
                  </a:cubicBezTo>
                  <a:lnTo>
                    <a:pt x="3854" y="491"/>
                  </a:lnTo>
                  <a:cubicBezTo>
                    <a:pt x="3828" y="466"/>
                    <a:pt x="3801" y="444"/>
                    <a:pt x="3774" y="423"/>
                  </a:cubicBezTo>
                  <a:cubicBezTo>
                    <a:pt x="3720" y="388"/>
                    <a:pt x="3676" y="361"/>
                    <a:pt x="3631" y="334"/>
                  </a:cubicBezTo>
                  <a:lnTo>
                    <a:pt x="3479" y="281"/>
                  </a:lnTo>
                  <a:cubicBezTo>
                    <a:pt x="3387" y="265"/>
                    <a:pt x="3281" y="243"/>
                    <a:pt x="3202" y="243"/>
                  </a:cubicBezTo>
                  <a:cubicBezTo>
                    <a:pt x="3190" y="243"/>
                    <a:pt x="3178" y="244"/>
                    <a:pt x="3167" y="245"/>
                  </a:cubicBezTo>
                  <a:lnTo>
                    <a:pt x="2980" y="245"/>
                  </a:lnTo>
                  <a:lnTo>
                    <a:pt x="2935" y="254"/>
                  </a:lnTo>
                  <a:cubicBezTo>
                    <a:pt x="2917" y="254"/>
                    <a:pt x="2891" y="254"/>
                    <a:pt x="2864" y="263"/>
                  </a:cubicBezTo>
                  <a:cubicBezTo>
                    <a:pt x="2659" y="298"/>
                    <a:pt x="2454" y="397"/>
                    <a:pt x="2302" y="530"/>
                  </a:cubicBezTo>
                  <a:cubicBezTo>
                    <a:pt x="2222" y="602"/>
                    <a:pt x="2150" y="682"/>
                    <a:pt x="2088" y="753"/>
                  </a:cubicBezTo>
                  <a:cubicBezTo>
                    <a:pt x="2087" y="754"/>
                    <a:pt x="2087" y="754"/>
                    <a:pt x="2086" y="755"/>
                  </a:cubicBezTo>
                  <a:lnTo>
                    <a:pt x="2086" y="755"/>
                  </a:lnTo>
                  <a:cubicBezTo>
                    <a:pt x="2081" y="751"/>
                    <a:pt x="2075" y="747"/>
                    <a:pt x="2070" y="745"/>
                  </a:cubicBezTo>
                  <a:cubicBezTo>
                    <a:pt x="1927" y="629"/>
                    <a:pt x="1749" y="513"/>
                    <a:pt x="1553" y="450"/>
                  </a:cubicBezTo>
                  <a:cubicBezTo>
                    <a:pt x="1454" y="414"/>
                    <a:pt x="1356" y="388"/>
                    <a:pt x="1249" y="379"/>
                  </a:cubicBezTo>
                  <a:cubicBezTo>
                    <a:pt x="1196" y="370"/>
                    <a:pt x="1160" y="370"/>
                    <a:pt x="1106" y="361"/>
                  </a:cubicBezTo>
                  <a:cubicBezTo>
                    <a:pt x="1053" y="370"/>
                    <a:pt x="990" y="361"/>
                    <a:pt x="946" y="379"/>
                  </a:cubicBezTo>
                  <a:cubicBezTo>
                    <a:pt x="839" y="388"/>
                    <a:pt x="732" y="423"/>
                    <a:pt x="643" y="468"/>
                  </a:cubicBezTo>
                  <a:cubicBezTo>
                    <a:pt x="553" y="521"/>
                    <a:pt x="464" y="575"/>
                    <a:pt x="393" y="637"/>
                  </a:cubicBezTo>
                  <a:cubicBezTo>
                    <a:pt x="241" y="771"/>
                    <a:pt x="116" y="923"/>
                    <a:pt x="18" y="1092"/>
                  </a:cubicBezTo>
                  <a:cubicBezTo>
                    <a:pt x="0" y="1128"/>
                    <a:pt x="9" y="1173"/>
                    <a:pt x="36" y="1199"/>
                  </a:cubicBezTo>
                  <a:cubicBezTo>
                    <a:pt x="50" y="1210"/>
                    <a:pt x="67" y="1215"/>
                    <a:pt x="84" y="1215"/>
                  </a:cubicBezTo>
                  <a:cubicBezTo>
                    <a:pt x="110" y="1215"/>
                    <a:pt x="136" y="1203"/>
                    <a:pt x="152" y="1182"/>
                  </a:cubicBezTo>
                  <a:cubicBezTo>
                    <a:pt x="259" y="1039"/>
                    <a:pt x="384" y="914"/>
                    <a:pt x="527" y="816"/>
                  </a:cubicBezTo>
                  <a:cubicBezTo>
                    <a:pt x="660" y="718"/>
                    <a:pt x="821" y="637"/>
                    <a:pt x="973" y="629"/>
                  </a:cubicBezTo>
                  <a:cubicBezTo>
                    <a:pt x="988" y="626"/>
                    <a:pt x="1001" y="625"/>
                    <a:pt x="1015" y="625"/>
                  </a:cubicBezTo>
                  <a:cubicBezTo>
                    <a:pt x="1041" y="625"/>
                    <a:pt x="1065" y="629"/>
                    <a:pt x="1089" y="629"/>
                  </a:cubicBezTo>
                  <a:cubicBezTo>
                    <a:pt x="1124" y="629"/>
                    <a:pt x="1187" y="637"/>
                    <a:pt x="1222" y="646"/>
                  </a:cubicBezTo>
                  <a:cubicBezTo>
                    <a:pt x="1294" y="655"/>
                    <a:pt x="1374" y="682"/>
                    <a:pt x="1454" y="709"/>
                  </a:cubicBezTo>
                  <a:cubicBezTo>
                    <a:pt x="1615" y="771"/>
                    <a:pt x="1749" y="860"/>
                    <a:pt x="1892" y="976"/>
                  </a:cubicBezTo>
                  <a:cubicBezTo>
                    <a:pt x="1909" y="994"/>
                    <a:pt x="1927" y="1003"/>
                    <a:pt x="1954" y="1021"/>
                  </a:cubicBezTo>
                  <a:cubicBezTo>
                    <a:pt x="1972" y="1030"/>
                    <a:pt x="1981" y="1039"/>
                    <a:pt x="1999" y="1048"/>
                  </a:cubicBezTo>
                  <a:lnTo>
                    <a:pt x="2025" y="1066"/>
                  </a:lnTo>
                  <a:cubicBezTo>
                    <a:pt x="2043" y="1075"/>
                    <a:pt x="2070" y="1075"/>
                    <a:pt x="2088" y="1084"/>
                  </a:cubicBezTo>
                  <a:lnTo>
                    <a:pt x="2097" y="1084"/>
                  </a:lnTo>
                  <a:cubicBezTo>
                    <a:pt x="2177" y="1075"/>
                    <a:pt x="2123" y="1075"/>
                    <a:pt x="2141" y="1075"/>
                  </a:cubicBezTo>
                  <a:lnTo>
                    <a:pt x="2150" y="1075"/>
                  </a:lnTo>
                  <a:cubicBezTo>
                    <a:pt x="2150" y="1075"/>
                    <a:pt x="2177" y="1066"/>
                    <a:pt x="2195" y="1057"/>
                  </a:cubicBezTo>
                  <a:cubicBezTo>
                    <a:pt x="2213" y="1048"/>
                    <a:pt x="2239" y="1021"/>
                    <a:pt x="2248" y="1021"/>
                  </a:cubicBezTo>
                  <a:lnTo>
                    <a:pt x="2266" y="1003"/>
                  </a:lnTo>
                  <a:cubicBezTo>
                    <a:pt x="2284" y="976"/>
                    <a:pt x="2302" y="959"/>
                    <a:pt x="2320" y="941"/>
                  </a:cubicBezTo>
                  <a:cubicBezTo>
                    <a:pt x="2382" y="869"/>
                    <a:pt x="2436" y="816"/>
                    <a:pt x="2489" y="753"/>
                  </a:cubicBezTo>
                  <a:cubicBezTo>
                    <a:pt x="2614" y="646"/>
                    <a:pt x="2757" y="584"/>
                    <a:pt x="2917" y="548"/>
                  </a:cubicBezTo>
                  <a:cubicBezTo>
                    <a:pt x="2935" y="539"/>
                    <a:pt x="2962" y="539"/>
                    <a:pt x="2980" y="539"/>
                  </a:cubicBezTo>
                  <a:lnTo>
                    <a:pt x="3016" y="530"/>
                  </a:lnTo>
                  <a:lnTo>
                    <a:pt x="3033" y="530"/>
                  </a:lnTo>
                  <a:lnTo>
                    <a:pt x="3167" y="521"/>
                  </a:lnTo>
                  <a:cubicBezTo>
                    <a:pt x="3182" y="520"/>
                    <a:pt x="3196" y="520"/>
                    <a:pt x="3209" y="520"/>
                  </a:cubicBezTo>
                  <a:cubicBezTo>
                    <a:pt x="3290" y="520"/>
                    <a:pt x="3339" y="541"/>
                    <a:pt x="3408" y="548"/>
                  </a:cubicBezTo>
                  <a:lnTo>
                    <a:pt x="3524" y="584"/>
                  </a:lnTo>
                  <a:cubicBezTo>
                    <a:pt x="3560" y="602"/>
                    <a:pt x="3587" y="620"/>
                    <a:pt x="3622" y="637"/>
                  </a:cubicBezTo>
                  <a:cubicBezTo>
                    <a:pt x="3658" y="655"/>
                    <a:pt x="3685" y="682"/>
                    <a:pt x="3711" y="709"/>
                  </a:cubicBezTo>
                  <a:cubicBezTo>
                    <a:pt x="3738" y="727"/>
                    <a:pt x="3765" y="762"/>
                    <a:pt x="3783" y="780"/>
                  </a:cubicBezTo>
                  <a:lnTo>
                    <a:pt x="3792" y="798"/>
                  </a:lnTo>
                  <a:cubicBezTo>
                    <a:pt x="3810" y="825"/>
                    <a:pt x="3827" y="843"/>
                    <a:pt x="3863" y="852"/>
                  </a:cubicBezTo>
                  <a:cubicBezTo>
                    <a:pt x="3869" y="852"/>
                    <a:pt x="3876" y="853"/>
                    <a:pt x="3882" y="853"/>
                  </a:cubicBezTo>
                  <a:cubicBezTo>
                    <a:pt x="3939" y="853"/>
                    <a:pt x="3998" y="818"/>
                    <a:pt x="4006" y="753"/>
                  </a:cubicBezTo>
                  <a:cubicBezTo>
                    <a:pt x="4015" y="727"/>
                    <a:pt x="4033" y="691"/>
                    <a:pt x="4041" y="655"/>
                  </a:cubicBezTo>
                  <a:cubicBezTo>
                    <a:pt x="4059" y="620"/>
                    <a:pt x="4068" y="584"/>
                    <a:pt x="4086" y="548"/>
                  </a:cubicBezTo>
                  <a:cubicBezTo>
                    <a:pt x="4122" y="477"/>
                    <a:pt x="4157" y="414"/>
                    <a:pt x="4211" y="352"/>
                  </a:cubicBezTo>
                  <a:cubicBezTo>
                    <a:pt x="4238" y="325"/>
                    <a:pt x="4256" y="298"/>
                    <a:pt x="4282" y="281"/>
                  </a:cubicBezTo>
                  <a:cubicBezTo>
                    <a:pt x="4300" y="263"/>
                    <a:pt x="4309" y="254"/>
                    <a:pt x="4327" y="245"/>
                  </a:cubicBezTo>
                  <a:cubicBezTo>
                    <a:pt x="4345" y="236"/>
                    <a:pt x="4354" y="227"/>
                    <a:pt x="4372" y="218"/>
                  </a:cubicBezTo>
                  <a:cubicBezTo>
                    <a:pt x="4407" y="200"/>
                    <a:pt x="4434" y="191"/>
                    <a:pt x="4470" y="182"/>
                  </a:cubicBezTo>
                  <a:cubicBezTo>
                    <a:pt x="4505" y="165"/>
                    <a:pt x="4541" y="165"/>
                    <a:pt x="4577" y="156"/>
                  </a:cubicBezTo>
                  <a:lnTo>
                    <a:pt x="4604" y="156"/>
                  </a:lnTo>
                  <a:cubicBezTo>
                    <a:pt x="4639" y="147"/>
                    <a:pt x="4666" y="111"/>
                    <a:pt x="4666" y="75"/>
                  </a:cubicBezTo>
                  <a:cubicBezTo>
                    <a:pt x="4658" y="35"/>
                    <a:pt x="4629" y="3"/>
                    <a:pt x="4590" y="3"/>
                  </a:cubicBezTo>
                  <a:cubicBezTo>
                    <a:pt x="4586" y="3"/>
                    <a:pt x="4581" y="3"/>
                    <a:pt x="4577" y="4"/>
                  </a:cubicBezTo>
                  <a:cubicBezTo>
                    <a:pt x="4547" y="4"/>
                    <a:pt x="4517" y="0"/>
                    <a:pt x="44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9" name="Google Shape;2449;p54"/>
            <p:cNvSpPr/>
            <p:nvPr/>
          </p:nvSpPr>
          <p:spPr>
            <a:xfrm>
              <a:off x="4469665" y="2835150"/>
              <a:ext cx="333828" cy="203009"/>
            </a:xfrm>
            <a:custGeom>
              <a:avLst/>
              <a:gdLst/>
              <a:ahLst/>
              <a:cxnLst/>
              <a:rect l="l" t="t" r="r" b="b"/>
              <a:pathLst>
                <a:path w="4800" h="2919" extrusionOk="0">
                  <a:moveTo>
                    <a:pt x="3364" y="2748"/>
                  </a:moveTo>
                  <a:cubicBezTo>
                    <a:pt x="3355" y="2753"/>
                    <a:pt x="3355" y="2755"/>
                    <a:pt x="3356" y="2756"/>
                  </a:cubicBezTo>
                  <a:lnTo>
                    <a:pt x="3356" y="2756"/>
                  </a:lnTo>
                  <a:lnTo>
                    <a:pt x="3364" y="2748"/>
                  </a:lnTo>
                  <a:close/>
                  <a:moveTo>
                    <a:pt x="3356" y="2756"/>
                  </a:moveTo>
                  <a:lnTo>
                    <a:pt x="3355" y="2757"/>
                  </a:lnTo>
                  <a:cubicBezTo>
                    <a:pt x="3359" y="2757"/>
                    <a:pt x="3357" y="2757"/>
                    <a:pt x="3356" y="2756"/>
                  </a:cubicBezTo>
                  <a:close/>
                  <a:moveTo>
                    <a:pt x="4782" y="1"/>
                  </a:moveTo>
                  <a:cubicBezTo>
                    <a:pt x="4782" y="1"/>
                    <a:pt x="4782" y="36"/>
                    <a:pt x="4773" y="99"/>
                  </a:cubicBezTo>
                  <a:cubicBezTo>
                    <a:pt x="4773" y="161"/>
                    <a:pt x="4782" y="250"/>
                    <a:pt x="4755" y="366"/>
                  </a:cubicBezTo>
                  <a:cubicBezTo>
                    <a:pt x="4746" y="482"/>
                    <a:pt x="4711" y="625"/>
                    <a:pt x="4648" y="768"/>
                  </a:cubicBezTo>
                  <a:cubicBezTo>
                    <a:pt x="4630" y="804"/>
                    <a:pt x="4613" y="839"/>
                    <a:pt x="4586" y="875"/>
                  </a:cubicBezTo>
                  <a:lnTo>
                    <a:pt x="4550" y="911"/>
                  </a:lnTo>
                  <a:cubicBezTo>
                    <a:pt x="4532" y="928"/>
                    <a:pt x="4515" y="937"/>
                    <a:pt x="4497" y="955"/>
                  </a:cubicBezTo>
                  <a:cubicBezTo>
                    <a:pt x="4416" y="1000"/>
                    <a:pt x="4336" y="1036"/>
                    <a:pt x="4247" y="1044"/>
                  </a:cubicBezTo>
                  <a:cubicBezTo>
                    <a:pt x="4231" y="1047"/>
                    <a:pt x="4216" y="1048"/>
                    <a:pt x="4202" y="1048"/>
                  </a:cubicBezTo>
                  <a:cubicBezTo>
                    <a:pt x="4167" y="1048"/>
                    <a:pt x="4136" y="1042"/>
                    <a:pt x="4104" y="1036"/>
                  </a:cubicBezTo>
                  <a:cubicBezTo>
                    <a:pt x="4051" y="1027"/>
                    <a:pt x="4006" y="1009"/>
                    <a:pt x="3944" y="1000"/>
                  </a:cubicBezTo>
                  <a:lnTo>
                    <a:pt x="3890" y="1000"/>
                  </a:lnTo>
                  <a:cubicBezTo>
                    <a:pt x="3863" y="1009"/>
                    <a:pt x="3845" y="1018"/>
                    <a:pt x="3828" y="1027"/>
                  </a:cubicBezTo>
                  <a:cubicBezTo>
                    <a:pt x="3801" y="1062"/>
                    <a:pt x="3783" y="1098"/>
                    <a:pt x="3774" y="1125"/>
                  </a:cubicBezTo>
                  <a:lnTo>
                    <a:pt x="3774" y="1143"/>
                  </a:lnTo>
                  <a:cubicBezTo>
                    <a:pt x="3765" y="1160"/>
                    <a:pt x="3765" y="1160"/>
                    <a:pt x="3765" y="1169"/>
                  </a:cubicBezTo>
                  <a:lnTo>
                    <a:pt x="3756" y="1214"/>
                  </a:lnTo>
                  <a:cubicBezTo>
                    <a:pt x="3756" y="1241"/>
                    <a:pt x="3756" y="1276"/>
                    <a:pt x="3756" y="1303"/>
                  </a:cubicBezTo>
                  <a:cubicBezTo>
                    <a:pt x="3756" y="1544"/>
                    <a:pt x="3810" y="1785"/>
                    <a:pt x="3810" y="2026"/>
                  </a:cubicBezTo>
                  <a:cubicBezTo>
                    <a:pt x="3819" y="2267"/>
                    <a:pt x="3747" y="2516"/>
                    <a:pt x="3542" y="2659"/>
                  </a:cubicBezTo>
                  <a:cubicBezTo>
                    <a:pt x="3498" y="2686"/>
                    <a:pt x="3444" y="2722"/>
                    <a:pt x="3382" y="2739"/>
                  </a:cubicBezTo>
                  <a:lnTo>
                    <a:pt x="3364" y="2757"/>
                  </a:lnTo>
                  <a:lnTo>
                    <a:pt x="3346" y="2757"/>
                  </a:lnTo>
                  <a:lnTo>
                    <a:pt x="3301" y="2766"/>
                  </a:lnTo>
                  <a:cubicBezTo>
                    <a:pt x="3274" y="2775"/>
                    <a:pt x="3248" y="2775"/>
                    <a:pt x="3221" y="2775"/>
                  </a:cubicBezTo>
                  <a:cubicBezTo>
                    <a:pt x="3114" y="2766"/>
                    <a:pt x="3016" y="2695"/>
                    <a:pt x="2935" y="2597"/>
                  </a:cubicBezTo>
                  <a:cubicBezTo>
                    <a:pt x="2784" y="2400"/>
                    <a:pt x="2686" y="2151"/>
                    <a:pt x="2561" y="1910"/>
                  </a:cubicBezTo>
                  <a:cubicBezTo>
                    <a:pt x="2525" y="1856"/>
                    <a:pt x="2489" y="1794"/>
                    <a:pt x="2445" y="1740"/>
                  </a:cubicBezTo>
                  <a:cubicBezTo>
                    <a:pt x="2400" y="1678"/>
                    <a:pt x="2338" y="1624"/>
                    <a:pt x="2249" y="1598"/>
                  </a:cubicBezTo>
                  <a:cubicBezTo>
                    <a:pt x="2223" y="1592"/>
                    <a:pt x="2197" y="1587"/>
                    <a:pt x="2171" y="1587"/>
                  </a:cubicBezTo>
                  <a:cubicBezTo>
                    <a:pt x="2152" y="1587"/>
                    <a:pt x="2134" y="1590"/>
                    <a:pt x="2115" y="1598"/>
                  </a:cubicBezTo>
                  <a:lnTo>
                    <a:pt x="2070" y="1615"/>
                  </a:lnTo>
                  <a:cubicBezTo>
                    <a:pt x="2052" y="1615"/>
                    <a:pt x="2034" y="1633"/>
                    <a:pt x="2017" y="1642"/>
                  </a:cubicBezTo>
                  <a:cubicBezTo>
                    <a:pt x="1936" y="1696"/>
                    <a:pt x="1901" y="1758"/>
                    <a:pt x="1865" y="1821"/>
                  </a:cubicBezTo>
                  <a:cubicBezTo>
                    <a:pt x="1803" y="1937"/>
                    <a:pt x="1767" y="2061"/>
                    <a:pt x="1722" y="2177"/>
                  </a:cubicBezTo>
                  <a:cubicBezTo>
                    <a:pt x="1687" y="2284"/>
                    <a:pt x="1651" y="2392"/>
                    <a:pt x="1597" y="2490"/>
                  </a:cubicBezTo>
                  <a:cubicBezTo>
                    <a:pt x="1544" y="2579"/>
                    <a:pt x="1472" y="2650"/>
                    <a:pt x="1383" y="2686"/>
                  </a:cubicBezTo>
                  <a:cubicBezTo>
                    <a:pt x="1348" y="2713"/>
                    <a:pt x="1294" y="2713"/>
                    <a:pt x="1258" y="2722"/>
                  </a:cubicBezTo>
                  <a:cubicBezTo>
                    <a:pt x="1223" y="2722"/>
                    <a:pt x="1187" y="2726"/>
                    <a:pt x="1154" y="2726"/>
                  </a:cubicBezTo>
                  <a:cubicBezTo>
                    <a:pt x="1137" y="2726"/>
                    <a:pt x="1122" y="2725"/>
                    <a:pt x="1107" y="2722"/>
                  </a:cubicBezTo>
                  <a:cubicBezTo>
                    <a:pt x="1017" y="2722"/>
                    <a:pt x="928" y="2695"/>
                    <a:pt x="857" y="2659"/>
                  </a:cubicBezTo>
                  <a:cubicBezTo>
                    <a:pt x="786" y="2623"/>
                    <a:pt x="723" y="2570"/>
                    <a:pt x="670" y="2507"/>
                  </a:cubicBezTo>
                  <a:cubicBezTo>
                    <a:pt x="562" y="2392"/>
                    <a:pt x="491" y="2267"/>
                    <a:pt x="402" y="2177"/>
                  </a:cubicBezTo>
                  <a:cubicBezTo>
                    <a:pt x="357" y="2133"/>
                    <a:pt x="313" y="2097"/>
                    <a:pt x="259" y="2079"/>
                  </a:cubicBezTo>
                  <a:cubicBezTo>
                    <a:pt x="232" y="2070"/>
                    <a:pt x="215" y="2070"/>
                    <a:pt x="188" y="2061"/>
                  </a:cubicBezTo>
                  <a:lnTo>
                    <a:pt x="134" y="2061"/>
                  </a:lnTo>
                  <a:cubicBezTo>
                    <a:pt x="99" y="2061"/>
                    <a:pt x="72" y="2070"/>
                    <a:pt x="54" y="2079"/>
                  </a:cubicBezTo>
                  <a:cubicBezTo>
                    <a:pt x="36" y="2079"/>
                    <a:pt x="27" y="2088"/>
                    <a:pt x="27" y="2088"/>
                  </a:cubicBezTo>
                  <a:lnTo>
                    <a:pt x="9" y="2088"/>
                  </a:lnTo>
                  <a:cubicBezTo>
                    <a:pt x="0" y="2097"/>
                    <a:pt x="0" y="2115"/>
                    <a:pt x="9" y="2124"/>
                  </a:cubicBezTo>
                  <a:lnTo>
                    <a:pt x="45" y="2160"/>
                  </a:lnTo>
                  <a:cubicBezTo>
                    <a:pt x="54" y="2160"/>
                    <a:pt x="72" y="2151"/>
                    <a:pt x="134" y="2142"/>
                  </a:cubicBezTo>
                  <a:cubicBezTo>
                    <a:pt x="143" y="2142"/>
                    <a:pt x="161" y="2151"/>
                    <a:pt x="188" y="2151"/>
                  </a:cubicBezTo>
                  <a:cubicBezTo>
                    <a:pt x="188" y="2151"/>
                    <a:pt x="215" y="2160"/>
                    <a:pt x="232" y="2160"/>
                  </a:cubicBezTo>
                  <a:cubicBezTo>
                    <a:pt x="259" y="2177"/>
                    <a:pt x="304" y="2204"/>
                    <a:pt x="339" y="2249"/>
                  </a:cubicBezTo>
                  <a:cubicBezTo>
                    <a:pt x="411" y="2329"/>
                    <a:pt x="473" y="2454"/>
                    <a:pt x="589" y="2588"/>
                  </a:cubicBezTo>
                  <a:cubicBezTo>
                    <a:pt x="643" y="2650"/>
                    <a:pt x="714" y="2713"/>
                    <a:pt x="803" y="2766"/>
                  </a:cubicBezTo>
                  <a:cubicBezTo>
                    <a:pt x="893" y="2811"/>
                    <a:pt x="991" y="2846"/>
                    <a:pt x="1107" y="2855"/>
                  </a:cubicBezTo>
                  <a:lnTo>
                    <a:pt x="1258" y="2855"/>
                  </a:lnTo>
                  <a:cubicBezTo>
                    <a:pt x="1330" y="2838"/>
                    <a:pt x="1383" y="2838"/>
                    <a:pt x="1437" y="2811"/>
                  </a:cubicBezTo>
                  <a:cubicBezTo>
                    <a:pt x="1553" y="2757"/>
                    <a:pt x="1651" y="2668"/>
                    <a:pt x="1713" y="2561"/>
                  </a:cubicBezTo>
                  <a:cubicBezTo>
                    <a:pt x="1847" y="2347"/>
                    <a:pt x="1892" y="2097"/>
                    <a:pt x="1999" y="1892"/>
                  </a:cubicBezTo>
                  <a:cubicBezTo>
                    <a:pt x="2026" y="1847"/>
                    <a:pt x="2061" y="1794"/>
                    <a:pt x="2088" y="1776"/>
                  </a:cubicBezTo>
                  <a:cubicBezTo>
                    <a:pt x="2097" y="1767"/>
                    <a:pt x="2097" y="1758"/>
                    <a:pt x="2115" y="1758"/>
                  </a:cubicBezTo>
                  <a:lnTo>
                    <a:pt x="2159" y="1740"/>
                  </a:lnTo>
                  <a:cubicBezTo>
                    <a:pt x="2162" y="1737"/>
                    <a:pt x="2167" y="1736"/>
                    <a:pt x="2173" y="1736"/>
                  </a:cubicBezTo>
                  <a:cubicBezTo>
                    <a:pt x="2185" y="1736"/>
                    <a:pt x="2201" y="1740"/>
                    <a:pt x="2213" y="1740"/>
                  </a:cubicBezTo>
                  <a:cubicBezTo>
                    <a:pt x="2293" y="1758"/>
                    <a:pt x="2365" y="1874"/>
                    <a:pt x="2427" y="1990"/>
                  </a:cubicBezTo>
                  <a:cubicBezTo>
                    <a:pt x="2552" y="2213"/>
                    <a:pt x="2641" y="2472"/>
                    <a:pt x="2820" y="2695"/>
                  </a:cubicBezTo>
                  <a:cubicBezTo>
                    <a:pt x="2909" y="2802"/>
                    <a:pt x="3051" y="2909"/>
                    <a:pt x="3212" y="2918"/>
                  </a:cubicBezTo>
                  <a:cubicBezTo>
                    <a:pt x="3221" y="2918"/>
                    <a:pt x="3230" y="2919"/>
                    <a:pt x="3239" y="2919"/>
                  </a:cubicBezTo>
                  <a:cubicBezTo>
                    <a:pt x="3402" y="2919"/>
                    <a:pt x="3512" y="2842"/>
                    <a:pt x="3622" y="2766"/>
                  </a:cubicBezTo>
                  <a:cubicBezTo>
                    <a:pt x="3747" y="2686"/>
                    <a:pt x="3828" y="2561"/>
                    <a:pt x="3881" y="2427"/>
                  </a:cubicBezTo>
                  <a:cubicBezTo>
                    <a:pt x="3926" y="2293"/>
                    <a:pt x="3944" y="2160"/>
                    <a:pt x="3935" y="2026"/>
                  </a:cubicBezTo>
                  <a:cubicBezTo>
                    <a:pt x="3935" y="1767"/>
                    <a:pt x="3872" y="1526"/>
                    <a:pt x="3854" y="1303"/>
                  </a:cubicBezTo>
                  <a:cubicBezTo>
                    <a:pt x="3854" y="1213"/>
                    <a:pt x="3862" y="1086"/>
                    <a:pt x="3918" y="1086"/>
                  </a:cubicBezTo>
                  <a:cubicBezTo>
                    <a:pt x="3923" y="1086"/>
                    <a:pt x="3929" y="1087"/>
                    <a:pt x="3935" y="1089"/>
                  </a:cubicBezTo>
                  <a:cubicBezTo>
                    <a:pt x="3979" y="1098"/>
                    <a:pt x="4033" y="1116"/>
                    <a:pt x="4086" y="1116"/>
                  </a:cubicBezTo>
                  <a:cubicBezTo>
                    <a:pt x="4124" y="1122"/>
                    <a:pt x="4162" y="1128"/>
                    <a:pt x="4203" y="1128"/>
                  </a:cubicBezTo>
                  <a:cubicBezTo>
                    <a:pt x="4220" y="1128"/>
                    <a:pt x="4238" y="1127"/>
                    <a:pt x="4256" y="1125"/>
                  </a:cubicBezTo>
                  <a:cubicBezTo>
                    <a:pt x="4363" y="1107"/>
                    <a:pt x="4452" y="1062"/>
                    <a:pt x="4532" y="1009"/>
                  </a:cubicBezTo>
                  <a:lnTo>
                    <a:pt x="4586" y="964"/>
                  </a:lnTo>
                  <a:cubicBezTo>
                    <a:pt x="4604" y="946"/>
                    <a:pt x="4622" y="928"/>
                    <a:pt x="4639" y="911"/>
                  </a:cubicBezTo>
                  <a:cubicBezTo>
                    <a:pt x="4657" y="866"/>
                    <a:pt x="4675" y="830"/>
                    <a:pt x="4693" y="786"/>
                  </a:cubicBezTo>
                  <a:cubicBezTo>
                    <a:pt x="4755" y="634"/>
                    <a:pt x="4773" y="491"/>
                    <a:pt x="4782" y="366"/>
                  </a:cubicBezTo>
                  <a:cubicBezTo>
                    <a:pt x="4800" y="250"/>
                    <a:pt x="4782" y="161"/>
                    <a:pt x="4782" y="99"/>
                  </a:cubicBezTo>
                  <a:cubicBezTo>
                    <a:pt x="4782" y="36"/>
                    <a:pt x="4782" y="1"/>
                    <a:pt x="47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0" name="Google Shape;2450;p54"/>
            <p:cNvSpPr/>
            <p:nvPr/>
          </p:nvSpPr>
          <p:spPr>
            <a:xfrm>
              <a:off x="4078183" y="3015625"/>
              <a:ext cx="113571" cy="34287"/>
            </a:xfrm>
            <a:custGeom>
              <a:avLst/>
              <a:gdLst/>
              <a:ahLst/>
              <a:cxnLst/>
              <a:rect l="l" t="t" r="r" b="b"/>
              <a:pathLst>
                <a:path w="1633" h="493" extrusionOk="0">
                  <a:moveTo>
                    <a:pt x="1593" y="1"/>
                  </a:moveTo>
                  <a:cubicBezTo>
                    <a:pt x="1585" y="1"/>
                    <a:pt x="1577" y="4"/>
                    <a:pt x="1570" y="11"/>
                  </a:cubicBezTo>
                  <a:lnTo>
                    <a:pt x="1561" y="11"/>
                  </a:lnTo>
                  <a:cubicBezTo>
                    <a:pt x="1561" y="11"/>
                    <a:pt x="1544" y="20"/>
                    <a:pt x="1508" y="46"/>
                  </a:cubicBezTo>
                  <a:cubicBezTo>
                    <a:pt x="1463" y="64"/>
                    <a:pt x="1401" y="100"/>
                    <a:pt x="1330" y="136"/>
                  </a:cubicBezTo>
                  <a:cubicBezTo>
                    <a:pt x="1303" y="153"/>
                    <a:pt x="1258" y="171"/>
                    <a:pt x="1222" y="189"/>
                  </a:cubicBezTo>
                  <a:cubicBezTo>
                    <a:pt x="1178" y="207"/>
                    <a:pt x="1133" y="225"/>
                    <a:pt x="1089" y="243"/>
                  </a:cubicBezTo>
                  <a:cubicBezTo>
                    <a:pt x="999" y="278"/>
                    <a:pt x="901" y="314"/>
                    <a:pt x="803" y="323"/>
                  </a:cubicBezTo>
                  <a:cubicBezTo>
                    <a:pt x="750" y="332"/>
                    <a:pt x="705" y="341"/>
                    <a:pt x="652" y="341"/>
                  </a:cubicBezTo>
                  <a:cubicBezTo>
                    <a:pt x="607" y="341"/>
                    <a:pt x="553" y="341"/>
                    <a:pt x="509" y="332"/>
                  </a:cubicBezTo>
                  <a:cubicBezTo>
                    <a:pt x="464" y="332"/>
                    <a:pt x="420" y="314"/>
                    <a:pt x="384" y="305"/>
                  </a:cubicBezTo>
                  <a:cubicBezTo>
                    <a:pt x="339" y="287"/>
                    <a:pt x="304" y="278"/>
                    <a:pt x="277" y="260"/>
                  </a:cubicBezTo>
                  <a:cubicBezTo>
                    <a:pt x="241" y="243"/>
                    <a:pt x="214" y="216"/>
                    <a:pt x="188" y="207"/>
                  </a:cubicBezTo>
                  <a:cubicBezTo>
                    <a:pt x="170" y="198"/>
                    <a:pt x="143" y="162"/>
                    <a:pt x="125" y="153"/>
                  </a:cubicBezTo>
                  <a:cubicBezTo>
                    <a:pt x="89" y="127"/>
                    <a:pt x="72" y="109"/>
                    <a:pt x="72" y="109"/>
                  </a:cubicBezTo>
                  <a:cubicBezTo>
                    <a:pt x="63" y="100"/>
                    <a:pt x="52" y="95"/>
                    <a:pt x="42" y="95"/>
                  </a:cubicBezTo>
                  <a:cubicBezTo>
                    <a:pt x="32" y="95"/>
                    <a:pt x="23" y="100"/>
                    <a:pt x="18" y="109"/>
                  </a:cubicBezTo>
                  <a:cubicBezTo>
                    <a:pt x="0" y="118"/>
                    <a:pt x="0" y="144"/>
                    <a:pt x="9" y="162"/>
                  </a:cubicBezTo>
                  <a:cubicBezTo>
                    <a:pt x="9" y="162"/>
                    <a:pt x="27" y="180"/>
                    <a:pt x="54" y="216"/>
                  </a:cubicBezTo>
                  <a:cubicBezTo>
                    <a:pt x="81" y="243"/>
                    <a:pt x="81" y="260"/>
                    <a:pt x="116" y="287"/>
                  </a:cubicBezTo>
                  <a:cubicBezTo>
                    <a:pt x="143" y="305"/>
                    <a:pt x="170" y="332"/>
                    <a:pt x="205" y="359"/>
                  </a:cubicBezTo>
                  <a:cubicBezTo>
                    <a:pt x="250" y="385"/>
                    <a:pt x="286" y="403"/>
                    <a:pt x="339" y="430"/>
                  </a:cubicBezTo>
                  <a:cubicBezTo>
                    <a:pt x="384" y="448"/>
                    <a:pt x="437" y="466"/>
                    <a:pt x="491" y="475"/>
                  </a:cubicBezTo>
                  <a:cubicBezTo>
                    <a:pt x="544" y="483"/>
                    <a:pt x="598" y="492"/>
                    <a:pt x="652" y="492"/>
                  </a:cubicBezTo>
                  <a:cubicBezTo>
                    <a:pt x="714" y="492"/>
                    <a:pt x="767" y="483"/>
                    <a:pt x="830" y="475"/>
                  </a:cubicBezTo>
                  <a:cubicBezTo>
                    <a:pt x="937" y="457"/>
                    <a:pt x="1044" y="421"/>
                    <a:pt x="1142" y="376"/>
                  </a:cubicBezTo>
                  <a:cubicBezTo>
                    <a:pt x="1196" y="359"/>
                    <a:pt x="1240" y="332"/>
                    <a:pt x="1276" y="305"/>
                  </a:cubicBezTo>
                  <a:cubicBezTo>
                    <a:pt x="1321" y="287"/>
                    <a:pt x="1356" y="260"/>
                    <a:pt x="1392" y="243"/>
                  </a:cubicBezTo>
                  <a:cubicBezTo>
                    <a:pt x="1463" y="189"/>
                    <a:pt x="1517" y="153"/>
                    <a:pt x="1553" y="127"/>
                  </a:cubicBezTo>
                  <a:cubicBezTo>
                    <a:pt x="1588" y="91"/>
                    <a:pt x="1615" y="73"/>
                    <a:pt x="1615" y="73"/>
                  </a:cubicBezTo>
                  <a:cubicBezTo>
                    <a:pt x="1624" y="55"/>
                    <a:pt x="1633" y="37"/>
                    <a:pt x="1624" y="20"/>
                  </a:cubicBezTo>
                  <a:cubicBezTo>
                    <a:pt x="1618" y="9"/>
                    <a:pt x="1606" y="1"/>
                    <a:pt x="1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1" name="Google Shape;2451;p54"/>
            <p:cNvSpPr/>
            <p:nvPr/>
          </p:nvSpPr>
          <p:spPr>
            <a:xfrm>
              <a:off x="4122206" y="2804132"/>
              <a:ext cx="22394" cy="26219"/>
            </a:xfrm>
            <a:custGeom>
              <a:avLst/>
              <a:gdLst/>
              <a:ahLst/>
              <a:cxnLst/>
              <a:rect l="l" t="t" r="r" b="b"/>
              <a:pathLst>
                <a:path w="322" h="377" extrusionOk="0">
                  <a:moveTo>
                    <a:pt x="166" y="1"/>
                  </a:moveTo>
                  <a:cubicBezTo>
                    <a:pt x="146" y="1"/>
                    <a:pt x="126" y="10"/>
                    <a:pt x="108" y="27"/>
                  </a:cubicBezTo>
                  <a:cubicBezTo>
                    <a:pt x="36" y="81"/>
                    <a:pt x="1" y="188"/>
                    <a:pt x="27" y="268"/>
                  </a:cubicBezTo>
                  <a:cubicBezTo>
                    <a:pt x="46" y="341"/>
                    <a:pt x="105" y="376"/>
                    <a:pt x="165" y="376"/>
                  </a:cubicBezTo>
                  <a:cubicBezTo>
                    <a:pt x="223" y="376"/>
                    <a:pt x="282" y="343"/>
                    <a:pt x="304" y="277"/>
                  </a:cubicBezTo>
                  <a:cubicBezTo>
                    <a:pt x="322" y="188"/>
                    <a:pt x="295" y="81"/>
                    <a:pt x="224" y="27"/>
                  </a:cubicBezTo>
                  <a:cubicBezTo>
                    <a:pt x="206" y="10"/>
                    <a:pt x="186" y="1"/>
                    <a:pt x="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2" name="Google Shape;2452;p54"/>
            <p:cNvSpPr/>
            <p:nvPr/>
          </p:nvSpPr>
          <p:spPr>
            <a:xfrm>
              <a:off x="4186746" y="2872984"/>
              <a:ext cx="10641" cy="8763"/>
            </a:xfrm>
            <a:custGeom>
              <a:avLst/>
              <a:gdLst/>
              <a:ahLst/>
              <a:cxnLst/>
              <a:rect l="l" t="t" r="r" b="b"/>
              <a:pathLst>
                <a:path w="153" h="126" extrusionOk="0">
                  <a:moveTo>
                    <a:pt x="81" y="1"/>
                  </a:moveTo>
                  <a:cubicBezTo>
                    <a:pt x="0" y="1"/>
                    <a:pt x="0" y="126"/>
                    <a:pt x="72" y="126"/>
                  </a:cubicBezTo>
                  <a:cubicBezTo>
                    <a:pt x="152" y="126"/>
                    <a:pt x="152" y="1"/>
                    <a:pt x="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3" name="Google Shape;2453;p54"/>
            <p:cNvSpPr/>
            <p:nvPr/>
          </p:nvSpPr>
          <p:spPr>
            <a:xfrm>
              <a:off x="4171446" y="2805453"/>
              <a:ext cx="36443" cy="30810"/>
            </a:xfrm>
            <a:custGeom>
              <a:avLst/>
              <a:gdLst/>
              <a:ahLst/>
              <a:cxnLst/>
              <a:rect l="l" t="t" r="r" b="b"/>
              <a:pathLst>
                <a:path w="524" h="443" extrusionOk="0">
                  <a:moveTo>
                    <a:pt x="160" y="1"/>
                  </a:moveTo>
                  <a:cubicBezTo>
                    <a:pt x="74" y="1"/>
                    <a:pt x="0" y="100"/>
                    <a:pt x="51" y="187"/>
                  </a:cubicBezTo>
                  <a:cubicBezTo>
                    <a:pt x="69" y="231"/>
                    <a:pt x="96" y="267"/>
                    <a:pt x="113" y="312"/>
                  </a:cubicBezTo>
                  <a:cubicBezTo>
                    <a:pt x="142" y="392"/>
                    <a:pt x="219" y="443"/>
                    <a:pt x="296" y="443"/>
                  </a:cubicBezTo>
                  <a:cubicBezTo>
                    <a:pt x="339" y="443"/>
                    <a:pt x="382" y="427"/>
                    <a:pt x="417" y="392"/>
                  </a:cubicBezTo>
                  <a:cubicBezTo>
                    <a:pt x="524" y="285"/>
                    <a:pt x="461" y="133"/>
                    <a:pt x="336" y="89"/>
                  </a:cubicBezTo>
                  <a:cubicBezTo>
                    <a:pt x="301" y="71"/>
                    <a:pt x="265" y="44"/>
                    <a:pt x="220" y="17"/>
                  </a:cubicBezTo>
                  <a:cubicBezTo>
                    <a:pt x="201" y="6"/>
                    <a:pt x="180" y="1"/>
                    <a:pt x="1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4" name="Google Shape;2454;p54"/>
            <p:cNvSpPr/>
            <p:nvPr/>
          </p:nvSpPr>
          <p:spPr>
            <a:xfrm>
              <a:off x="4256850" y="2817276"/>
              <a:ext cx="20030" cy="20934"/>
            </a:xfrm>
            <a:custGeom>
              <a:avLst/>
              <a:gdLst/>
              <a:ahLst/>
              <a:cxnLst/>
              <a:rect l="l" t="t" r="r" b="b"/>
              <a:pathLst>
                <a:path w="288" h="301" extrusionOk="0">
                  <a:moveTo>
                    <a:pt x="183" y="0"/>
                  </a:moveTo>
                  <a:cubicBezTo>
                    <a:pt x="169" y="0"/>
                    <a:pt x="156" y="3"/>
                    <a:pt x="143" y="8"/>
                  </a:cubicBezTo>
                  <a:cubicBezTo>
                    <a:pt x="90" y="35"/>
                    <a:pt x="54" y="53"/>
                    <a:pt x="27" y="106"/>
                  </a:cubicBezTo>
                  <a:cubicBezTo>
                    <a:pt x="1" y="160"/>
                    <a:pt x="1" y="222"/>
                    <a:pt x="45" y="258"/>
                  </a:cubicBezTo>
                  <a:cubicBezTo>
                    <a:pt x="75" y="287"/>
                    <a:pt x="104" y="300"/>
                    <a:pt x="132" y="300"/>
                  </a:cubicBezTo>
                  <a:cubicBezTo>
                    <a:pt x="155" y="300"/>
                    <a:pt x="177" y="292"/>
                    <a:pt x="197" y="276"/>
                  </a:cubicBezTo>
                  <a:cubicBezTo>
                    <a:pt x="232" y="258"/>
                    <a:pt x="268" y="213"/>
                    <a:pt x="268" y="168"/>
                  </a:cubicBezTo>
                  <a:cubicBezTo>
                    <a:pt x="259" y="151"/>
                    <a:pt x="259" y="133"/>
                    <a:pt x="259" y="115"/>
                  </a:cubicBezTo>
                  <a:cubicBezTo>
                    <a:pt x="259" y="106"/>
                    <a:pt x="259" y="106"/>
                    <a:pt x="259" y="97"/>
                  </a:cubicBezTo>
                  <a:cubicBezTo>
                    <a:pt x="288" y="40"/>
                    <a:pt x="236" y="0"/>
                    <a:pt x="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5" name="Google Shape;2455;p54"/>
            <p:cNvSpPr/>
            <p:nvPr/>
          </p:nvSpPr>
          <p:spPr>
            <a:xfrm>
              <a:off x="4126588" y="2745642"/>
              <a:ext cx="28793" cy="28654"/>
            </a:xfrm>
            <a:custGeom>
              <a:avLst/>
              <a:gdLst/>
              <a:ahLst/>
              <a:cxnLst/>
              <a:rect l="l" t="t" r="r" b="b"/>
              <a:pathLst>
                <a:path w="414" h="412" extrusionOk="0">
                  <a:moveTo>
                    <a:pt x="165" y="1"/>
                  </a:moveTo>
                  <a:cubicBezTo>
                    <a:pt x="147" y="1"/>
                    <a:pt x="129" y="8"/>
                    <a:pt x="116" y="21"/>
                  </a:cubicBezTo>
                  <a:cubicBezTo>
                    <a:pt x="9" y="128"/>
                    <a:pt x="0" y="271"/>
                    <a:pt x="107" y="378"/>
                  </a:cubicBezTo>
                  <a:cubicBezTo>
                    <a:pt x="135" y="401"/>
                    <a:pt x="168" y="411"/>
                    <a:pt x="202" y="411"/>
                  </a:cubicBezTo>
                  <a:cubicBezTo>
                    <a:pt x="308" y="411"/>
                    <a:pt x="414" y="308"/>
                    <a:pt x="339" y="199"/>
                  </a:cubicBezTo>
                  <a:cubicBezTo>
                    <a:pt x="295" y="146"/>
                    <a:pt x="277" y="83"/>
                    <a:pt x="214" y="21"/>
                  </a:cubicBezTo>
                  <a:cubicBezTo>
                    <a:pt x="201" y="8"/>
                    <a:pt x="183" y="1"/>
                    <a:pt x="1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56" name="Google Shape;2456;p54"/>
          <p:cNvGrpSpPr/>
          <p:nvPr/>
        </p:nvGrpSpPr>
        <p:grpSpPr>
          <a:xfrm>
            <a:off x="7383585" y="1409269"/>
            <a:ext cx="1028572" cy="1042506"/>
            <a:chOff x="7209810" y="1409269"/>
            <a:chExt cx="1028572" cy="1042506"/>
          </a:xfrm>
        </p:grpSpPr>
        <p:sp>
          <p:nvSpPr>
            <p:cNvPr id="2457" name="Google Shape;2457;p54"/>
            <p:cNvSpPr/>
            <p:nvPr/>
          </p:nvSpPr>
          <p:spPr>
            <a:xfrm>
              <a:off x="7209810" y="1575125"/>
              <a:ext cx="1028572" cy="876650"/>
            </a:xfrm>
            <a:custGeom>
              <a:avLst/>
              <a:gdLst/>
              <a:ahLst/>
              <a:cxnLst/>
              <a:rect l="l" t="t" r="r" b="b"/>
              <a:pathLst>
                <a:path w="10555" h="8996" extrusionOk="0">
                  <a:moveTo>
                    <a:pt x="5015" y="1"/>
                  </a:moveTo>
                  <a:cubicBezTo>
                    <a:pt x="3573" y="1"/>
                    <a:pt x="2083" y="704"/>
                    <a:pt x="1134" y="2268"/>
                  </a:cubicBezTo>
                  <a:cubicBezTo>
                    <a:pt x="411" y="3455"/>
                    <a:pt x="696" y="5292"/>
                    <a:pt x="705" y="5765"/>
                  </a:cubicBezTo>
                  <a:cubicBezTo>
                    <a:pt x="714" y="6113"/>
                    <a:pt x="322" y="6309"/>
                    <a:pt x="125" y="6640"/>
                  </a:cubicBezTo>
                  <a:cubicBezTo>
                    <a:pt x="54" y="6764"/>
                    <a:pt x="1" y="6898"/>
                    <a:pt x="1" y="7068"/>
                  </a:cubicBezTo>
                  <a:cubicBezTo>
                    <a:pt x="9" y="7637"/>
                    <a:pt x="413" y="7871"/>
                    <a:pt x="833" y="7871"/>
                  </a:cubicBezTo>
                  <a:cubicBezTo>
                    <a:pt x="841" y="7871"/>
                    <a:pt x="849" y="7871"/>
                    <a:pt x="857" y="7871"/>
                  </a:cubicBezTo>
                  <a:cubicBezTo>
                    <a:pt x="1147" y="7863"/>
                    <a:pt x="1431" y="7709"/>
                    <a:pt x="1628" y="7709"/>
                  </a:cubicBezTo>
                  <a:cubicBezTo>
                    <a:pt x="1673" y="7709"/>
                    <a:pt x="1714" y="7717"/>
                    <a:pt x="1749" y="7737"/>
                  </a:cubicBezTo>
                  <a:cubicBezTo>
                    <a:pt x="2008" y="7862"/>
                    <a:pt x="1526" y="8736"/>
                    <a:pt x="2240" y="8968"/>
                  </a:cubicBezTo>
                  <a:cubicBezTo>
                    <a:pt x="2297" y="8987"/>
                    <a:pt x="2351" y="8996"/>
                    <a:pt x="2403" y="8996"/>
                  </a:cubicBezTo>
                  <a:cubicBezTo>
                    <a:pt x="2890" y="8996"/>
                    <a:pt x="3108" y="8209"/>
                    <a:pt x="3299" y="8209"/>
                  </a:cubicBezTo>
                  <a:cubicBezTo>
                    <a:pt x="3303" y="8209"/>
                    <a:pt x="3307" y="8209"/>
                    <a:pt x="3310" y="8210"/>
                  </a:cubicBezTo>
                  <a:cubicBezTo>
                    <a:pt x="3494" y="8250"/>
                    <a:pt x="3821" y="8861"/>
                    <a:pt x="4143" y="8861"/>
                  </a:cubicBezTo>
                  <a:cubicBezTo>
                    <a:pt x="4181" y="8861"/>
                    <a:pt x="4218" y="8853"/>
                    <a:pt x="4256" y="8834"/>
                  </a:cubicBezTo>
                  <a:cubicBezTo>
                    <a:pt x="4425" y="8379"/>
                    <a:pt x="4622" y="8067"/>
                    <a:pt x="4693" y="7960"/>
                  </a:cubicBezTo>
                  <a:lnTo>
                    <a:pt x="4648" y="7862"/>
                  </a:lnTo>
                  <a:cubicBezTo>
                    <a:pt x="4781" y="7796"/>
                    <a:pt x="4907" y="7768"/>
                    <a:pt x="5028" y="7768"/>
                  </a:cubicBezTo>
                  <a:cubicBezTo>
                    <a:pt x="5626" y="7768"/>
                    <a:pt x="6106" y="8431"/>
                    <a:pt x="6579" y="8431"/>
                  </a:cubicBezTo>
                  <a:cubicBezTo>
                    <a:pt x="6608" y="8431"/>
                    <a:pt x="6636" y="8429"/>
                    <a:pt x="6665" y="8424"/>
                  </a:cubicBezTo>
                  <a:cubicBezTo>
                    <a:pt x="7298" y="8308"/>
                    <a:pt x="7316" y="7594"/>
                    <a:pt x="7601" y="7282"/>
                  </a:cubicBezTo>
                  <a:cubicBezTo>
                    <a:pt x="7658" y="7218"/>
                    <a:pt x="7743" y="7193"/>
                    <a:pt x="7848" y="7193"/>
                  </a:cubicBezTo>
                  <a:cubicBezTo>
                    <a:pt x="8215" y="7193"/>
                    <a:pt x="8829" y="7494"/>
                    <a:pt x="9345" y="7494"/>
                  </a:cubicBezTo>
                  <a:cubicBezTo>
                    <a:pt x="9427" y="7494"/>
                    <a:pt x="9506" y="7487"/>
                    <a:pt x="9582" y="7469"/>
                  </a:cubicBezTo>
                  <a:cubicBezTo>
                    <a:pt x="10269" y="7300"/>
                    <a:pt x="10554" y="6541"/>
                    <a:pt x="10474" y="6104"/>
                  </a:cubicBezTo>
                  <a:cubicBezTo>
                    <a:pt x="10465" y="6060"/>
                    <a:pt x="10447" y="6024"/>
                    <a:pt x="10438" y="5988"/>
                  </a:cubicBezTo>
                  <a:cubicBezTo>
                    <a:pt x="10242" y="5551"/>
                    <a:pt x="9582" y="5569"/>
                    <a:pt x="9510" y="5391"/>
                  </a:cubicBezTo>
                  <a:cubicBezTo>
                    <a:pt x="9510" y="5391"/>
                    <a:pt x="9403" y="2117"/>
                    <a:pt x="7521" y="787"/>
                  </a:cubicBezTo>
                  <a:cubicBezTo>
                    <a:pt x="6800" y="276"/>
                    <a:pt x="5917" y="1"/>
                    <a:pt x="50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8" name="Google Shape;2458;p54"/>
            <p:cNvSpPr/>
            <p:nvPr/>
          </p:nvSpPr>
          <p:spPr>
            <a:xfrm>
              <a:off x="7682431" y="1564893"/>
              <a:ext cx="235144" cy="195287"/>
            </a:xfrm>
            <a:custGeom>
              <a:avLst/>
              <a:gdLst/>
              <a:ahLst/>
              <a:cxnLst/>
              <a:rect l="l" t="t" r="r" b="b"/>
              <a:pathLst>
                <a:path w="2413" h="2004" extrusionOk="0">
                  <a:moveTo>
                    <a:pt x="983" y="0"/>
                  </a:moveTo>
                  <a:cubicBezTo>
                    <a:pt x="561" y="0"/>
                    <a:pt x="136" y="286"/>
                    <a:pt x="66" y="910"/>
                  </a:cubicBezTo>
                  <a:cubicBezTo>
                    <a:pt x="1" y="1565"/>
                    <a:pt x="579" y="2004"/>
                    <a:pt x="1139" y="2004"/>
                  </a:cubicBezTo>
                  <a:cubicBezTo>
                    <a:pt x="1341" y="2004"/>
                    <a:pt x="1541" y="1946"/>
                    <a:pt x="1708" y="1820"/>
                  </a:cubicBezTo>
                  <a:cubicBezTo>
                    <a:pt x="2412" y="1285"/>
                    <a:pt x="2091" y="9"/>
                    <a:pt x="1003" y="0"/>
                  </a:cubicBezTo>
                  <a:cubicBezTo>
                    <a:pt x="996" y="0"/>
                    <a:pt x="990" y="0"/>
                    <a:pt x="9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9" name="Google Shape;2459;p54"/>
            <p:cNvSpPr/>
            <p:nvPr/>
          </p:nvSpPr>
          <p:spPr>
            <a:xfrm>
              <a:off x="7804436" y="1409269"/>
              <a:ext cx="196554" cy="194313"/>
            </a:xfrm>
            <a:custGeom>
              <a:avLst/>
              <a:gdLst/>
              <a:ahLst/>
              <a:cxnLst/>
              <a:rect l="l" t="t" r="r" b="b"/>
              <a:pathLst>
                <a:path w="2017" h="1994" extrusionOk="0">
                  <a:moveTo>
                    <a:pt x="1963" y="0"/>
                  </a:moveTo>
                  <a:cubicBezTo>
                    <a:pt x="1963" y="0"/>
                    <a:pt x="1919" y="18"/>
                    <a:pt x="1847" y="36"/>
                  </a:cubicBezTo>
                  <a:cubicBezTo>
                    <a:pt x="1803" y="45"/>
                    <a:pt x="1758" y="54"/>
                    <a:pt x="1704" y="63"/>
                  </a:cubicBezTo>
                  <a:cubicBezTo>
                    <a:pt x="1651" y="90"/>
                    <a:pt x="1597" y="107"/>
                    <a:pt x="1535" y="134"/>
                  </a:cubicBezTo>
                  <a:cubicBezTo>
                    <a:pt x="1464" y="152"/>
                    <a:pt x="1401" y="197"/>
                    <a:pt x="1339" y="232"/>
                  </a:cubicBezTo>
                  <a:cubicBezTo>
                    <a:pt x="1267" y="268"/>
                    <a:pt x="1196" y="313"/>
                    <a:pt x="1125" y="357"/>
                  </a:cubicBezTo>
                  <a:cubicBezTo>
                    <a:pt x="1053" y="411"/>
                    <a:pt x="991" y="464"/>
                    <a:pt x="919" y="527"/>
                  </a:cubicBezTo>
                  <a:cubicBezTo>
                    <a:pt x="857" y="580"/>
                    <a:pt x="795" y="652"/>
                    <a:pt x="732" y="714"/>
                  </a:cubicBezTo>
                  <a:cubicBezTo>
                    <a:pt x="607" y="848"/>
                    <a:pt x="500" y="991"/>
                    <a:pt x="402" y="1124"/>
                  </a:cubicBezTo>
                  <a:cubicBezTo>
                    <a:pt x="304" y="1267"/>
                    <a:pt x="233" y="1410"/>
                    <a:pt x="179" y="1526"/>
                  </a:cubicBezTo>
                  <a:cubicBezTo>
                    <a:pt x="54" y="1767"/>
                    <a:pt x="9" y="1945"/>
                    <a:pt x="9" y="1945"/>
                  </a:cubicBezTo>
                  <a:cubicBezTo>
                    <a:pt x="1" y="1963"/>
                    <a:pt x="9" y="1981"/>
                    <a:pt x="27" y="1990"/>
                  </a:cubicBezTo>
                  <a:cubicBezTo>
                    <a:pt x="32" y="1992"/>
                    <a:pt x="38" y="1993"/>
                    <a:pt x="43" y="1993"/>
                  </a:cubicBezTo>
                  <a:cubicBezTo>
                    <a:pt x="58" y="1993"/>
                    <a:pt x="74" y="1985"/>
                    <a:pt x="81" y="1972"/>
                  </a:cubicBezTo>
                  <a:cubicBezTo>
                    <a:pt x="81" y="1972"/>
                    <a:pt x="152" y="1811"/>
                    <a:pt x="277" y="1579"/>
                  </a:cubicBezTo>
                  <a:cubicBezTo>
                    <a:pt x="348" y="1472"/>
                    <a:pt x="429" y="1339"/>
                    <a:pt x="518" y="1205"/>
                  </a:cubicBezTo>
                  <a:cubicBezTo>
                    <a:pt x="616" y="1071"/>
                    <a:pt x="723" y="937"/>
                    <a:pt x="839" y="812"/>
                  </a:cubicBezTo>
                  <a:cubicBezTo>
                    <a:pt x="902" y="750"/>
                    <a:pt x="955" y="687"/>
                    <a:pt x="1018" y="634"/>
                  </a:cubicBezTo>
                  <a:cubicBezTo>
                    <a:pt x="1080" y="580"/>
                    <a:pt x="1142" y="518"/>
                    <a:pt x="1214" y="473"/>
                  </a:cubicBezTo>
                  <a:cubicBezTo>
                    <a:pt x="1276" y="429"/>
                    <a:pt x="1339" y="375"/>
                    <a:pt x="1401" y="339"/>
                  </a:cubicBezTo>
                  <a:cubicBezTo>
                    <a:pt x="1464" y="304"/>
                    <a:pt x="1526" y="268"/>
                    <a:pt x="1580" y="241"/>
                  </a:cubicBezTo>
                  <a:cubicBezTo>
                    <a:pt x="1642" y="215"/>
                    <a:pt x="1696" y="188"/>
                    <a:pt x="1740" y="161"/>
                  </a:cubicBezTo>
                  <a:cubicBezTo>
                    <a:pt x="1794" y="152"/>
                    <a:pt x="1838" y="134"/>
                    <a:pt x="1874" y="125"/>
                  </a:cubicBezTo>
                  <a:cubicBezTo>
                    <a:pt x="1945" y="99"/>
                    <a:pt x="1981" y="81"/>
                    <a:pt x="1981" y="81"/>
                  </a:cubicBezTo>
                  <a:lnTo>
                    <a:pt x="1990" y="81"/>
                  </a:lnTo>
                  <a:cubicBezTo>
                    <a:pt x="2008" y="72"/>
                    <a:pt x="2017" y="54"/>
                    <a:pt x="2017" y="36"/>
                  </a:cubicBezTo>
                  <a:cubicBezTo>
                    <a:pt x="2008" y="9"/>
                    <a:pt x="1990" y="0"/>
                    <a:pt x="19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0" name="Google Shape;2460;p54"/>
            <p:cNvSpPr/>
            <p:nvPr/>
          </p:nvSpPr>
          <p:spPr>
            <a:xfrm>
              <a:off x="7638385" y="1703853"/>
              <a:ext cx="259214" cy="114697"/>
            </a:xfrm>
            <a:custGeom>
              <a:avLst/>
              <a:gdLst/>
              <a:ahLst/>
              <a:cxnLst/>
              <a:rect l="l" t="t" r="r" b="b"/>
              <a:pathLst>
                <a:path w="2660" h="1177" extrusionOk="0">
                  <a:moveTo>
                    <a:pt x="47" y="0"/>
                  </a:moveTo>
                  <a:cubicBezTo>
                    <a:pt x="17" y="0"/>
                    <a:pt x="1" y="2"/>
                    <a:pt x="1" y="2"/>
                  </a:cubicBezTo>
                  <a:cubicBezTo>
                    <a:pt x="1" y="2"/>
                    <a:pt x="313" y="1177"/>
                    <a:pt x="1363" y="1177"/>
                  </a:cubicBezTo>
                  <a:cubicBezTo>
                    <a:pt x="1407" y="1177"/>
                    <a:pt x="1453" y="1175"/>
                    <a:pt x="1499" y="1170"/>
                  </a:cubicBezTo>
                  <a:cubicBezTo>
                    <a:pt x="2650" y="1063"/>
                    <a:pt x="2659" y="394"/>
                    <a:pt x="2659" y="394"/>
                  </a:cubicBezTo>
                  <a:cubicBezTo>
                    <a:pt x="2535" y="349"/>
                    <a:pt x="2412" y="331"/>
                    <a:pt x="2295" y="331"/>
                  </a:cubicBezTo>
                  <a:cubicBezTo>
                    <a:pt x="1855" y="331"/>
                    <a:pt x="1499" y="581"/>
                    <a:pt x="1499" y="581"/>
                  </a:cubicBezTo>
                  <a:lnTo>
                    <a:pt x="1647" y="729"/>
                  </a:lnTo>
                  <a:lnTo>
                    <a:pt x="1647" y="729"/>
                  </a:lnTo>
                  <a:cubicBezTo>
                    <a:pt x="931" y="48"/>
                    <a:pt x="230" y="0"/>
                    <a:pt x="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1" name="Google Shape;2461;p54"/>
            <p:cNvSpPr/>
            <p:nvPr/>
          </p:nvSpPr>
          <p:spPr>
            <a:xfrm>
              <a:off x="7296733" y="2157571"/>
              <a:ext cx="187004" cy="71235"/>
            </a:xfrm>
            <a:custGeom>
              <a:avLst/>
              <a:gdLst/>
              <a:ahLst/>
              <a:cxnLst/>
              <a:rect l="l" t="t" r="r" b="b"/>
              <a:pathLst>
                <a:path w="1919" h="731" extrusionOk="0">
                  <a:moveTo>
                    <a:pt x="411" y="1"/>
                  </a:moveTo>
                  <a:cubicBezTo>
                    <a:pt x="396" y="1"/>
                    <a:pt x="381" y="1"/>
                    <a:pt x="366" y="2"/>
                  </a:cubicBezTo>
                  <a:cubicBezTo>
                    <a:pt x="250" y="2"/>
                    <a:pt x="134" y="20"/>
                    <a:pt x="27" y="74"/>
                  </a:cubicBezTo>
                  <a:cubicBezTo>
                    <a:pt x="10" y="83"/>
                    <a:pt x="1" y="101"/>
                    <a:pt x="1" y="118"/>
                  </a:cubicBezTo>
                  <a:cubicBezTo>
                    <a:pt x="1" y="145"/>
                    <a:pt x="19" y="172"/>
                    <a:pt x="45" y="172"/>
                  </a:cubicBezTo>
                  <a:lnTo>
                    <a:pt x="54" y="172"/>
                  </a:lnTo>
                  <a:cubicBezTo>
                    <a:pt x="152" y="172"/>
                    <a:pt x="250" y="190"/>
                    <a:pt x="340" y="216"/>
                  </a:cubicBezTo>
                  <a:cubicBezTo>
                    <a:pt x="384" y="225"/>
                    <a:pt x="429" y="243"/>
                    <a:pt x="473" y="261"/>
                  </a:cubicBezTo>
                  <a:cubicBezTo>
                    <a:pt x="518" y="279"/>
                    <a:pt x="554" y="297"/>
                    <a:pt x="598" y="315"/>
                  </a:cubicBezTo>
                  <a:cubicBezTo>
                    <a:pt x="634" y="341"/>
                    <a:pt x="679" y="359"/>
                    <a:pt x="714" y="386"/>
                  </a:cubicBezTo>
                  <a:cubicBezTo>
                    <a:pt x="750" y="413"/>
                    <a:pt x="786" y="448"/>
                    <a:pt x="830" y="475"/>
                  </a:cubicBezTo>
                  <a:cubicBezTo>
                    <a:pt x="866" y="502"/>
                    <a:pt x="893" y="538"/>
                    <a:pt x="928" y="564"/>
                  </a:cubicBezTo>
                  <a:lnTo>
                    <a:pt x="1027" y="671"/>
                  </a:lnTo>
                  <a:lnTo>
                    <a:pt x="1053" y="689"/>
                  </a:lnTo>
                  <a:lnTo>
                    <a:pt x="1053" y="698"/>
                  </a:lnTo>
                  <a:cubicBezTo>
                    <a:pt x="1079" y="720"/>
                    <a:pt x="1111" y="731"/>
                    <a:pt x="1141" y="731"/>
                  </a:cubicBezTo>
                  <a:cubicBezTo>
                    <a:pt x="1175" y="731"/>
                    <a:pt x="1208" y="717"/>
                    <a:pt x="1232" y="689"/>
                  </a:cubicBezTo>
                  <a:cubicBezTo>
                    <a:pt x="1241" y="689"/>
                    <a:pt x="1250" y="680"/>
                    <a:pt x="1259" y="671"/>
                  </a:cubicBezTo>
                  <a:cubicBezTo>
                    <a:pt x="1276" y="663"/>
                    <a:pt x="1285" y="654"/>
                    <a:pt x="1294" y="645"/>
                  </a:cubicBezTo>
                  <a:cubicBezTo>
                    <a:pt x="1321" y="627"/>
                    <a:pt x="1348" y="618"/>
                    <a:pt x="1375" y="600"/>
                  </a:cubicBezTo>
                  <a:cubicBezTo>
                    <a:pt x="1419" y="573"/>
                    <a:pt x="1473" y="555"/>
                    <a:pt x="1526" y="547"/>
                  </a:cubicBezTo>
                  <a:cubicBezTo>
                    <a:pt x="1553" y="547"/>
                    <a:pt x="1580" y="538"/>
                    <a:pt x="1606" y="538"/>
                  </a:cubicBezTo>
                  <a:cubicBezTo>
                    <a:pt x="1615" y="538"/>
                    <a:pt x="1633" y="547"/>
                    <a:pt x="1642" y="547"/>
                  </a:cubicBezTo>
                  <a:cubicBezTo>
                    <a:pt x="1660" y="547"/>
                    <a:pt x="1669" y="547"/>
                    <a:pt x="1687" y="555"/>
                  </a:cubicBezTo>
                  <a:cubicBezTo>
                    <a:pt x="1714" y="555"/>
                    <a:pt x="1740" y="573"/>
                    <a:pt x="1767" y="582"/>
                  </a:cubicBezTo>
                  <a:cubicBezTo>
                    <a:pt x="1794" y="600"/>
                    <a:pt x="1821" y="618"/>
                    <a:pt x="1847" y="636"/>
                  </a:cubicBezTo>
                  <a:lnTo>
                    <a:pt x="1856" y="636"/>
                  </a:lnTo>
                  <a:cubicBezTo>
                    <a:pt x="1865" y="640"/>
                    <a:pt x="1872" y="642"/>
                    <a:pt x="1879" y="642"/>
                  </a:cubicBezTo>
                  <a:cubicBezTo>
                    <a:pt x="1885" y="642"/>
                    <a:pt x="1892" y="640"/>
                    <a:pt x="1901" y="636"/>
                  </a:cubicBezTo>
                  <a:cubicBezTo>
                    <a:pt x="1919" y="627"/>
                    <a:pt x="1919" y="600"/>
                    <a:pt x="1910" y="582"/>
                  </a:cubicBezTo>
                  <a:cubicBezTo>
                    <a:pt x="1892" y="555"/>
                    <a:pt x="1874" y="520"/>
                    <a:pt x="1847" y="493"/>
                  </a:cubicBezTo>
                  <a:cubicBezTo>
                    <a:pt x="1821" y="457"/>
                    <a:pt x="1794" y="431"/>
                    <a:pt x="1758" y="413"/>
                  </a:cubicBezTo>
                  <a:cubicBezTo>
                    <a:pt x="1740" y="395"/>
                    <a:pt x="1722" y="386"/>
                    <a:pt x="1705" y="377"/>
                  </a:cubicBezTo>
                  <a:cubicBezTo>
                    <a:pt x="1687" y="368"/>
                    <a:pt x="1669" y="359"/>
                    <a:pt x="1642" y="350"/>
                  </a:cubicBezTo>
                  <a:cubicBezTo>
                    <a:pt x="1606" y="341"/>
                    <a:pt x="1562" y="332"/>
                    <a:pt x="1517" y="324"/>
                  </a:cubicBezTo>
                  <a:cubicBezTo>
                    <a:pt x="1437" y="324"/>
                    <a:pt x="1348" y="332"/>
                    <a:pt x="1276" y="359"/>
                  </a:cubicBezTo>
                  <a:cubicBezTo>
                    <a:pt x="1238" y="367"/>
                    <a:pt x="1207" y="381"/>
                    <a:pt x="1176" y="396"/>
                  </a:cubicBezTo>
                  <a:lnTo>
                    <a:pt x="1176" y="396"/>
                  </a:lnTo>
                  <a:cubicBezTo>
                    <a:pt x="1127" y="341"/>
                    <a:pt x="1074" y="288"/>
                    <a:pt x="1018" y="243"/>
                  </a:cubicBezTo>
                  <a:cubicBezTo>
                    <a:pt x="973" y="208"/>
                    <a:pt x="920" y="172"/>
                    <a:pt x="875" y="136"/>
                  </a:cubicBezTo>
                  <a:cubicBezTo>
                    <a:pt x="821" y="109"/>
                    <a:pt x="768" y="92"/>
                    <a:pt x="714" y="65"/>
                  </a:cubicBezTo>
                  <a:cubicBezTo>
                    <a:pt x="613" y="26"/>
                    <a:pt x="512" y="1"/>
                    <a:pt x="4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2" name="Google Shape;2462;p54"/>
            <p:cNvSpPr/>
            <p:nvPr/>
          </p:nvSpPr>
          <p:spPr>
            <a:xfrm>
              <a:off x="7658362" y="2103487"/>
              <a:ext cx="579138" cy="299655"/>
            </a:xfrm>
            <a:custGeom>
              <a:avLst/>
              <a:gdLst/>
              <a:ahLst/>
              <a:cxnLst/>
              <a:rect l="l" t="t" r="r" b="b"/>
              <a:pathLst>
                <a:path w="5943" h="3075" extrusionOk="0">
                  <a:moveTo>
                    <a:pt x="4990" y="1"/>
                  </a:moveTo>
                  <a:cubicBezTo>
                    <a:pt x="4975" y="1"/>
                    <a:pt x="4959" y="9"/>
                    <a:pt x="4952" y="22"/>
                  </a:cubicBezTo>
                  <a:cubicBezTo>
                    <a:pt x="4943" y="40"/>
                    <a:pt x="4952" y="67"/>
                    <a:pt x="4970" y="76"/>
                  </a:cubicBezTo>
                  <a:cubicBezTo>
                    <a:pt x="4970" y="76"/>
                    <a:pt x="4997" y="93"/>
                    <a:pt x="5059" y="120"/>
                  </a:cubicBezTo>
                  <a:cubicBezTo>
                    <a:pt x="5122" y="147"/>
                    <a:pt x="5211" y="174"/>
                    <a:pt x="5318" y="218"/>
                  </a:cubicBezTo>
                  <a:cubicBezTo>
                    <a:pt x="5434" y="263"/>
                    <a:pt x="5559" y="317"/>
                    <a:pt x="5675" y="424"/>
                  </a:cubicBezTo>
                  <a:cubicBezTo>
                    <a:pt x="5719" y="477"/>
                    <a:pt x="5773" y="548"/>
                    <a:pt x="5791" y="620"/>
                  </a:cubicBezTo>
                  <a:cubicBezTo>
                    <a:pt x="5800" y="647"/>
                    <a:pt x="5800" y="664"/>
                    <a:pt x="5808" y="691"/>
                  </a:cubicBezTo>
                  <a:cubicBezTo>
                    <a:pt x="5808" y="700"/>
                    <a:pt x="5817" y="736"/>
                    <a:pt x="5817" y="754"/>
                  </a:cubicBezTo>
                  <a:cubicBezTo>
                    <a:pt x="5817" y="807"/>
                    <a:pt x="5817" y="843"/>
                    <a:pt x="5817" y="896"/>
                  </a:cubicBezTo>
                  <a:cubicBezTo>
                    <a:pt x="5808" y="1084"/>
                    <a:pt x="5746" y="1298"/>
                    <a:pt x="5621" y="1485"/>
                  </a:cubicBezTo>
                  <a:cubicBezTo>
                    <a:pt x="5505" y="1673"/>
                    <a:pt x="5336" y="1842"/>
                    <a:pt x="5113" y="1931"/>
                  </a:cubicBezTo>
                  <a:cubicBezTo>
                    <a:pt x="4994" y="1979"/>
                    <a:pt x="4868" y="1998"/>
                    <a:pt x="4737" y="1998"/>
                  </a:cubicBezTo>
                  <a:cubicBezTo>
                    <a:pt x="4621" y="1998"/>
                    <a:pt x="4502" y="1983"/>
                    <a:pt x="4381" y="1958"/>
                  </a:cubicBezTo>
                  <a:cubicBezTo>
                    <a:pt x="4122" y="1904"/>
                    <a:pt x="3873" y="1824"/>
                    <a:pt x="3605" y="1753"/>
                  </a:cubicBezTo>
                  <a:cubicBezTo>
                    <a:pt x="3481" y="1722"/>
                    <a:pt x="3364" y="1698"/>
                    <a:pt x="3236" y="1698"/>
                  </a:cubicBezTo>
                  <a:cubicBezTo>
                    <a:pt x="3216" y="1698"/>
                    <a:pt x="3197" y="1698"/>
                    <a:pt x="3177" y="1699"/>
                  </a:cubicBezTo>
                  <a:cubicBezTo>
                    <a:pt x="3096" y="1708"/>
                    <a:pt x="3007" y="1735"/>
                    <a:pt x="2945" y="1806"/>
                  </a:cubicBezTo>
                  <a:cubicBezTo>
                    <a:pt x="2918" y="1842"/>
                    <a:pt x="2900" y="1860"/>
                    <a:pt x="2882" y="1887"/>
                  </a:cubicBezTo>
                  <a:cubicBezTo>
                    <a:pt x="2856" y="1922"/>
                    <a:pt x="2838" y="1949"/>
                    <a:pt x="2820" y="1985"/>
                  </a:cubicBezTo>
                  <a:cubicBezTo>
                    <a:pt x="2695" y="2235"/>
                    <a:pt x="2624" y="2484"/>
                    <a:pt x="2472" y="2672"/>
                  </a:cubicBezTo>
                  <a:cubicBezTo>
                    <a:pt x="2401" y="2770"/>
                    <a:pt x="2311" y="2841"/>
                    <a:pt x="2213" y="2886"/>
                  </a:cubicBezTo>
                  <a:cubicBezTo>
                    <a:pt x="2160" y="2913"/>
                    <a:pt x="2106" y="2921"/>
                    <a:pt x="2053" y="2939"/>
                  </a:cubicBezTo>
                  <a:lnTo>
                    <a:pt x="1972" y="2939"/>
                  </a:lnTo>
                  <a:cubicBezTo>
                    <a:pt x="1962" y="2942"/>
                    <a:pt x="1953" y="2943"/>
                    <a:pt x="1945" y="2943"/>
                  </a:cubicBezTo>
                  <a:cubicBezTo>
                    <a:pt x="1925" y="2943"/>
                    <a:pt x="1911" y="2937"/>
                    <a:pt x="1892" y="2930"/>
                  </a:cubicBezTo>
                  <a:cubicBezTo>
                    <a:pt x="1803" y="2921"/>
                    <a:pt x="1696" y="2877"/>
                    <a:pt x="1607" y="2823"/>
                  </a:cubicBezTo>
                  <a:cubicBezTo>
                    <a:pt x="1508" y="2779"/>
                    <a:pt x="1419" y="2716"/>
                    <a:pt x="1339" y="2663"/>
                  </a:cubicBezTo>
                  <a:cubicBezTo>
                    <a:pt x="1161" y="2547"/>
                    <a:pt x="1000" y="2449"/>
                    <a:pt x="839" y="2386"/>
                  </a:cubicBezTo>
                  <a:cubicBezTo>
                    <a:pt x="714" y="2335"/>
                    <a:pt x="583" y="2301"/>
                    <a:pt x="471" y="2301"/>
                  </a:cubicBezTo>
                  <a:cubicBezTo>
                    <a:pt x="447" y="2301"/>
                    <a:pt x="424" y="2303"/>
                    <a:pt x="402" y="2306"/>
                  </a:cubicBezTo>
                  <a:cubicBezTo>
                    <a:pt x="390" y="2304"/>
                    <a:pt x="379" y="2303"/>
                    <a:pt x="367" y="2303"/>
                  </a:cubicBezTo>
                  <a:cubicBezTo>
                    <a:pt x="320" y="2303"/>
                    <a:pt x="278" y="2317"/>
                    <a:pt x="242" y="2324"/>
                  </a:cubicBezTo>
                  <a:cubicBezTo>
                    <a:pt x="188" y="2333"/>
                    <a:pt x="152" y="2351"/>
                    <a:pt x="126" y="2359"/>
                  </a:cubicBezTo>
                  <a:cubicBezTo>
                    <a:pt x="63" y="2386"/>
                    <a:pt x="28" y="2404"/>
                    <a:pt x="28" y="2404"/>
                  </a:cubicBezTo>
                  <a:cubicBezTo>
                    <a:pt x="10" y="2404"/>
                    <a:pt x="1" y="2431"/>
                    <a:pt x="10" y="2449"/>
                  </a:cubicBezTo>
                  <a:cubicBezTo>
                    <a:pt x="10" y="2463"/>
                    <a:pt x="28" y="2478"/>
                    <a:pt x="44" y="2478"/>
                  </a:cubicBezTo>
                  <a:cubicBezTo>
                    <a:pt x="48" y="2478"/>
                    <a:pt x="51" y="2477"/>
                    <a:pt x="54" y="2475"/>
                  </a:cubicBezTo>
                  <a:lnTo>
                    <a:pt x="63" y="2475"/>
                  </a:lnTo>
                  <a:cubicBezTo>
                    <a:pt x="63" y="2475"/>
                    <a:pt x="90" y="2458"/>
                    <a:pt x="152" y="2440"/>
                  </a:cubicBezTo>
                  <a:cubicBezTo>
                    <a:pt x="179" y="2431"/>
                    <a:pt x="215" y="2413"/>
                    <a:pt x="260" y="2404"/>
                  </a:cubicBezTo>
                  <a:cubicBezTo>
                    <a:pt x="295" y="2404"/>
                    <a:pt x="331" y="2393"/>
                    <a:pt x="376" y="2393"/>
                  </a:cubicBezTo>
                  <a:cubicBezTo>
                    <a:pt x="387" y="2393"/>
                    <a:pt x="399" y="2393"/>
                    <a:pt x="411" y="2395"/>
                  </a:cubicBezTo>
                  <a:cubicBezTo>
                    <a:pt x="422" y="2394"/>
                    <a:pt x="433" y="2394"/>
                    <a:pt x="445" y="2394"/>
                  </a:cubicBezTo>
                  <a:cubicBezTo>
                    <a:pt x="546" y="2394"/>
                    <a:pt x="668" y="2428"/>
                    <a:pt x="804" y="2484"/>
                  </a:cubicBezTo>
                  <a:cubicBezTo>
                    <a:pt x="946" y="2547"/>
                    <a:pt x="1098" y="2645"/>
                    <a:pt x="1268" y="2761"/>
                  </a:cubicBezTo>
                  <a:cubicBezTo>
                    <a:pt x="1357" y="2814"/>
                    <a:pt x="1446" y="2877"/>
                    <a:pt x="1544" y="2930"/>
                  </a:cubicBezTo>
                  <a:cubicBezTo>
                    <a:pt x="1642" y="2993"/>
                    <a:pt x="1749" y="3046"/>
                    <a:pt x="1883" y="3064"/>
                  </a:cubicBezTo>
                  <a:cubicBezTo>
                    <a:pt x="1919" y="3071"/>
                    <a:pt x="1954" y="3075"/>
                    <a:pt x="1989" y="3075"/>
                  </a:cubicBezTo>
                  <a:cubicBezTo>
                    <a:pt x="2084" y="3075"/>
                    <a:pt x="2175" y="3050"/>
                    <a:pt x="2267" y="3011"/>
                  </a:cubicBezTo>
                  <a:cubicBezTo>
                    <a:pt x="2392" y="2957"/>
                    <a:pt x="2499" y="2868"/>
                    <a:pt x="2588" y="2761"/>
                  </a:cubicBezTo>
                  <a:cubicBezTo>
                    <a:pt x="2757" y="2547"/>
                    <a:pt x="2829" y="2279"/>
                    <a:pt x="2945" y="2056"/>
                  </a:cubicBezTo>
                  <a:cubicBezTo>
                    <a:pt x="2963" y="2020"/>
                    <a:pt x="2980" y="2003"/>
                    <a:pt x="2998" y="1976"/>
                  </a:cubicBezTo>
                  <a:cubicBezTo>
                    <a:pt x="3007" y="1958"/>
                    <a:pt x="3043" y="1922"/>
                    <a:pt x="3052" y="1904"/>
                  </a:cubicBezTo>
                  <a:cubicBezTo>
                    <a:pt x="3088" y="1869"/>
                    <a:pt x="3132" y="1851"/>
                    <a:pt x="3186" y="1851"/>
                  </a:cubicBezTo>
                  <a:cubicBezTo>
                    <a:pt x="3207" y="1848"/>
                    <a:pt x="3230" y="1846"/>
                    <a:pt x="3252" y="1846"/>
                  </a:cubicBezTo>
                  <a:cubicBezTo>
                    <a:pt x="3351" y="1846"/>
                    <a:pt x="3459" y="1874"/>
                    <a:pt x="3560" y="1896"/>
                  </a:cubicBezTo>
                  <a:cubicBezTo>
                    <a:pt x="3819" y="1967"/>
                    <a:pt x="4087" y="2047"/>
                    <a:pt x="4354" y="2101"/>
                  </a:cubicBezTo>
                  <a:cubicBezTo>
                    <a:pt x="4477" y="2125"/>
                    <a:pt x="4606" y="2142"/>
                    <a:pt x="4733" y="2142"/>
                  </a:cubicBezTo>
                  <a:cubicBezTo>
                    <a:pt x="4883" y="2142"/>
                    <a:pt x="5031" y="2119"/>
                    <a:pt x="5166" y="2056"/>
                  </a:cubicBezTo>
                  <a:cubicBezTo>
                    <a:pt x="5416" y="1958"/>
                    <a:pt x="5612" y="1762"/>
                    <a:pt x="5737" y="1548"/>
                  </a:cubicBezTo>
                  <a:cubicBezTo>
                    <a:pt x="5862" y="1342"/>
                    <a:pt x="5924" y="1110"/>
                    <a:pt x="5942" y="896"/>
                  </a:cubicBezTo>
                  <a:cubicBezTo>
                    <a:pt x="5942" y="852"/>
                    <a:pt x="5942" y="789"/>
                    <a:pt x="5933" y="736"/>
                  </a:cubicBezTo>
                  <a:cubicBezTo>
                    <a:pt x="5924" y="709"/>
                    <a:pt x="5933" y="700"/>
                    <a:pt x="5915" y="656"/>
                  </a:cubicBezTo>
                  <a:cubicBezTo>
                    <a:pt x="5915" y="638"/>
                    <a:pt x="5907" y="611"/>
                    <a:pt x="5898" y="593"/>
                  </a:cubicBezTo>
                  <a:cubicBezTo>
                    <a:pt x="5871" y="486"/>
                    <a:pt x="5808" y="415"/>
                    <a:pt x="5746" y="352"/>
                  </a:cubicBezTo>
                  <a:cubicBezTo>
                    <a:pt x="5612" y="227"/>
                    <a:pt x="5469" y="174"/>
                    <a:pt x="5353" y="129"/>
                  </a:cubicBezTo>
                  <a:cubicBezTo>
                    <a:pt x="5237" y="93"/>
                    <a:pt x="5157" y="67"/>
                    <a:pt x="5095" y="49"/>
                  </a:cubicBezTo>
                  <a:cubicBezTo>
                    <a:pt x="5041" y="22"/>
                    <a:pt x="5006" y="4"/>
                    <a:pt x="5006" y="4"/>
                  </a:cubicBezTo>
                  <a:cubicBezTo>
                    <a:pt x="5001" y="2"/>
                    <a:pt x="4995" y="1"/>
                    <a:pt x="49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3" name="Google Shape;2463;p54"/>
            <p:cNvSpPr/>
            <p:nvPr/>
          </p:nvSpPr>
          <p:spPr>
            <a:xfrm>
              <a:off x="7634877" y="1699663"/>
              <a:ext cx="180085" cy="91017"/>
            </a:xfrm>
            <a:custGeom>
              <a:avLst/>
              <a:gdLst/>
              <a:ahLst/>
              <a:cxnLst/>
              <a:rect l="l" t="t" r="r" b="b"/>
              <a:pathLst>
                <a:path w="1848" h="934" extrusionOk="0">
                  <a:moveTo>
                    <a:pt x="126" y="0"/>
                  </a:moveTo>
                  <a:cubicBezTo>
                    <a:pt x="63" y="0"/>
                    <a:pt x="37" y="9"/>
                    <a:pt x="37" y="9"/>
                  </a:cubicBezTo>
                  <a:lnTo>
                    <a:pt x="28" y="9"/>
                  </a:lnTo>
                  <a:cubicBezTo>
                    <a:pt x="10" y="9"/>
                    <a:pt x="1" y="27"/>
                    <a:pt x="1" y="45"/>
                  </a:cubicBezTo>
                  <a:cubicBezTo>
                    <a:pt x="1" y="62"/>
                    <a:pt x="19" y="80"/>
                    <a:pt x="37" y="80"/>
                  </a:cubicBezTo>
                  <a:cubicBezTo>
                    <a:pt x="37" y="80"/>
                    <a:pt x="72" y="89"/>
                    <a:pt x="117" y="89"/>
                  </a:cubicBezTo>
                  <a:cubicBezTo>
                    <a:pt x="170" y="98"/>
                    <a:pt x="251" y="116"/>
                    <a:pt x="340" y="125"/>
                  </a:cubicBezTo>
                  <a:cubicBezTo>
                    <a:pt x="385" y="134"/>
                    <a:pt x="429" y="152"/>
                    <a:pt x="483" y="170"/>
                  </a:cubicBezTo>
                  <a:cubicBezTo>
                    <a:pt x="536" y="178"/>
                    <a:pt x="581" y="196"/>
                    <a:pt x="634" y="214"/>
                  </a:cubicBezTo>
                  <a:cubicBezTo>
                    <a:pt x="688" y="241"/>
                    <a:pt x="750" y="259"/>
                    <a:pt x="804" y="277"/>
                  </a:cubicBezTo>
                  <a:cubicBezTo>
                    <a:pt x="857" y="303"/>
                    <a:pt x="911" y="339"/>
                    <a:pt x="964" y="357"/>
                  </a:cubicBezTo>
                  <a:cubicBezTo>
                    <a:pt x="1018" y="393"/>
                    <a:pt x="1080" y="410"/>
                    <a:pt x="1134" y="446"/>
                  </a:cubicBezTo>
                  <a:cubicBezTo>
                    <a:pt x="1179" y="473"/>
                    <a:pt x="1232" y="509"/>
                    <a:pt x="1277" y="544"/>
                  </a:cubicBezTo>
                  <a:cubicBezTo>
                    <a:pt x="1321" y="571"/>
                    <a:pt x="1375" y="607"/>
                    <a:pt x="1419" y="633"/>
                  </a:cubicBezTo>
                  <a:cubicBezTo>
                    <a:pt x="1464" y="660"/>
                    <a:pt x="1500" y="696"/>
                    <a:pt x="1535" y="723"/>
                  </a:cubicBezTo>
                  <a:cubicBezTo>
                    <a:pt x="1678" y="848"/>
                    <a:pt x="1776" y="919"/>
                    <a:pt x="1776" y="919"/>
                  </a:cubicBezTo>
                  <a:lnTo>
                    <a:pt x="1776" y="928"/>
                  </a:lnTo>
                  <a:cubicBezTo>
                    <a:pt x="1784" y="931"/>
                    <a:pt x="1791" y="934"/>
                    <a:pt x="1798" y="934"/>
                  </a:cubicBezTo>
                  <a:cubicBezTo>
                    <a:pt x="1809" y="934"/>
                    <a:pt x="1819" y="929"/>
                    <a:pt x="1830" y="919"/>
                  </a:cubicBezTo>
                  <a:cubicBezTo>
                    <a:pt x="1848" y="910"/>
                    <a:pt x="1848" y="883"/>
                    <a:pt x="1830" y="865"/>
                  </a:cubicBezTo>
                  <a:cubicBezTo>
                    <a:pt x="1830" y="865"/>
                    <a:pt x="1749" y="776"/>
                    <a:pt x="1607" y="633"/>
                  </a:cubicBezTo>
                  <a:cubicBezTo>
                    <a:pt x="1571" y="607"/>
                    <a:pt x="1544" y="562"/>
                    <a:pt x="1500" y="526"/>
                  </a:cubicBezTo>
                  <a:cubicBezTo>
                    <a:pt x="1455" y="500"/>
                    <a:pt x="1410" y="464"/>
                    <a:pt x="1357" y="428"/>
                  </a:cubicBezTo>
                  <a:cubicBezTo>
                    <a:pt x="1303" y="393"/>
                    <a:pt x="1259" y="357"/>
                    <a:pt x="1205" y="321"/>
                  </a:cubicBezTo>
                  <a:cubicBezTo>
                    <a:pt x="1152" y="285"/>
                    <a:pt x="1089" y="259"/>
                    <a:pt x="1036" y="223"/>
                  </a:cubicBezTo>
                  <a:cubicBezTo>
                    <a:pt x="973" y="196"/>
                    <a:pt x="920" y="170"/>
                    <a:pt x="857" y="143"/>
                  </a:cubicBezTo>
                  <a:cubicBezTo>
                    <a:pt x="795" y="125"/>
                    <a:pt x="741" y="107"/>
                    <a:pt x="679" y="80"/>
                  </a:cubicBezTo>
                  <a:cubicBezTo>
                    <a:pt x="625" y="62"/>
                    <a:pt x="572" y="45"/>
                    <a:pt x="509" y="36"/>
                  </a:cubicBezTo>
                  <a:cubicBezTo>
                    <a:pt x="456" y="27"/>
                    <a:pt x="402" y="18"/>
                    <a:pt x="358" y="9"/>
                  </a:cubicBezTo>
                  <a:cubicBezTo>
                    <a:pt x="260" y="0"/>
                    <a:pt x="179" y="0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4" name="Google Shape;2464;p54"/>
            <p:cNvSpPr/>
            <p:nvPr/>
          </p:nvSpPr>
          <p:spPr>
            <a:xfrm>
              <a:off x="7780951" y="1729190"/>
              <a:ext cx="120934" cy="35179"/>
            </a:xfrm>
            <a:custGeom>
              <a:avLst/>
              <a:gdLst/>
              <a:ahLst/>
              <a:cxnLst/>
              <a:rect l="l" t="t" r="r" b="b"/>
              <a:pathLst>
                <a:path w="1241" h="361" extrusionOk="0">
                  <a:moveTo>
                    <a:pt x="821" y="0"/>
                  </a:moveTo>
                  <a:cubicBezTo>
                    <a:pt x="741" y="0"/>
                    <a:pt x="661" y="9"/>
                    <a:pt x="589" y="18"/>
                  </a:cubicBezTo>
                  <a:cubicBezTo>
                    <a:pt x="545" y="27"/>
                    <a:pt x="509" y="36"/>
                    <a:pt x="465" y="45"/>
                  </a:cubicBezTo>
                  <a:cubicBezTo>
                    <a:pt x="429" y="63"/>
                    <a:pt x="393" y="72"/>
                    <a:pt x="358" y="90"/>
                  </a:cubicBezTo>
                  <a:cubicBezTo>
                    <a:pt x="286" y="107"/>
                    <a:pt x="224" y="143"/>
                    <a:pt x="179" y="170"/>
                  </a:cubicBezTo>
                  <a:cubicBezTo>
                    <a:pt x="72" y="232"/>
                    <a:pt x="10" y="286"/>
                    <a:pt x="10" y="286"/>
                  </a:cubicBezTo>
                  <a:cubicBezTo>
                    <a:pt x="1" y="304"/>
                    <a:pt x="1" y="321"/>
                    <a:pt x="10" y="339"/>
                  </a:cubicBezTo>
                  <a:cubicBezTo>
                    <a:pt x="16" y="352"/>
                    <a:pt x="27" y="361"/>
                    <a:pt x="44" y="361"/>
                  </a:cubicBezTo>
                  <a:cubicBezTo>
                    <a:pt x="49" y="361"/>
                    <a:pt x="56" y="360"/>
                    <a:pt x="63" y="357"/>
                  </a:cubicBezTo>
                  <a:cubicBezTo>
                    <a:pt x="63" y="357"/>
                    <a:pt x="126" y="321"/>
                    <a:pt x="233" y="286"/>
                  </a:cubicBezTo>
                  <a:cubicBezTo>
                    <a:pt x="277" y="259"/>
                    <a:pt x="340" y="241"/>
                    <a:pt x="402" y="214"/>
                  </a:cubicBezTo>
                  <a:cubicBezTo>
                    <a:pt x="474" y="197"/>
                    <a:pt x="545" y="179"/>
                    <a:pt x="616" y="170"/>
                  </a:cubicBezTo>
                  <a:cubicBezTo>
                    <a:pt x="679" y="152"/>
                    <a:pt x="759" y="143"/>
                    <a:pt x="821" y="143"/>
                  </a:cubicBezTo>
                  <a:cubicBezTo>
                    <a:pt x="893" y="143"/>
                    <a:pt x="955" y="143"/>
                    <a:pt x="1009" y="152"/>
                  </a:cubicBezTo>
                  <a:cubicBezTo>
                    <a:pt x="1062" y="152"/>
                    <a:pt x="1107" y="161"/>
                    <a:pt x="1134" y="170"/>
                  </a:cubicBezTo>
                  <a:cubicBezTo>
                    <a:pt x="1169" y="170"/>
                    <a:pt x="1187" y="179"/>
                    <a:pt x="1187" y="179"/>
                  </a:cubicBezTo>
                  <a:cubicBezTo>
                    <a:pt x="1205" y="179"/>
                    <a:pt x="1223" y="170"/>
                    <a:pt x="1232" y="152"/>
                  </a:cubicBezTo>
                  <a:cubicBezTo>
                    <a:pt x="1241" y="134"/>
                    <a:pt x="1232" y="107"/>
                    <a:pt x="1214" y="98"/>
                  </a:cubicBezTo>
                  <a:cubicBezTo>
                    <a:pt x="1214" y="98"/>
                    <a:pt x="1196" y="90"/>
                    <a:pt x="1160" y="81"/>
                  </a:cubicBezTo>
                  <a:cubicBezTo>
                    <a:pt x="1134" y="63"/>
                    <a:pt x="1089" y="45"/>
                    <a:pt x="1027" y="27"/>
                  </a:cubicBezTo>
                  <a:cubicBezTo>
                    <a:pt x="1000" y="18"/>
                    <a:pt x="964" y="18"/>
                    <a:pt x="928" y="9"/>
                  </a:cubicBezTo>
                  <a:cubicBezTo>
                    <a:pt x="893" y="9"/>
                    <a:pt x="857" y="0"/>
                    <a:pt x="8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5" name="Google Shape;2465;p54"/>
            <p:cNvSpPr/>
            <p:nvPr/>
          </p:nvSpPr>
          <p:spPr>
            <a:xfrm>
              <a:off x="7853452" y="2119176"/>
              <a:ext cx="128438" cy="59931"/>
            </a:xfrm>
            <a:custGeom>
              <a:avLst/>
              <a:gdLst/>
              <a:ahLst/>
              <a:cxnLst/>
              <a:rect l="l" t="t" r="r" b="b"/>
              <a:pathLst>
                <a:path w="1318" h="615" extrusionOk="0">
                  <a:moveTo>
                    <a:pt x="791" y="0"/>
                  </a:moveTo>
                  <a:cubicBezTo>
                    <a:pt x="711" y="0"/>
                    <a:pt x="632" y="9"/>
                    <a:pt x="559" y="22"/>
                  </a:cubicBezTo>
                  <a:cubicBezTo>
                    <a:pt x="265" y="75"/>
                    <a:pt x="113" y="325"/>
                    <a:pt x="6" y="575"/>
                  </a:cubicBezTo>
                  <a:cubicBezTo>
                    <a:pt x="0" y="599"/>
                    <a:pt x="18" y="614"/>
                    <a:pt x="36" y="614"/>
                  </a:cubicBezTo>
                  <a:cubicBezTo>
                    <a:pt x="45" y="614"/>
                    <a:pt x="54" y="610"/>
                    <a:pt x="60" y="602"/>
                  </a:cubicBezTo>
                  <a:cubicBezTo>
                    <a:pt x="345" y="173"/>
                    <a:pt x="880" y="387"/>
                    <a:pt x="1282" y="263"/>
                  </a:cubicBezTo>
                  <a:cubicBezTo>
                    <a:pt x="1300" y="254"/>
                    <a:pt x="1317" y="227"/>
                    <a:pt x="1300" y="209"/>
                  </a:cubicBezTo>
                  <a:cubicBezTo>
                    <a:pt x="1186" y="51"/>
                    <a:pt x="986" y="0"/>
                    <a:pt x="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6" name="Google Shape;2466;p54"/>
            <p:cNvSpPr/>
            <p:nvPr/>
          </p:nvSpPr>
          <p:spPr>
            <a:xfrm>
              <a:off x="8000890" y="2064313"/>
              <a:ext cx="40831" cy="62367"/>
            </a:xfrm>
            <a:custGeom>
              <a:avLst/>
              <a:gdLst/>
              <a:ahLst/>
              <a:cxnLst/>
              <a:rect l="l" t="t" r="r" b="b"/>
              <a:pathLst>
                <a:path w="419" h="640" extrusionOk="0">
                  <a:moveTo>
                    <a:pt x="322" y="1"/>
                  </a:moveTo>
                  <a:cubicBezTo>
                    <a:pt x="303" y="1"/>
                    <a:pt x="284" y="8"/>
                    <a:pt x="268" y="23"/>
                  </a:cubicBezTo>
                  <a:cubicBezTo>
                    <a:pt x="143" y="148"/>
                    <a:pt x="1" y="469"/>
                    <a:pt x="161" y="620"/>
                  </a:cubicBezTo>
                  <a:cubicBezTo>
                    <a:pt x="178" y="633"/>
                    <a:pt x="196" y="639"/>
                    <a:pt x="214" y="639"/>
                  </a:cubicBezTo>
                  <a:cubicBezTo>
                    <a:pt x="245" y="639"/>
                    <a:pt x="272" y="622"/>
                    <a:pt x="277" y="594"/>
                  </a:cubicBezTo>
                  <a:cubicBezTo>
                    <a:pt x="304" y="513"/>
                    <a:pt x="295" y="442"/>
                    <a:pt x="304" y="362"/>
                  </a:cubicBezTo>
                  <a:cubicBezTo>
                    <a:pt x="322" y="264"/>
                    <a:pt x="358" y="183"/>
                    <a:pt x="393" y="94"/>
                  </a:cubicBezTo>
                  <a:cubicBezTo>
                    <a:pt x="419" y="43"/>
                    <a:pt x="371" y="1"/>
                    <a:pt x="3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7" name="Google Shape;2467;p54"/>
            <p:cNvSpPr/>
            <p:nvPr/>
          </p:nvSpPr>
          <p:spPr>
            <a:xfrm>
              <a:off x="7380246" y="1825468"/>
              <a:ext cx="44047" cy="35082"/>
            </a:xfrm>
            <a:custGeom>
              <a:avLst/>
              <a:gdLst/>
              <a:ahLst/>
              <a:cxnLst/>
              <a:rect l="l" t="t" r="r" b="b"/>
              <a:pathLst>
                <a:path w="452" h="360" extrusionOk="0">
                  <a:moveTo>
                    <a:pt x="240" y="0"/>
                  </a:moveTo>
                  <a:cubicBezTo>
                    <a:pt x="178" y="0"/>
                    <a:pt x="116" y="31"/>
                    <a:pt x="89" y="101"/>
                  </a:cubicBezTo>
                  <a:cubicBezTo>
                    <a:pt x="89" y="101"/>
                    <a:pt x="89" y="101"/>
                    <a:pt x="89" y="110"/>
                  </a:cubicBezTo>
                  <a:lnTo>
                    <a:pt x="80" y="110"/>
                  </a:lnTo>
                  <a:cubicBezTo>
                    <a:pt x="0" y="190"/>
                    <a:pt x="45" y="315"/>
                    <a:pt x="143" y="350"/>
                  </a:cubicBezTo>
                  <a:cubicBezTo>
                    <a:pt x="165" y="357"/>
                    <a:pt x="186" y="360"/>
                    <a:pt x="206" y="360"/>
                  </a:cubicBezTo>
                  <a:cubicBezTo>
                    <a:pt x="301" y="360"/>
                    <a:pt x="372" y="296"/>
                    <a:pt x="402" y="208"/>
                  </a:cubicBezTo>
                  <a:cubicBezTo>
                    <a:pt x="452" y="85"/>
                    <a:pt x="345" y="0"/>
                    <a:pt x="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8" name="Google Shape;2468;p54"/>
            <p:cNvSpPr/>
            <p:nvPr/>
          </p:nvSpPr>
          <p:spPr>
            <a:xfrm>
              <a:off x="7429749" y="1754039"/>
              <a:ext cx="29624" cy="26896"/>
            </a:xfrm>
            <a:custGeom>
              <a:avLst/>
              <a:gdLst/>
              <a:ahLst/>
              <a:cxnLst/>
              <a:rect l="l" t="t" r="r" b="b"/>
              <a:pathLst>
                <a:path w="304" h="276" extrusionOk="0">
                  <a:moveTo>
                    <a:pt x="212" y="0"/>
                  </a:moveTo>
                  <a:cubicBezTo>
                    <a:pt x="207" y="0"/>
                    <a:pt x="202" y="1"/>
                    <a:pt x="197" y="4"/>
                  </a:cubicBezTo>
                  <a:lnTo>
                    <a:pt x="170" y="4"/>
                  </a:lnTo>
                  <a:cubicBezTo>
                    <a:pt x="152" y="4"/>
                    <a:pt x="125" y="4"/>
                    <a:pt x="108" y="13"/>
                  </a:cubicBezTo>
                  <a:cubicBezTo>
                    <a:pt x="63" y="22"/>
                    <a:pt x="18" y="66"/>
                    <a:pt x="10" y="102"/>
                  </a:cubicBezTo>
                  <a:cubicBezTo>
                    <a:pt x="1" y="138"/>
                    <a:pt x="1" y="174"/>
                    <a:pt x="27" y="209"/>
                  </a:cubicBezTo>
                  <a:cubicBezTo>
                    <a:pt x="55" y="247"/>
                    <a:pt x="105" y="275"/>
                    <a:pt x="154" y="275"/>
                  </a:cubicBezTo>
                  <a:cubicBezTo>
                    <a:pt x="186" y="275"/>
                    <a:pt x="217" y="264"/>
                    <a:pt x="241" y="236"/>
                  </a:cubicBezTo>
                  <a:cubicBezTo>
                    <a:pt x="295" y="165"/>
                    <a:pt x="304" y="93"/>
                    <a:pt x="241" y="13"/>
                  </a:cubicBezTo>
                  <a:cubicBezTo>
                    <a:pt x="235" y="7"/>
                    <a:pt x="224" y="0"/>
                    <a:pt x="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9" name="Google Shape;2469;p54"/>
            <p:cNvSpPr/>
            <p:nvPr/>
          </p:nvSpPr>
          <p:spPr>
            <a:xfrm>
              <a:off x="7359294" y="1964234"/>
              <a:ext cx="37518" cy="33912"/>
            </a:xfrm>
            <a:custGeom>
              <a:avLst/>
              <a:gdLst/>
              <a:ahLst/>
              <a:cxnLst/>
              <a:rect l="l" t="t" r="r" b="b"/>
              <a:pathLst>
                <a:path w="385" h="348" extrusionOk="0">
                  <a:moveTo>
                    <a:pt x="189" y="0"/>
                  </a:moveTo>
                  <a:cubicBezTo>
                    <a:pt x="139" y="0"/>
                    <a:pt x="89" y="25"/>
                    <a:pt x="55" y="77"/>
                  </a:cubicBezTo>
                  <a:cubicBezTo>
                    <a:pt x="55" y="77"/>
                    <a:pt x="46" y="86"/>
                    <a:pt x="46" y="86"/>
                  </a:cubicBezTo>
                  <a:cubicBezTo>
                    <a:pt x="1" y="158"/>
                    <a:pt x="28" y="238"/>
                    <a:pt x="72" y="291"/>
                  </a:cubicBezTo>
                  <a:lnTo>
                    <a:pt x="81" y="300"/>
                  </a:lnTo>
                  <a:cubicBezTo>
                    <a:pt x="108" y="332"/>
                    <a:pt x="150" y="347"/>
                    <a:pt x="193" y="347"/>
                  </a:cubicBezTo>
                  <a:cubicBezTo>
                    <a:pt x="235" y="347"/>
                    <a:pt x="278" y="332"/>
                    <a:pt x="304" y="300"/>
                  </a:cubicBezTo>
                  <a:cubicBezTo>
                    <a:pt x="304" y="300"/>
                    <a:pt x="304" y="291"/>
                    <a:pt x="313" y="291"/>
                  </a:cubicBezTo>
                  <a:cubicBezTo>
                    <a:pt x="358" y="238"/>
                    <a:pt x="385" y="149"/>
                    <a:pt x="340" y="86"/>
                  </a:cubicBezTo>
                  <a:cubicBezTo>
                    <a:pt x="331" y="86"/>
                    <a:pt x="331" y="77"/>
                    <a:pt x="331" y="77"/>
                  </a:cubicBezTo>
                  <a:cubicBezTo>
                    <a:pt x="295" y="27"/>
                    <a:pt x="242" y="0"/>
                    <a:pt x="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0" name="Google Shape;2470;p54"/>
            <p:cNvSpPr/>
            <p:nvPr/>
          </p:nvSpPr>
          <p:spPr>
            <a:xfrm>
              <a:off x="7433257" y="1912587"/>
              <a:ext cx="28747" cy="33522"/>
            </a:xfrm>
            <a:custGeom>
              <a:avLst/>
              <a:gdLst/>
              <a:ahLst/>
              <a:cxnLst/>
              <a:rect l="l" t="t" r="r" b="b"/>
              <a:pathLst>
                <a:path w="295" h="344" extrusionOk="0">
                  <a:moveTo>
                    <a:pt x="147" y="1"/>
                  </a:moveTo>
                  <a:cubicBezTo>
                    <a:pt x="89" y="1"/>
                    <a:pt x="32" y="32"/>
                    <a:pt x="18" y="90"/>
                  </a:cubicBezTo>
                  <a:cubicBezTo>
                    <a:pt x="9" y="143"/>
                    <a:pt x="0" y="188"/>
                    <a:pt x="9" y="242"/>
                  </a:cubicBezTo>
                  <a:cubicBezTo>
                    <a:pt x="23" y="310"/>
                    <a:pt x="85" y="343"/>
                    <a:pt x="146" y="343"/>
                  </a:cubicBezTo>
                  <a:cubicBezTo>
                    <a:pt x="205" y="343"/>
                    <a:pt x="264" y="312"/>
                    <a:pt x="277" y="250"/>
                  </a:cubicBezTo>
                  <a:cubicBezTo>
                    <a:pt x="295" y="197"/>
                    <a:pt x="277" y="143"/>
                    <a:pt x="277" y="99"/>
                  </a:cubicBezTo>
                  <a:cubicBezTo>
                    <a:pt x="263" y="32"/>
                    <a:pt x="205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1" name="Google Shape;2471;p54"/>
            <p:cNvSpPr/>
            <p:nvPr/>
          </p:nvSpPr>
          <p:spPr>
            <a:xfrm>
              <a:off x="7968732" y="1927399"/>
              <a:ext cx="42683" cy="32256"/>
            </a:xfrm>
            <a:custGeom>
              <a:avLst/>
              <a:gdLst/>
              <a:ahLst/>
              <a:cxnLst/>
              <a:rect l="l" t="t" r="r" b="b"/>
              <a:pathLst>
                <a:path w="438" h="331" extrusionOk="0">
                  <a:moveTo>
                    <a:pt x="215" y="0"/>
                  </a:moveTo>
                  <a:cubicBezTo>
                    <a:pt x="1" y="0"/>
                    <a:pt x="4" y="330"/>
                    <a:pt x="224" y="330"/>
                  </a:cubicBezTo>
                  <a:cubicBezTo>
                    <a:pt x="438" y="330"/>
                    <a:pt x="438" y="0"/>
                    <a:pt x="224" y="0"/>
                  </a:cubicBezTo>
                  <a:cubicBezTo>
                    <a:pt x="221" y="0"/>
                    <a:pt x="218" y="0"/>
                    <a:pt x="2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2" name="Google Shape;2472;p54"/>
            <p:cNvSpPr/>
            <p:nvPr/>
          </p:nvSpPr>
          <p:spPr>
            <a:xfrm>
              <a:off x="8034802" y="1981385"/>
              <a:ext cx="26214" cy="33035"/>
            </a:xfrm>
            <a:custGeom>
              <a:avLst/>
              <a:gdLst/>
              <a:ahLst/>
              <a:cxnLst/>
              <a:rect l="l" t="t" r="r" b="b"/>
              <a:pathLst>
                <a:path w="269" h="339" extrusionOk="0">
                  <a:moveTo>
                    <a:pt x="84" y="0"/>
                  </a:moveTo>
                  <a:cubicBezTo>
                    <a:pt x="77" y="0"/>
                    <a:pt x="72" y="5"/>
                    <a:pt x="72" y="17"/>
                  </a:cubicBezTo>
                  <a:cubicBezTo>
                    <a:pt x="63" y="35"/>
                    <a:pt x="63" y="53"/>
                    <a:pt x="63" y="80"/>
                  </a:cubicBezTo>
                  <a:cubicBezTo>
                    <a:pt x="63" y="91"/>
                    <a:pt x="60" y="98"/>
                    <a:pt x="61" y="98"/>
                  </a:cubicBezTo>
                  <a:cubicBezTo>
                    <a:pt x="62" y="98"/>
                    <a:pt x="65" y="95"/>
                    <a:pt x="72" y="89"/>
                  </a:cubicBezTo>
                  <a:lnTo>
                    <a:pt x="72" y="89"/>
                  </a:lnTo>
                  <a:cubicBezTo>
                    <a:pt x="65" y="95"/>
                    <a:pt x="38" y="128"/>
                    <a:pt x="41" y="128"/>
                  </a:cubicBezTo>
                  <a:cubicBezTo>
                    <a:pt x="42" y="128"/>
                    <a:pt x="45" y="124"/>
                    <a:pt x="54" y="115"/>
                  </a:cubicBezTo>
                  <a:lnTo>
                    <a:pt x="54" y="115"/>
                  </a:lnTo>
                  <a:cubicBezTo>
                    <a:pt x="1" y="169"/>
                    <a:pt x="10" y="240"/>
                    <a:pt x="54" y="294"/>
                  </a:cubicBezTo>
                  <a:cubicBezTo>
                    <a:pt x="72" y="321"/>
                    <a:pt x="117" y="338"/>
                    <a:pt x="152" y="338"/>
                  </a:cubicBezTo>
                  <a:cubicBezTo>
                    <a:pt x="224" y="338"/>
                    <a:pt x="268" y="276"/>
                    <a:pt x="268" y="222"/>
                  </a:cubicBezTo>
                  <a:cubicBezTo>
                    <a:pt x="268" y="215"/>
                    <a:pt x="268" y="209"/>
                    <a:pt x="268" y="205"/>
                  </a:cubicBezTo>
                  <a:cubicBezTo>
                    <a:pt x="259" y="142"/>
                    <a:pt x="224" y="98"/>
                    <a:pt x="161" y="80"/>
                  </a:cubicBezTo>
                  <a:cubicBezTo>
                    <a:pt x="170" y="80"/>
                    <a:pt x="161" y="80"/>
                    <a:pt x="143" y="71"/>
                  </a:cubicBezTo>
                  <a:lnTo>
                    <a:pt x="134" y="71"/>
                  </a:lnTo>
                  <a:cubicBezTo>
                    <a:pt x="126" y="53"/>
                    <a:pt x="117" y="35"/>
                    <a:pt x="108" y="17"/>
                  </a:cubicBezTo>
                  <a:cubicBezTo>
                    <a:pt x="103" y="7"/>
                    <a:pt x="93" y="0"/>
                    <a:pt x="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3" name="Google Shape;2473;p54"/>
            <p:cNvSpPr/>
            <p:nvPr/>
          </p:nvSpPr>
          <p:spPr>
            <a:xfrm>
              <a:off x="8008004" y="1899919"/>
              <a:ext cx="34497" cy="28650"/>
            </a:xfrm>
            <a:custGeom>
              <a:avLst/>
              <a:gdLst/>
              <a:ahLst/>
              <a:cxnLst/>
              <a:rect l="l" t="t" r="r" b="b"/>
              <a:pathLst>
                <a:path w="354" h="294" extrusionOk="0">
                  <a:moveTo>
                    <a:pt x="126" y="0"/>
                  </a:moveTo>
                  <a:cubicBezTo>
                    <a:pt x="63" y="0"/>
                    <a:pt x="0" y="83"/>
                    <a:pt x="44" y="149"/>
                  </a:cubicBezTo>
                  <a:cubicBezTo>
                    <a:pt x="70" y="184"/>
                    <a:pt x="88" y="229"/>
                    <a:pt x="124" y="264"/>
                  </a:cubicBezTo>
                  <a:cubicBezTo>
                    <a:pt x="151" y="285"/>
                    <a:pt x="178" y="294"/>
                    <a:pt x="204" y="294"/>
                  </a:cubicBezTo>
                  <a:cubicBezTo>
                    <a:pt x="290" y="294"/>
                    <a:pt x="353" y="195"/>
                    <a:pt x="285" y="113"/>
                  </a:cubicBezTo>
                  <a:cubicBezTo>
                    <a:pt x="258" y="68"/>
                    <a:pt x="213" y="50"/>
                    <a:pt x="169" y="15"/>
                  </a:cubicBezTo>
                  <a:cubicBezTo>
                    <a:pt x="155" y="5"/>
                    <a:pt x="141" y="0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4" name="Google Shape;2474;p54"/>
            <p:cNvSpPr/>
            <p:nvPr/>
          </p:nvSpPr>
          <p:spPr>
            <a:xfrm>
              <a:off x="7784459" y="1587598"/>
              <a:ext cx="53987" cy="30599"/>
            </a:xfrm>
            <a:custGeom>
              <a:avLst/>
              <a:gdLst/>
              <a:ahLst/>
              <a:cxnLst/>
              <a:rect l="l" t="t" r="r" b="b"/>
              <a:pathLst>
                <a:path w="554" h="314" extrusionOk="0">
                  <a:moveTo>
                    <a:pt x="141" y="0"/>
                  </a:moveTo>
                  <a:cubicBezTo>
                    <a:pt x="120" y="0"/>
                    <a:pt x="100" y="3"/>
                    <a:pt x="81" y="8"/>
                  </a:cubicBezTo>
                  <a:cubicBezTo>
                    <a:pt x="54" y="17"/>
                    <a:pt x="0" y="62"/>
                    <a:pt x="9" y="97"/>
                  </a:cubicBezTo>
                  <a:cubicBezTo>
                    <a:pt x="36" y="195"/>
                    <a:pt x="134" y="204"/>
                    <a:pt x="214" y="249"/>
                  </a:cubicBezTo>
                  <a:cubicBezTo>
                    <a:pt x="282" y="286"/>
                    <a:pt x="349" y="314"/>
                    <a:pt x="418" y="314"/>
                  </a:cubicBezTo>
                  <a:cubicBezTo>
                    <a:pt x="451" y="314"/>
                    <a:pt x="484" y="308"/>
                    <a:pt x="518" y="294"/>
                  </a:cubicBezTo>
                  <a:cubicBezTo>
                    <a:pt x="536" y="285"/>
                    <a:pt x="553" y="258"/>
                    <a:pt x="545" y="240"/>
                  </a:cubicBezTo>
                  <a:cubicBezTo>
                    <a:pt x="536" y="106"/>
                    <a:pt x="411" y="44"/>
                    <a:pt x="286" y="17"/>
                  </a:cubicBezTo>
                  <a:cubicBezTo>
                    <a:pt x="237" y="11"/>
                    <a:pt x="187" y="0"/>
                    <a:pt x="1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5" name="Google Shape;2475;p54"/>
            <p:cNvSpPr/>
            <p:nvPr/>
          </p:nvSpPr>
          <p:spPr>
            <a:xfrm>
              <a:off x="7710009" y="1591496"/>
              <a:ext cx="50673" cy="41903"/>
            </a:xfrm>
            <a:custGeom>
              <a:avLst/>
              <a:gdLst/>
              <a:ahLst/>
              <a:cxnLst/>
              <a:rect l="l" t="t" r="r" b="b"/>
              <a:pathLst>
                <a:path w="520" h="430" extrusionOk="0">
                  <a:moveTo>
                    <a:pt x="290" y="1"/>
                  </a:moveTo>
                  <a:cubicBezTo>
                    <a:pt x="264" y="1"/>
                    <a:pt x="238" y="7"/>
                    <a:pt x="211" y="22"/>
                  </a:cubicBezTo>
                  <a:cubicBezTo>
                    <a:pt x="122" y="75"/>
                    <a:pt x="69" y="147"/>
                    <a:pt x="33" y="245"/>
                  </a:cubicBezTo>
                  <a:cubicBezTo>
                    <a:pt x="1" y="342"/>
                    <a:pt x="95" y="429"/>
                    <a:pt x="187" y="429"/>
                  </a:cubicBezTo>
                  <a:cubicBezTo>
                    <a:pt x="221" y="429"/>
                    <a:pt x="256" y="417"/>
                    <a:pt x="283" y="387"/>
                  </a:cubicBezTo>
                  <a:cubicBezTo>
                    <a:pt x="318" y="343"/>
                    <a:pt x="372" y="316"/>
                    <a:pt x="408" y="280"/>
                  </a:cubicBezTo>
                  <a:cubicBezTo>
                    <a:pt x="519" y="169"/>
                    <a:pt x="419" y="1"/>
                    <a:pt x="2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483" name="Google Shape;2483;p54"/>
          <p:cNvSpPr txBox="1"/>
          <p:nvPr>
            <p:custDataLst>
              <p:tags r:id="rId1"/>
            </p:custDataLst>
          </p:nvPr>
        </p:nvSpPr>
        <p:spPr>
          <a:xfrm>
            <a:off x="720090" y="1291590"/>
            <a:ext cx="4128135" cy="2506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sz="2000">
                <a:solidFill>
                  <a:schemeClr val="dk2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Adventure-based theme</a:t>
            </a:r>
            <a:endParaRPr lang="en-US" sz="2000">
              <a:solidFill>
                <a:schemeClr val="dk2"/>
              </a:solidFill>
              <a:latin typeface="Didact Gothic" panose="00000500000000000000"/>
              <a:ea typeface="Didact Gothic" panose="00000500000000000000"/>
              <a:cs typeface="Didact Gothic" panose="00000500000000000000"/>
              <a:sym typeface="Didact Gothic" panose="0000050000000000000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sz="2000">
                <a:solidFill>
                  <a:schemeClr val="dk2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Simple navigation</a:t>
            </a:r>
            <a:endParaRPr lang="en-US" sz="2000">
              <a:solidFill>
                <a:schemeClr val="dk2"/>
              </a:solidFill>
              <a:latin typeface="Didact Gothic" panose="00000500000000000000"/>
              <a:ea typeface="Didact Gothic" panose="00000500000000000000"/>
              <a:cs typeface="Didact Gothic" panose="00000500000000000000"/>
              <a:sym typeface="Didact Gothic" panose="0000050000000000000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sz="2000">
                <a:solidFill>
                  <a:schemeClr val="dk2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Attractive design</a:t>
            </a:r>
            <a:endParaRPr lang="en-US" sz="2000">
              <a:solidFill>
                <a:schemeClr val="dk2"/>
              </a:solidFill>
              <a:latin typeface="Didact Gothic" panose="00000500000000000000"/>
              <a:ea typeface="Didact Gothic" panose="00000500000000000000"/>
              <a:cs typeface="Didact Gothic" panose="00000500000000000000"/>
              <a:sym typeface="Didact Gothic" panose="0000050000000000000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sz="2000">
                <a:solidFill>
                  <a:schemeClr val="dk2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User-friendly content</a:t>
            </a:r>
            <a:endParaRPr lang="en-US" sz="2000">
              <a:solidFill>
                <a:schemeClr val="dk2"/>
              </a:solidFill>
              <a:latin typeface="Didact Gothic" panose="00000500000000000000"/>
              <a:ea typeface="Didact Gothic" panose="00000500000000000000"/>
              <a:cs typeface="Didact Gothic" panose="00000500000000000000"/>
              <a:sym typeface="Didact Gothic" panose="00000500000000000000"/>
            </a:endParaRPr>
          </a:p>
        </p:txBody>
      </p:sp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/>
              <a:t>WHY OUR WEBSITE IS SPECIAL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39" name="Shape 2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0" name="Google Shape;2640;p58"/>
          <p:cNvSpPr txBox="1"/>
          <p:nvPr>
            <p:ph type="title"/>
          </p:nvPr>
        </p:nvSpPr>
        <p:spPr>
          <a:xfrm>
            <a:off x="539750" y="771525"/>
            <a:ext cx="8206740" cy="15214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5400"/>
              <a:t>CONCLUSION</a:t>
            </a:r>
            <a:endParaRPr lang="en-US" altLang="en-GB" sz="5400"/>
          </a:p>
        </p:txBody>
      </p:sp>
      <p:sp>
        <p:nvSpPr>
          <p:cNvPr id="2642" name="Google Shape;2642;p58"/>
          <p:cNvSpPr/>
          <p:nvPr/>
        </p:nvSpPr>
        <p:spPr>
          <a:xfrm rot="10800000">
            <a:off x="440186" y="5310440"/>
            <a:ext cx="165151" cy="116336"/>
          </a:xfrm>
          <a:custGeom>
            <a:avLst/>
            <a:gdLst/>
            <a:ahLst/>
            <a:cxnLst/>
            <a:rect l="l" t="t" r="r" b="b"/>
            <a:pathLst>
              <a:path w="1152" h="893" extrusionOk="0">
                <a:moveTo>
                  <a:pt x="571" y="1"/>
                </a:moveTo>
                <a:cubicBezTo>
                  <a:pt x="0" y="1"/>
                  <a:pt x="0" y="893"/>
                  <a:pt x="571" y="893"/>
                </a:cubicBezTo>
                <a:cubicBezTo>
                  <a:pt x="1151" y="893"/>
                  <a:pt x="1151" y="1"/>
                  <a:pt x="57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43" name="Google Shape;2643;p58"/>
          <p:cNvSpPr/>
          <p:nvPr/>
        </p:nvSpPr>
        <p:spPr>
          <a:xfrm rot="10800000">
            <a:off x="250950" y="5274354"/>
            <a:ext cx="115261" cy="81552"/>
          </a:xfrm>
          <a:custGeom>
            <a:avLst/>
            <a:gdLst/>
            <a:ahLst/>
            <a:cxnLst/>
            <a:rect l="l" t="t" r="r" b="b"/>
            <a:pathLst>
              <a:path w="804" h="626" extrusionOk="0">
                <a:moveTo>
                  <a:pt x="402" y="1"/>
                </a:moveTo>
                <a:cubicBezTo>
                  <a:pt x="1" y="1"/>
                  <a:pt x="1" y="625"/>
                  <a:pt x="402" y="625"/>
                </a:cubicBezTo>
                <a:cubicBezTo>
                  <a:pt x="803" y="625"/>
                  <a:pt x="803" y="1"/>
                  <a:pt x="40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44" name="Google Shape;2644;p58"/>
          <p:cNvSpPr/>
          <p:nvPr/>
        </p:nvSpPr>
        <p:spPr>
          <a:xfrm rot="10800000">
            <a:off x="-93115" y="5282561"/>
            <a:ext cx="69243" cy="48853"/>
          </a:xfrm>
          <a:custGeom>
            <a:avLst/>
            <a:gdLst/>
            <a:ahLst/>
            <a:cxnLst/>
            <a:rect l="l" t="t" r="r" b="b"/>
            <a:pathLst>
              <a:path w="483" h="375" extrusionOk="0">
                <a:moveTo>
                  <a:pt x="241" y="0"/>
                </a:moveTo>
                <a:cubicBezTo>
                  <a:pt x="1" y="0"/>
                  <a:pt x="1" y="375"/>
                  <a:pt x="241" y="375"/>
                </a:cubicBezTo>
                <a:cubicBezTo>
                  <a:pt x="482" y="375"/>
                  <a:pt x="482" y="0"/>
                  <a:pt x="24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" name="Subtitle 0"/>
          <p:cNvSpPr/>
          <p:nvPr>
            <p:ph type="subTitle" idx="1"/>
          </p:nvPr>
        </p:nvSpPr>
        <p:spPr>
          <a:xfrm>
            <a:off x="1283970" y="2440305"/>
            <a:ext cx="6576060" cy="1137285"/>
          </a:xfrm>
        </p:spPr>
        <p:txBody>
          <a:bodyPr/>
          <a:p>
            <a:pPr algn="just">
              <a:buFont typeface="Wingdings" panose="05000000000000000000" charset="0"/>
              <a:buChar char="q"/>
            </a:pPr>
            <a:r>
              <a:rPr lang="en-US" sz="2000"/>
              <a:t>Ice cream + creativity = adventure</a:t>
            </a:r>
            <a:endParaRPr lang="en-US" sz="2000"/>
          </a:p>
          <a:p>
            <a:pPr algn="just">
              <a:buFont typeface="Wingdings" panose="05000000000000000000" charset="0"/>
              <a:buChar char="q"/>
            </a:pPr>
            <a:r>
              <a:rPr lang="en-US" sz="2000"/>
              <a:t>Website gives a joyful experience</a:t>
            </a:r>
            <a:endParaRPr lang="en-US" sz="2000"/>
          </a:p>
          <a:p>
            <a:pPr algn="just">
              <a:buFont typeface="Wingdings" panose="05000000000000000000" charset="0"/>
              <a:buChar char="q"/>
            </a:pPr>
            <a:r>
              <a:rPr lang="en-US" sz="2000"/>
              <a:t>Easy to use and visually attractive</a:t>
            </a:r>
            <a:endParaRPr lang="en-US" sz="2000"/>
          </a:p>
          <a:p>
            <a:pPr algn="just">
              <a:buFont typeface="Wingdings" panose="05000000000000000000" charset="0"/>
              <a:buChar char="q"/>
            </a:pPr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1" name="Google Shape;1951;p49"/>
          <p:cNvGrpSpPr/>
          <p:nvPr/>
        </p:nvGrpSpPr>
        <p:grpSpPr>
          <a:xfrm>
            <a:off x="1491761" y="1293212"/>
            <a:ext cx="2768175" cy="2556920"/>
            <a:chOff x="2467925" y="2007650"/>
            <a:chExt cx="700325" cy="766325"/>
          </a:xfrm>
        </p:grpSpPr>
        <p:sp>
          <p:nvSpPr>
            <p:cNvPr id="1952" name="Google Shape;1952;p49"/>
            <p:cNvSpPr/>
            <p:nvPr/>
          </p:nvSpPr>
          <p:spPr>
            <a:xfrm>
              <a:off x="2491125" y="2718200"/>
              <a:ext cx="676025" cy="55775"/>
            </a:xfrm>
            <a:custGeom>
              <a:avLst/>
              <a:gdLst/>
              <a:ahLst/>
              <a:cxnLst/>
              <a:rect l="l" t="t" r="r" b="b"/>
              <a:pathLst>
                <a:path w="27041" h="2231" extrusionOk="0">
                  <a:moveTo>
                    <a:pt x="13525" y="0"/>
                  </a:moveTo>
                  <a:cubicBezTo>
                    <a:pt x="6058" y="0"/>
                    <a:pt x="0" y="500"/>
                    <a:pt x="0" y="1115"/>
                  </a:cubicBezTo>
                  <a:cubicBezTo>
                    <a:pt x="0" y="1731"/>
                    <a:pt x="6058" y="2231"/>
                    <a:pt x="13525" y="2231"/>
                  </a:cubicBezTo>
                  <a:cubicBezTo>
                    <a:pt x="20992" y="2231"/>
                    <a:pt x="27040" y="1731"/>
                    <a:pt x="27040" y="1115"/>
                  </a:cubicBezTo>
                  <a:cubicBezTo>
                    <a:pt x="27040" y="500"/>
                    <a:pt x="20992" y="0"/>
                    <a:pt x="13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3" name="Google Shape;1953;p49"/>
            <p:cNvSpPr/>
            <p:nvPr/>
          </p:nvSpPr>
          <p:spPr>
            <a:xfrm>
              <a:off x="2910625" y="2178250"/>
              <a:ext cx="22325" cy="69175"/>
            </a:xfrm>
            <a:custGeom>
              <a:avLst/>
              <a:gdLst/>
              <a:ahLst/>
              <a:cxnLst/>
              <a:rect l="l" t="t" r="r" b="b"/>
              <a:pathLst>
                <a:path w="893" h="2767" extrusionOk="0">
                  <a:moveTo>
                    <a:pt x="893" y="1"/>
                  </a:moveTo>
                  <a:lnTo>
                    <a:pt x="286" y="286"/>
                  </a:lnTo>
                  <a:lnTo>
                    <a:pt x="1" y="2766"/>
                  </a:lnTo>
                  <a:lnTo>
                    <a:pt x="608" y="2552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4" name="Google Shape;1954;p49"/>
            <p:cNvSpPr/>
            <p:nvPr/>
          </p:nvSpPr>
          <p:spPr>
            <a:xfrm>
              <a:off x="2836825" y="2007650"/>
              <a:ext cx="253250" cy="196375"/>
            </a:xfrm>
            <a:custGeom>
              <a:avLst/>
              <a:gdLst/>
              <a:ahLst/>
              <a:cxnLst/>
              <a:rect l="l" t="t" r="r" b="b"/>
              <a:pathLst>
                <a:path w="10130" h="7855" extrusionOk="0">
                  <a:moveTo>
                    <a:pt x="1906" y="0"/>
                  </a:moveTo>
                  <a:cubicBezTo>
                    <a:pt x="1037" y="0"/>
                    <a:pt x="235" y="455"/>
                    <a:pt x="0" y="1436"/>
                  </a:cubicBezTo>
                  <a:lnTo>
                    <a:pt x="1445" y="6718"/>
                  </a:lnTo>
                  <a:cubicBezTo>
                    <a:pt x="2076" y="7492"/>
                    <a:pt x="3008" y="7855"/>
                    <a:pt x="3958" y="7855"/>
                  </a:cubicBezTo>
                  <a:cubicBezTo>
                    <a:pt x="5656" y="7855"/>
                    <a:pt x="7413" y="6699"/>
                    <a:pt x="7619" y="4675"/>
                  </a:cubicBezTo>
                  <a:cubicBezTo>
                    <a:pt x="10129" y="4504"/>
                    <a:pt x="9444" y="843"/>
                    <a:pt x="9067" y="843"/>
                  </a:cubicBezTo>
                  <a:cubicBezTo>
                    <a:pt x="9051" y="843"/>
                    <a:pt x="9034" y="850"/>
                    <a:pt x="9019" y="865"/>
                  </a:cubicBezTo>
                  <a:cubicBezTo>
                    <a:pt x="8766" y="1119"/>
                    <a:pt x="8567" y="1556"/>
                    <a:pt x="8036" y="1556"/>
                  </a:cubicBezTo>
                  <a:cubicBezTo>
                    <a:pt x="7818" y="1556"/>
                    <a:pt x="7545" y="1483"/>
                    <a:pt x="7190" y="1294"/>
                  </a:cubicBezTo>
                  <a:cubicBezTo>
                    <a:pt x="6485" y="921"/>
                    <a:pt x="5529" y="493"/>
                    <a:pt x="4830" y="493"/>
                  </a:cubicBezTo>
                  <a:cubicBezTo>
                    <a:pt x="4441" y="493"/>
                    <a:pt x="4131" y="625"/>
                    <a:pt x="3988" y="972"/>
                  </a:cubicBezTo>
                  <a:cubicBezTo>
                    <a:pt x="3458" y="340"/>
                    <a:pt x="2657" y="0"/>
                    <a:pt x="19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5" name="Google Shape;1955;p49"/>
            <p:cNvSpPr/>
            <p:nvPr/>
          </p:nvSpPr>
          <p:spPr>
            <a:xfrm>
              <a:off x="2653700" y="2199875"/>
              <a:ext cx="22550" cy="69175"/>
            </a:xfrm>
            <a:custGeom>
              <a:avLst/>
              <a:gdLst/>
              <a:ahLst/>
              <a:cxnLst/>
              <a:rect l="l" t="t" r="r" b="b"/>
              <a:pathLst>
                <a:path w="902" h="2767" extrusionOk="0">
                  <a:moveTo>
                    <a:pt x="902" y="1"/>
                  </a:moveTo>
                  <a:lnTo>
                    <a:pt x="286" y="286"/>
                  </a:lnTo>
                  <a:lnTo>
                    <a:pt x="1" y="2766"/>
                  </a:lnTo>
                  <a:lnTo>
                    <a:pt x="616" y="255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6" name="Google Shape;1956;p49"/>
            <p:cNvSpPr/>
            <p:nvPr/>
          </p:nvSpPr>
          <p:spPr>
            <a:xfrm>
              <a:off x="2510075" y="2025675"/>
              <a:ext cx="394450" cy="197075"/>
            </a:xfrm>
            <a:custGeom>
              <a:avLst/>
              <a:gdLst/>
              <a:ahLst/>
              <a:cxnLst/>
              <a:rect l="l" t="t" r="r" b="b"/>
              <a:pathLst>
                <a:path w="15778" h="7883" extrusionOk="0">
                  <a:moveTo>
                    <a:pt x="13089" y="0"/>
                  </a:moveTo>
                  <a:cubicBezTo>
                    <a:pt x="13082" y="0"/>
                    <a:pt x="13076" y="1"/>
                    <a:pt x="13070" y="2"/>
                  </a:cubicBezTo>
                  <a:cubicBezTo>
                    <a:pt x="12321" y="109"/>
                    <a:pt x="2766" y="5640"/>
                    <a:pt x="795" y="7112"/>
                  </a:cubicBezTo>
                  <a:cubicBezTo>
                    <a:pt x="1" y="7646"/>
                    <a:pt x="405" y="7883"/>
                    <a:pt x="982" y="7883"/>
                  </a:cubicBezTo>
                  <a:cubicBezTo>
                    <a:pt x="1060" y="7883"/>
                    <a:pt x="1141" y="7878"/>
                    <a:pt x="1223" y="7870"/>
                  </a:cubicBezTo>
                  <a:cubicBezTo>
                    <a:pt x="1901" y="7790"/>
                    <a:pt x="14569" y="6969"/>
                    <a:pt x="15175" y="6683"/>
                  </a:cubicBezTo>
                  <a:cubicBezTo>
                    <a:pt x="15777" y="6391"/>
                    <a:pt x="13860" y="0"/>
                    <a:pt x="130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7" name="Google Shape;1957;p49"/>
            <p:cNvSpPr/>
            <p:nvPr/>
          </p:nvSpPr>
          <p:spPr>
            <a:xfrm>
              <a:off x="2499375" y="2227125"/>
              <a:ext cx="660875" cy="441600"/>
            </a:xfrm>
            <a:custGeom>
              <a:avLst/>
              <a:gdLst/>
              <a:ahLst/>
              <a:cxnLst/>
              <a:rect l="l" t="t" r="r" b="b"/>
              <a:pathLst>
                <a:path w="26435" h="17664" extrusionOk="0">
                  <a:moveTo>
                    <a:pt x="14341" y="0"/>
                  </a:moveTo>
                  <a:cubicBezTo>
                    <a:pt x="12928" y="0"/>
                    <a:pt x="11286" y="188"/>
                    <a:pt x="9403" y="526"/>
                  </a:cubicBezTo>
                  <a:cubicBezTo>
                    <a:pt x="0" y="2212"/>
                    <a:pt x="786" y="7207"/>
                    <a:pt x="643" y="17297"/>
                  </a:cubicBezTo>
                  <a:cubicBezTo>
                    <a:pt x="643" y="17297"/>
                    <a:pt x="6193" y="17663"/>
                    <a:pt x="14804" y="17663"/>
                  </a:cubicBezTo>
                  <a:cubicBezTo>
                    <a:pt x="17991" y="17663"/>
                    <a:pt x="21598" y="17613"/>
                    <a:pt x="25497" y="17476"/>
                  </a:cubicBezTo>
                  <a:cubicBezTo>
                    <a:pt x="26435" y="12104"/>
                    <a:pt x="24578" y="11477"/>
                    <a:pt x="22276" y="11477"/>
                  </a:cubicBezTo>
                  <a:cubicBezTo>
                    <a:pt x="21841" y="11477"/>
                    <a:pt x="21389" y="11499"/>
                    <a:pt x="20938" y="11516"/>
                  </a:cubicBezTo>
                  <a:cubicBezTo>
                    <a:pt x="21973" y="3009"/>
                    <a:pt x="19993" y="0"/>
                    <a:pt x="143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8" name="Google Shape;1958;p49"/>
            <p:cNvSpPr/>
            <p:nvPr/>
          </p:nvSpPr>
          <p:spPr>
            <a:xfrm>
              <a:off x="2516100" y="2553375"/>
              <a:ext cx="626725" cy="43450"/>
            </a:xfrm>
            <a:custGeom>
              <a:avLst/>
              <a:gdLst/>
              <a:ahLst/>
              <a:cxnLst/>
              <a:rect l="l" t="t" r="r" b="b"/>
              <a:pathLst>
                <a:path w="25069" h="1738" extrusionOk="0">
                  <a:moveTo>
                    <a:pt x="24765" y="1"/>
                  </a:moveTo>
                  <a:cubicBezTo>
                    <a:pt x="20528" y="108"/>
                    <a:pt x="3738" y="117"/>
                    <a:pt x="9" y="117"/>
                  </a:cubicBezTo>
                  <a:cubicBezTo>
                    <a:pt x="9" y="625"/>
                    <a:pt x="1" y="1160"/>
                    <a:pt x="1" y="1705"/>
                  </a:cubicBezTo>
                  <a:cubicBezTo>
                    <a:pt x="2064" y="1713"/>
                    <a:pt x="7290" y="1737"/>
                    <a:pt x="12489" y="1737"/>
                  </a:cubicBezTo>
                  <a:cubicBezTo>
                    <a:pt x="17925" y="1737"/>
                    <a:pt x="23332" y="1711"/>
                    <a:pt x="25069" y="1615"/>
                  </a:cubicBezTo>
                  <a:cubicBezTo>
                    <a:pt x="25042" y="946"/>
                    <a:pt x="24935" y="420"/>
                    <a:pt x="247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9" name="Google Shape;1959;p49"/>
            <p:cNvSpPr/>
            <p:nvPr/>
          </p:nvSpPr>
          <p:spPr>
            <a:xfrm>
              <a:off x="2592825" y="2325100"/>
              <a:ext cx="229750" cy="205825"/>
            </a:xfrm>
            <a:custGeom>
              <a:avLst/>
              <a:gdLst/>
              <a:ahLst/>
              <a:cxnLst/>
              <a:rect l="l" t="t" r="r" b="b"/>
              <a:pathLst>
                <a:path w="9190" h="8233" extrusionOk="0">
                  <a:moveTo>
                    <a:pt x="5605" y="1"/>
                  </a:moveTo>
                  <a:cubicBezTo>
                    <a:pt x="3495" y="1"/>
                    <a:pt x="852" y="227"/>
                    <a:pt x="714" y="737"/>
                  </a:cubicBezTo>
                  <a:cubicBezTo>
                    <a:pt x="393" y="2637"/>
                    <a:pt x="0" y="7767"/>
                    <a:pt x="732" y="7954"/>
                  </a:cubicBezTo>
                  <a:cubicBezTo>
                    <a:pt x="1127" y="8050"/>
                    <a:pt x="2932" y="8232"/>
                    <a:pt x="4679" y="8232"/>
                  </a:cubicBezTo>
                  <a:cubicBezTo>
                    <a:pt x="6169" y="8232"/>
                    <a:pt x="7617" y="8100"/>
                    <a:pt x="8110" y="7669"/>
                  </a:cubicBezTo>
                  <a:cubicBezTo>
                    <a:pt x="9189" y="6732"/>
                    <a:pt x="9011" y="559"/>
                    <a:pt x="8110" y="202"/>
                  </a:cubicBezTo>
                  <a:cubicBezTo>
                    <a:pt x="7790" y="71"/>
                    <a:pt x="6780" y="1"/>
                    <a:pt x="56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0" name="Google Shape;1960;p49"/>
            <p:cNvSpPr/>
            <p:nvPr/>
          </p:nvSpPr>
          <p:spPr>
            <a:xfrm>
              <a:off x="2467925" y="2652175"/>
              <a:ext cx="683375" cy="45375"/>
            </a:xfrm>
            <a:custGeom>
              <a:avLst/>
              <a:gdLst/>
              <a:ahLst/>
              <a:cxnLst/>
              <a:rect l="l" t="t" r="r" b="b"/>
              <a:pathLst>
                <a:path w="27335" h="1815" extrusionOk="0">
                  <a:moveTo>
                    <a:pt x="18985" y="1"/>
                  </a:moveTo>
                  <a:cubicBezTo>
                    <a:pt x="12084" y="1"/>
                    <a:pt x="3155" y="43"/>
                    <a:pt x="1330" y="152"/>
                  </a:cubicBezTo>
                  <a:cubicBezTo>
                    <a:pt x="857" y="188"/>
                    <a:pt x="1" y="1053"/>
                    <a:pt x="1615" y="1553"/>
                  </a:cubicBezTo>
                  <a:cubicBezTo>
                    <a:pt x="2255" y="1751"/>
                    <a:pt x="6300" y="1814"/>
                    <a:pt x="10984" y="1814"/>
                  </a:cubicBezTo>
                  <a:cubicBezTo>
                    <a:pt x="18116" y="1814"/>
                    <a:pt x="26731" y="1667"/>
                    <a:pt x="27076" y="1624"/>
                  </a:cubicBezTo>
                  <a:lnTo>
                    <a:pt x="27335" y="45"/>
                  </a:lnTo>
                  <a:cubicBezTo>
                    <a:pt x="26903" y="18"/>
                    <a:pt x="23349" y="1"/>
                    <a:pt x="189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1" name="Google Shape;1961;p49"/>
            <p:cNvSpPr/>
            <p:nvPr/>
          </p:nvSpPr>
          <p:spPr>
            <a:xfrm>
              <a:off x="2839500" y="2372925"/>
              <a:ext cx="109075" cy="269925"/>
            </a:xfrm>
            <a:custGeom>
              <a:avLst/>
              <a:gdLst/>
              <a:ahLst/>
              <a:cxnLst/>
              <a:rect l="l" t="t" r="r" b="b"/>
              <a:pathLst>
                <a:path w="4363" h="10797" extrusionOk="0">
                  <a:moveTo>
                    <a:pt x="2679" y="0"/>
                  </a:moveTo>
                  <a:cubicBezTo>
                    <a:pt x="1599" y="0"/>
                    <a:pt x="321" y="255"/>
                    <a:pt x="259" y="546"/>
                  </a:cubicBezTo>
                  <a:cubicBezTo>
                    <a:pt x="0" y="1750"/>
                    <a:pt x="259" y="7379"/>
                    <a:pt x="116" y="10796"/>
                  </a:cubicBezTo>
                  <a:lnTo>
                    <a:pt x="4318" y="10760"/>
                  </a:lnTo>
                  <a:cubicBezTo>
                    <a:pt x="4318" y="10760"/>
                    <a:pt x="4362" y="1920"/>
                    <a:pt x="4175" y="474"/>
                  </a:cubicBezTo>
                  <a:cubicBezTo>
                    <a:pt x="4127" y="132"/>
                    <a:pt x="3454" y="0"/>
                    <a:pt x="26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2" name="Google Shape;1962;p49"/>
            <p:cNvSpPr/>
            <p:nvPr/>
          </p:nvSpPr>
          <p:spPr>
            <a:xfrm>
              <a:off x="3144800" y="2653300"/>
              <a:ext cx="23450" cy="39500"/>
            </a:xfrm>
            <a:custGeom>
              <a:avLst/>
              <a:gdLst/>
              <a:ahLst/>
              <a:cxnLst/>
              <a:rect l="l" t="t" r="r" b="b"/>
              <a:pathLst>
                <a:path w="938" h="1580" extrusionOk="0">
                  <a:moveTo>
                    <a:pt x="260" y="0"/>
                  </a:moveTo>
                  <a:lnTo>
                    <a:pt x="1" y="1579"/>
                  </a:lnTo>
                  <a:cubicBezTo>
                    <a:pt x="581" y="1508"/>
                    <a:pt x="938" y="107"/>
                    <a:pt x="2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3" name="Google Shape;1963;p49"/>
            <p:cNvSpPr/>
            <p:nvPr/>
          </p:nvSpPr>
          <p:spPr>
            <a:xfrm>
              <a:off x="2981550" y="2312075"/>
              <a:ext cx="52450" cy="203900"/>
            </a:xfrm>
            <a:custGeom>
              <a:avLst/>
              <a:gdLst/>
              <a:ahLst/>
              <a:cxnLst/>
              <a:rect l="l" t="t" r="r" b="b"/>
              <a:pathLst>
                <a:path w="2098" h="8156" extrusionOk="0">
                  <a:moveTo>
                    <a:pt x="1259" y="0"/>
                  </a:moveTo>
                  <a:cubicBezTo>
                    <a:pt x="411" y="54"/>
                    <a:pt x="1" y="821"/>
                    <a:pt x="1" y="2159"/>
                  </a:cubicBezTo>
                  <a:cubicBezTo>
                    <a:pt x="1" y="3542"/>
                    <a:pt x="33" y="8156"/>
                    <a:pt x="1427" y="8156"/>
                  </a:cubicBezTo>
                  <a:cubicBezTo>
                    <a:pt x="1498" y="8156"/>
                    <a:pt x="1573" y="8143"/>
                    <a:pt x="1651" y="8118"/>
                  </a:cubicBezTo>
                  <a:cubicBezTo>
                    <a:pt x="2097" y="4461"/>
                    <a:pt x="1981" y="1820"/>
                    <a:pt x="12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4" name="Google Shape;1964;p49"/>
            <p:cNvSpPr/>
            <p:nvPr/>
          </p:nvSpPr>
          <p:spPr>
            <a:xfrm>
              <a:off x="2591525" y="2317750"/>
              <a:ext cx="222725" cy="61975"/>
            </a:xfrm>
            <a:custGeom>
              <a:avLst/>
              <a:gdLst/>
              <a:ahLst/>
              <a:cxnLst/>
              <a:rect l="l" t="t" r="r" b="b"/>
              <a:pathLst>
                <a:path w="8909" h="2479" extrusionOk="0">
                  <a:moveTo>
                    <a:pt x="5076" y="0"/>
                  </a:moveTo>
                  <a:cubicBezTo>
                    <a:pt x="3134" y="0"/>
                    <a:pt x="1010" y="330"/>
                    <a:pt x="409" y="1067"/>
                  </a:cubicBezTo>
                  <a:cubicBezTo>
                    <a:pt x="0" y="2004"/>
                    <a:pt x="151" y="2479"/>
                    <a:pt x="508" y="2479"/>
                  </a:cubicBezTo>
                  <a:cubicBezTo>
                    <a:pt x="875" y="2479"/>
                    <a:pt x="1461" y="1977"/>
                    <a:pt x="1881" y="960"/>
                  </a:cubicBezTo>
                  <a:lnTo>
                    <a:pt x="1881" y="960"/>
                  </a:lnTo>
                  <a:cubicBezTo>
                    <a:pt x="1807" y="1874"/>
                    <a:pt x="2179" y="2431"/>
                    <a:pt x="2629" y="2431"/>
                  </a:cubicBezTo>
                  <a:cubicBezTo>
                    <a:pt x="3044" y="2431"/>
                    <a:pt x="3525" y="1957"/>
                    <a:pt x="3781" y="853"/>
                  </a:cubicBezTo>
                  <a:cubicBezTo>
                    <a:pt x="3869" y="1850"/>
                    <a:pt x="4324" y="2310"/>
                    <a:pt x="4763" y="2310"/>
                  </a:cubicBezTo>
                  <a:cubicBezTo>
                    <a:pt x="5222" y="2310"/>
                    <a:pt x="5664" y="1806"/>
                    <a:pt x="5646" y="888"/>
                  </a:cubicBezTo>
                  <a:lnTo>
                    <a:pt x="5646" y="888"/>
                  </a:lnTo>
                  <a:cubicBezTo>
                    <a:pt x="5882" y="1856"/>
                    <a:pt x="6351" y="2340"/>
                    <a:pt x="6769" y="2340"/>
                  </a:cubicBezTo>
                  <a:cubicBezTo>
                    <a:pt x="7187" y="2340"/>
                    <a:pt x="7555" y="1856"/>
                    <a:pt x="7591" y="888"/>
                  </a:cubicBezTo>
                  <a:cubicBezTo>
                    <a:pt x="7832" y="1873"/>
                    <a:pt x="8169" y="2284"/>
                    <a:pt x="8421" y="2284"/>
                  </a:cubicBezTo>
                  <a:cubicBezTo>
                    <a:pt x="8728" y="2284"/>
                    <a:pt x="8909" y="1672"/>
                    <a:pt x="8634" y="746"/>
                  </a:cubicBezTo>
                  <a:cubicBezTo>
                    <a:pt x="8427" y="268"/>
                    <a:pt x="6826" y="0"/>
                    <a:pt x="50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5" name="Google Shape;1965;p49"/>
            <p:cNvSpPr/>
            <p:nvPr/>
          </p:nvSpPr>
          <p:spPr>
            <a:xfrm>
              <a:off x="3109800" y="2534650"/>
              <a:ext cx="49725" cy="48550"/>
            </a:xfrm>
            <a:custGeom>
              <a:avLst/>
              <a:gdLst/>
              <a:ahLst/>
              <a:cxnLst/>
              <a:rect l="l" t="t" r="r" b="b"/>
              <a:pathLst>
                <a:path w="1989" h="1942" extrusionOk="0">
                  <a:moveTo>
                    <a:pt x="544" y="0"/>
                  </a:moveTo>
                  <a:cubicBezTo>
                    <a:pt x="520" y="0"/>
                    <a:pt x="496" y="3"/>
                    <a:pt x="473" y="9"/>
                  </a:cubicBezTo>
                  <a:cubicBezTo>
                    <a:pt x="0" y="142"/>
                    <a:pt x="422" y="1941"/>
                    <a:pt x="1158" y="1941"/>
                  </a:cubicBezTo>
                  <a:cubicBezTo>
                    <a:pt x="1214" y="1941"/>
                    <a:pt x="1271" y="1931"/>
                    <a:pt x="1330" y="1909"/>
                  </a:cubicBezTo>
                  <a:cubicBezTo>
                    <a:pt x="1989" y="1670"/>
                    <a:pt x="1120" y="0"/>
                    <a:pt x="5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6" name="Google Shape;1966;p49"/>
            <p:cNvSpPr/>
            <p:nvPr/>
          </p:nvSpPr>
          <p:spPr>
            <a:xfrm>
              <a:off x="2515650" y="2609800"/>
              <a:ext cx="33625" cy="32150"/>
            </a:xfrm>
            <a:custGeom>
              <a:avLst/>
              <a:gdLst/>
              <a:ahLst/>
              <a:cxnLst/>
              <a:rect l="l" t="t" r="r" b="b"/>
              <a:pathLst>
                <a:path w="1345" h="1286" extrusionOk="0">
                  <a:moveTo>
                    <a:pt x="47" y="0"/>
                  </a:moveTo>
                  <a:cubicBezTo>
                    <a:pt x="35" y="0"/>
                    <a:pt x="22" y="0"/>
                    <a:pt x="10" y="1"/>
                  </a:cubicBezTo>
                  <a:cubicBezTo>
                    <a:pt x="10" y="420"/>
                    <a:pt x="10" y="848"/>
                    <a:pt x="1" y="1285"/>
                  </a:cubicBezTo>
                  <a:cubicBezTo>
                    <a:pt x="5" y="1285"/>
                    <a:pt x="10" y="1285"/>
                    <a:pt x="14" y="1285"/>
                  </a:cubicBezTo>
                  <a:cubicBezTo>
                    <a:pt x="1345" y="1285"/>
                    <a:pt x="963" y="0"/>
                    <a:pt x="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7" name="Google Shape;1967;p49"/>
            <p:cNvSpPr/>
            <p:nvPr/>
          </p:nvSpPr>
          <p:spPr>
            <a:xfrm>
              <a:off x="2538545" y="2638551"/>
              <a:ext cx="130992" cy="115375"/>
            </a:xfrm>
            <a:custGeom>
              <a:avLst/>
              <a:gdLst/>
              <a:ahLst/>
              <a:cxnLst/>
              <a:rect l="l" t="t" r="r" b="b"/>
              <a:pathLst>
                <a:path w="5645" h="4615" extrusionOk="0">
                  <a:moveTo>
                    <a:pt x="3029" y="1"/>
                  </a:moveTo>
                  <a:cubicBezTo>
                    <a:pt x="2592" y="1"/>
                    <a:pt x="2156" y="141"/>
                    <a:pt x="1781" y="412"/>
                  </a:cubicBezTo>
                  <a:cubicBezTo>
                    <a:pt x="0" y="1690"/>
                    <a:pt x="929" y="4615"/>
                    <a:pt x="2819" y="4615"/>
                  </a:cubicBezTo>
                  <a:cubicBezTo>
                    <a:pt x="2842" y="4615"/>
                    <a:pt x="2865" y="4615"/>
                    <a:pt x="2887" y="4614"/>
                  </a:cubicBezTo>
                  <a:cubicBezTo>
                    <a:pt x="2907" y="4614"/>
                    <a:pt x="2927" y="4615"/>
                    <a:pt x="2947" y="4615"/>
                  </a:cubicBezTo>
                  <a:cubicBezTo>
                    <a:pt x="3867" y="4615"/>
                    <a:pt x="5645" y="3818"/>
                    <a:pt x="5260" y="2098"/>
                  </a:cubicBezTo>
                  <a:cubicBezTo>
                    <a:pt x="4942" y="671"/>
                    <a:pt x="3984" y="1"/>
                    <a:pt x="3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8" name="Google Shape;1968;p49"/>
            <p:cNvSpPr/>
            <p:nvPr/>
          </p:nvSpPr>
          <p:spPr>
            <a:xfrm>
              <a:off x="2576787" y="2667525"/>
              <a:ext cx="68408" cy="56750"/>
            </a:xfrm>
            <a:custGeom>
              <a:avLst/>
              <a:gdLst/>
              <a:ahLst/>
              <a:cxnLst/>
              <a:rect l="l" t="t" r="r" b="b"/>
              <a:pathLst>
                <a:path w="2948" h="2270" extrusionOk="0">
                  <a:moveTo>
                    <a:pt x="1295" y="0"/>
                  </a:moveTo>
                  <a:cubicBezTo>
                    <a:pt x="191" y="0"/>
                    <a:pt x="0" y="2268"/>
                    <a:pt x="1177" y="2268"/>
                  </a:cubicBezTo>
                  <a:cubicBezTo>
                    <a:pt x="1201" y="2269"/>
                    <a:pt x="1225" y="2270"/>
                    <a:pt x="1249" y="2270"/>
                  </a:cubicBezTo>
                  <a:cubicBezTo>
                    <a:pt x="2506" y="2270"/>
                    <a:pt x="2947" y="670"/>
                    <a:pt x="1739" y="109"/>
                  </a:cubicBezTo>
                  <a:cubicBezTo>
                    <a:pt x="1578" y="34"/>
                    <a:pt x="1430" y="0"/>
                    <a:pt x="12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9" name="Google Shape;1969;p49"/>
            <p:cNvSpPr/>
            <p:nvPr/>
          </p:nvSpPr>
          <p:spPr>
            <a:xfrm>
              <a:off x="2945335" y="2638551"/>
              <a:ext cx="130992" cy="115375"/>
            </a:xfrm>
            <a:custGeom>
              <a:avLst/>
              <a:gdLst/>
              <a:ahLst/>
              <a:cxnLst/>
              <a:rect l="l" t="t" r="r" b="b"/>
              <a:pathLst>
                <a:path w="5645" h="4615" extrusionOk="0">
                  <a:moveTo>
                    <a:pt x="3020" y="1"/>
                  </a:moveTo>
                  <a:cubicBezTo>
                    <a:pt x="2583" y="1"/>
                    <a:pt x="2147" y="141"/>
                    <a:pt x="1772" y="412"/>
                  </a:cubicBezTo>
                  <a:cubicBezTo>
                    <a:pt x="0" y="1690"/>
                    <a:pt x="929" y="4615"/>
                    <a:pt x="2819" y="4615"/>
                  </a:cubicBezTo>
                  <a:cubicBezTo>
                    <a:pt x="2842" y="4615"/>
                    <a:pt x="2864" y="4615"/>
                    <a:pt x="2887" y="4614"/>
                  </a:cubicBezTo>
                  <a:cubicBezTo>
                    <a:pt x="2907" y="4614"/>
                    <a:pt x="2926" y="4615"/>
                    <a:pt x="2947" y="4615"/>
                  </a:cubicBezTo>
                  <a:cubicBezTo>
                    <a:pt x="3867" y="4615"/>
                    <a:pt x="5644" y="3818"/>
                    <a:pt x="5260" y="2098"/>
                  </a:cubicBezTo>
                  <a:cubicBezTo>
                    <a:pt x="4936" y="671"/>
                    <a:pt x="3976" y="1"/>
                    <a:pt x="30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0" name="Google Shape;1970;p49"/>
            <p:cNvSpPr/>
            <p:nvPr/>
          </p:nvSpPr>
          <p:spPr>
            <a:xfrm>
              <a:off x="2983531" y="2667525"/>
              <a:ext cx="68455" cy="56750"/>
            </a:xfrm>
            <a:custGeom>
              <a:avLst/>
              <a:gdLst/>
              <a:ahLst/>
              <a:cxnLst/>
              <a:rect l="l" t="t" r="r" b="b"/>
              <a:pathLst>
                <a:path w="2950" h="2270" extrusionOk="0">
                  <a:moveTo>
                    <a:pt x="1297" y="0"/>
                  </a:moveTo>
                  <a:cubicBezTo>
                    <a:pt x="193" y="0"/>
                    <a:pt x="1" y="2268"/>
                    <a:pt x="1170" y="2268"/>
                  </a:cubicBezTo>
                  <a:cubicBezTo>
                    <a:pt x="1194" y="2269"/>
                    <a:pt x="1218" y="2270"/>
                    <a:pt x="1242" y="2270"/>
                  </a:cubicBezTo>
                  <a:cubicBezTo>
                    <a:pt x="2507" y="2270"/>
                    <a:pt x="2949" y="670"/>
                    <a:pt x="1741" y="109"/>
                  </a:cubicBezTo>
                  <a:cubicBezTo>
                    <a:pt x="1580" y="34"/>
                    <a:pt x="1432" y="0"/>
                    <a:pt x="1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1" name="Google Shape;1971;p49"/>
            <p:cNvSpPr/>
            <p:nvPr/>
          </p:nvSpPr>
          <p:spPr>
            <a:xfrm>
              <a:off x="2856650" y="2507000"/>
              <a:ext cx="20775" cy="24100"/>
            </a:xfrm>
            <a:custGeom>
              <a:avLst/>
              <a:gdLst/>
              <a:ahLst/>
              <a:cxnLst/>
              <a:rect l="l" t="t" r="r" b="b"/>
              <a:pathLst>
                <a:path w="831" h="964" extrusionOk="0">
                  <a:moveTo>
                    <a:pt x="411" y="0"/>
                  </a:moveTo>
                  <a:cubicBezTo>
                    <a:pt x="188" y="0"/>
                    <a:pt x="1" y="214"/>
                    <a:pt x="1" y="482"/>
                  </a:cubicBezTo>
                  <a:cubicBezTo>
                    <a:pt x="1" y="750"/>
                    <a:pt x="188" y="964"/>
                    <a:pt x="411" y="964"/>
                  </a:cubicBezTo>
                  <a:cubicBezTo>
                    <a:pt x="643" y="964"/>
                    <a:pt x="831" y="750"/>
                    <a:pt x="831" y="482"/>
                  </a:cubicBezTo>
                  <a:cubicBezTo>
                    <a:pt x="831" y="214"/>
                    <a:pt x="643" y="0"/>
                    <a:pt x="4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2" name="Google Shape;1972;p49"/>
            <p:cNvSpPr/>
            <p:nvPr/>
          </p:nvSpPr>
          <p:spPr>
            <a:xfrm>
              <a:off x="2931825" y="2026200"/>
              <a:ext cx="105525" cy="102125"/>
            </a:xfrm>
            <a:custGeom>
              <a:avLst/>
              <a:gdLst/>
              <a:ahLst/>
              <a:cxnLst/>
              <a:rect l="l" t="t" r="r" b="b"/>
              <a:pathLst>
                <a:path w="4221" h="4085" extrusionOk="0">
                  <a:moveTo>
                    <a:pt x="163" y="1"/>
                  </a:moveTo>
                  <a:cubicBezTo>
                    <a:pt x="142" y="1"/>
                    <a:pt x="120" y="6"/>
                    <a:pt x="99" y="16"/>
                  </a:cubicBezTo>
                  <a:cubicBezTo>
                    <a:pt x="36" y="52"/>
                    <a:pt x="0" y="132"/>
                    <a:pt x="36" y="204"/>
                  </a:cubicBezTo>
                  <a:cubicBezTo>
                    <a:pt x="553" y="1230"/>
                    <a:pt x="2347" y="4084"/>
                    <a:pt x="3952" y="4084"/>
                  </a:cubicBezTo>
                  <a:cubicBezTo>
                    <a:pt x="3997" y="4084"/>
                    <a:pt x="4042" y="4084"/>
                    <a:pt x="4086" y="4075"/>
                  </a:cubicBezTo>
                  <a:cubicBezTo>
                    <a:pt x="4158" y="4066"/>
                    <a:pt x="4220" y="4004"/>
                    <a:pt x="4211" y="3924"/>
                  </a:cubicBezTo>
                  <a:cubicBezTo>
                    <a:pt x="4203" y="3849"/>
                    <a:pt x="4141" y="3798"/>
                    <a:pt x="4075" y="3798"/>
                  </a:cubicBezTo>
                  <a:cubicBezTo>
                    <a:pt x="4070" y="3798"/>
                    <a:pt x="4065" y="3798"/>
                    <a:pt x="4059" y="3799"/>
                  </a:cubicBezTo>
                  <a:cubicBezTo>
                    <a:pt x="4023" y="3803"/>
                    <a:pt x="3986" y="3805"/>
                    <a:pt x="3949" y="3805"/>
                  </a:cubicBezTo>
                  <a:cubicBezTo>
                    <a:pt x="2593" y="3805"/>
                    <a:pt x="911" y="1320"/>
                    <a:pt x="286" y="79"/>
                  </a:cubicBezTo>
                  <a:cubicBezTo>
                    <a:pt x="261" y="29"/>
                    <a:pt x="214" y="1"/>
                    <a:pt x="1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3" name="Google Shape;1973;p49"/>
            <p:cNvSpPr/>
            <p:nvPr/>
          </p:nvSpPr>
          <p:spPr>
            <a:xfrm>
              <a:off x="2596625" y="2118450"/>
              <a:ext cx="88775" cy="97300"/>
            </a:xfrm>
            <a:custGeom>
              <a:avLst/>
              <a:gdLst/>
              <a:ahLst/>
              <a:cxnLst/>
              <a:rect l="l" t="t" r="r" b="b"/>
              <a:pathLst>
                <a:path w="3551" h="3892" extrusionOk="0">
                  <a:moveTo>
                    <a:pt x="3388" y="1"/>
                  </a:moveTo>
                  <a:cubicBezTo>
                    <a:pt x="3358" y="1"/>
                    <a:pt x="3327" y="10"/>
                    <a:pt x="3301" y="29"/>
                  </a:cubicBezTo>
                  <a:cubicBezTo>
                    <a:pt x="2257" y="867"/>
                    <a:pt x="437" y="3133"/>
                    <a:pt x="45" y="3668"/>
                  </a:cubicBezTo>
                  <a:cubicBezTo>
                    <a:pt x="0" y="3731"/>
                    <a:pt x="9" y="3820"/>
                    <a:pt x="71" y="3865"/>
                  </a:cubicBezTo>
                  <a:cubicBezTo>
                    <a:pt x="98" y="3882"/>
                    <a:pt x="125" y="3891"/>
                    <a:pt x="161" y="3891"/>
                  </a:cubicBezTo>
                  <a:cubicBezTo>
                    <a:pt x="196" y="3891"/>
                    <a:pt x="241" y="3873"/>
                    <a:pt x="268" y="3829"/>
                  </a:cubicBezTo>
                  <a:cubicBezTo>
                    <a:pt x="660" y="3303"/>
                    <a:pt x="2453" y="1063"/>
                    <a:pt x="3479" y="252"/>
                  </a:cubicBezTo>
                  <a:cubicBezTo>
                    <a:pt x="3533" y="198"/>
                    <a:pt x="3551" y="118"/>
                    <a:pt x="3497" y="55"/>
                  </a:cubicBezTo>
                  <a:cubicBezTo>
                    <a:pt x="3471" y="19"/>
                    <a:pt x="3430" y="1"/>
                    <a:pt x="33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4" name="Google Shape;1974;p49"/>
            <p:cNvSpPr/>
            <p:nvPr/>
          </p:nvSpPr>
          <p:spPr>
            <a:xfrm>
              <a:off x="2677350" y="2066625"/>
              <a:ext cx="104850" cy="141750"/>
            </a:xfrm>
            <a:custGeom>
              <a:avLst/>
              <a:gdLst/>
              <a:ahLst/>
              <a:cxnLst/>
              <a:rect l="l" t="t" r="r" b="b"/>
              <a:pathLst>
                <a:path w="4194" h="5670" extrusionOk="0">
                  <a:moveTo>
                    <a:pt x="4042" y="1"/>
                  </a:moveTo>
                  <a:cubicBezTo>
                    <a:pt x="4006" y="1"/>
                    <a:pt x="3970" y="14"/>
                    <a:pt x="3944" y="41"/>
                  </a:cubicBezTo>
                  <a:cubicBezTo>
                    <a:pt x="3069" y="915"/>
                    <a:pt x="366" y="4671"/>
                    <a:pt x="36" y="5474"/>
                  </a:cubicBezTo>
                  <a:cubicBezTo>
                    <a:pt x="0" y="5545"/>
                    <a:pt x="36" y="5625"/>
                    <a:pt x="108" y="5652"/>
                  </a:cubicBezTo>
                  <a:cubicBezTo>
                    <a:pt x="125" y="5661"/>
                    <a:pt x="143" y="5670"/>
                    <a:pt x="161" y="5670"/>
                  </a:cubicBezTo>
                  <a:cubicBezTo>
                    <a:pt x="215" y="5670"/>
                    <a:pt x="268" y="5634"/>
                    <a:pt x="286" y="5581"/>
                  </a:cubicBezTo>
                  <a:cubicBezTo>
                    <a:pt x="607" y="4822"/>
                    <a:pt x="3301" y="1076"/>
                    <a:pt x="4140" y="237"/>
                  </a:cubicBezTo>
                  <a:cubicBezTo>
                    <a:pt x="4193" y="184"/>
                    <a:pt x="4193" y="94"/>
                    <a:pt x="4140" y="41"/>
                  </a:cubicBezTo>
                  <a:cubicBezTo>
                    <a:pt x="4113" y="14"/>
                    <a:pt x="4077" y="1"/>
                    <a:pt x="40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5" name="Google Shape;1975;p49"/>
            <p:cNvSpPr/>
            <p:nvPr/>
          </p:nvSpPr>
          <p:spPr>
            <a:xfrm>
              <a:off x="2764325" y="2057175"/>
              <a:ext cx="90575" cy="137600"/>
            </a:xfrm>
            <a:custGeom>
              <a:avLst/>
              <a:gdLst/>
              <a:ahLst/>
              <a:cxnLst/>
              <a:rect l="l" t="t" r="r" b="b"/>
              <a:pathLst>
                <a:path w="3623" h="5504" extrusionOk="0">
                  <a:moveTo>
                    <a:pt x="3474" y="0"/>
                  </a:moveTo>
                  <a:cubicBezTo>
                    <a:pt x="3442" y="0"/>
                    <a:pt x="3409" y="12"/>
                    <a:pt x="3382" y="35"/>
                  </a:cubicBezTo>
                  <a:cubicBezTo>
                    <a:pt x="3096" y="258"/>
                    <a:pt x="340" y="4754"/>
                    <a:pt x="36" y="5299"/>
                  </a:cubicBezTo>
                  <a:cubicBezTo>
                    <a:pt x="1" y="5370"/>
                    <a:pt x="19" y="5450"/>
                    <a:pt x="90" y="5486"/>
                  </a:cubicBezTo>
                  <a:cubicBezTo>
                    <a:pt x="108" y="5504"/>
                    <a:pt x="134" y="5504"/>
                    <a:pt x="152" y="5504"/>
                  </a:cubicBezTo>
                  <a:cubicBezTo>
                    <a:pt x="206" y="5504"/>
                    <a:pt x="250" y="5477"/>
                    <a:pt x="277" y="5432"/>
                  </a:cubicBezTo>
                  <a:cubicBezTo>
                    <a:pt x="697" y="4692"/>
                    <a:pt x="3310" y="472"/>
                    <a:pt x="3560" y="249"/>
                  </a:cubicBezTo>
                  <a:cubicBezTo>
                    <a:pt x="3614" y="205"/>
                    <a:pt x="3623" y="115"/>
                    <a:pt x="3578" y="53"/>
                  </a:cubicBezTo>
                  <a:cubicBezTo>
                    <a:pt x="3553" y="18"/>
                    <a:pt x="3514" y="0"/>
                    <a:pt x="34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6" name="Google Shape;1976;p49"/>
            <p:cNvSpPr/>
            <p:nvPr/>
          </p:nvSpPr>
          <p:spPr>
            <a:xfrm>
              <a:off x="2839050" y="2132625"/>
              <a:ext cx="40825" cy="61475"/>
            </a:xfrm>
            <a:custGeom>
              <a:avLst/>
              <a:gdLst/>
              <a:ahLst/>
              <a:cxnLst/>
              <a:rect l="l" t="t" r="r" b="b"/>
              <a:pathLst>
                <a:path w="1633" h="2459" extrusionOk="0">
                  <a:moveTo>
                    <a:pt x="1477" y="1"/>
                  </a:moveTo>
                  <a:cubicBezTo>
                    <a:pt x="1434" y="1"/>
                    <a:pt x="1392" y="22"/>
                    <a:pt x="1365" y="59"/>
                  </a:cubicBezTo>
                  <a:cubicBezTo>
                    <a:pt x="643" y="1023"/>
                    <a:pt x="36" y="2245"/>
                    <a:pt x="36" y="2263"/>
                  </a:cubicBezTo>
                  <a:cubicBezTo>
                    <a:pt x="0" y="2325"/>
                    <a:pt x="27" y="2414"/>
                    <a:pt x="98" y="2450"/>
                  </a:cubicBezTo>
                  <a:cubicBezTo>
                    <a:pt x="116" y="2459"/>
                    <a:pt x="134" y="2459"/>
                    <a:pt x="161" y="2459"/>
                  </a:cubicBezTo>
                  <a:cubicBezTo>
                    <a:pt x="205" y="2459"/>
                    <a:pt x="259" y="2432"/>
                    <a:pt x="286" y="2379"/>
                  </a:cubicBezTo>
                  <a:cubicBezTo>
                    <a:pt x="286" y="2370"/>
                    <a:pt x="874" y="1174"/>
                    <a:pt x="1588" y="220"/>
                  </a:cubicBezTo>
                  <a:cubicBezTo>
                    <a:pt x="1633" y="157"/>
                    <a:pt x="1624" y="77"/>
                    <a:pt x="1561" y="32"/>
                  </a:cubicBezTo>
                  <a:cubicBezTo>
                    <a:pt x="1536" y="11"/>
                    <a:pt x="1506" y="1"/>
                    <a:pt x="14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7" name="Google Shape;1977;p49"/>
            <p:cNvSpPr/>
            <p:nvPr/>
          </p:nvSpPr>
          <p:spPr>
            <a:xfrm>
              <a:off x="2575650" y="2171700"/>
              <a:ext cx="92800" cy="38025"/>
            </a:xfrm>
            <a:custGeom>
              <a:avLst/>
              <a:gdLst/>
              <a:ahLst/>
              <a:cxnLst/>
              <a:rect l="l" t="t" r="r" b="b"/>
              <a:pathLst>
                <a:path w="3712" h="1521" extrusionOk="0">
                  <a:moveTo>
                    <a:pt x="166" y="1"/>
                  </a:moveTo>
                  <a:cubicBezTo>
                    <a:pt x="140" y="1"/>
                    <a:pt x="114" y="8"/>
                    <a:pt x="90" y="22"/>
                  </a:cubicBezTo>
                  <a:cubicBezTo>
                    <a:pt x="18" y="57"/>
                    <a:pt x="0" y="147"/>
                    <a:pt x="45" y="209"/>
                  </a:cubicBezTo>
                  <a:cubicBezTo>
                    <a:pt x="179" y="423"/>
                    <a:pt x="2008" y="1039"/>
                    <a:pt x="3515" y="1512"/>
                  </a:cubicBezTo>
                  <a:cubicBezTo>
                    <a:pt x="3524" y="1512"/>
                    <a:pt x="3542" y="1520"/>
                    <a:pt x="3551" y="1520"/>
                  </a:cubicBezTo>
                  <a:cubicBezTo>
                    <a:pt x="3614" y="1520"/>
                    <a:pt x="3667" y="1476"/>
                    <a:pt x="3685" y="1422"/>
                  </a:cubicBezTo>
                  <a:cubicBezTo>
                    <a:pt x="3712" y="1342"/>
                    <a:pt x="3667" y="1271"/>
                    <a:pt x="3596" y="1244"/>
                  </a:cubicBezTo>
                  <a:cubicBezTo>
                    <a:pt x="2088" y="771"/>
                    <a:pt x="438" y="200"/>
                    <a:pt x="268" y="57"/>
                  </a:cubicBezTo>
                  <a:cubicBezTo>
                    <a:pt x="246" y="19"/>
                    <a:pt x="207" y="1"/>
                    <a:pt x="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8" name="Google Shape;1978;p49"/>
            <p:cNvSpPr/>
            <p:nvPr/>
          </p:nvSpPr>
          <p:spPr>
            <a:xfrm>
              <a:off x="2646350" y="2133250"/>
              <a:ext cx="148775" cy="63550"/>
            </a:xfrm>
            <a:custGeom>
              <a:avLst/>
              <a:gdLst/>
              <a:ahLst/>
              <a:cxnLst/>
              <a:rect l="l" t="t" r="r" b="b"/>
              <a:pathLst>
                <a:path w="5951" h="2542" extrusionOk="0">
                  <a:moveTo>
                    <a:pt x="159" y="1"/>
                  </a:moveTo>
                  <a:cubicBezTo>
                    <a:pt x="132" y="1"/>
                    <a:pt x="104" y="8"/>
                    <a:pt x="81" y="25"/>
                  </a:cubicBezTo>
                  <a:cubicBezTo>
                    <a:pt x="18" y="70"/>
                    <a:pt x="0" y="159"/>
                    <a:pt x="45" y="222"/>
                  </a:cubicBezTo>
                  <a:cubicBezTo>
                    <a:pt x="268" y="552"/>
                    <a:pt x="4461" y="2077"/>
                    <a:pt x="5746" y="2532"/>
                  </a:cubicBezTo>
                  <a:cubicBezTo>
                    <a:pt x="5763" y="2541"/>
                    <a:pt x="5772" y="2541"/>
                    <a:pt x="5790" y="2541"/>
                  </a:cubicBezTo>
                  <a:cubicBezTo>
                    <a:pt x="5853" y="2541"/>
                    <a:pt x="5906" y="2505"/>
                    <a:pt x="5924" y="2452"/>
                  </a:cubicBezTo>
                  <a:cubicBezTo>
                    <a:pt x="5951" y="2380"/>
                    <a:pt x="5915" y="2300"/>
                    <a:pt x="5835" y="2273"/>
                  </a:cubicBezTo>
                  <a:cubicBezTo>
                    <a:pt x="3810" y="1551"/>
                    <a:pt x="509" y="302"/>
                    <a:pt x="277" y="61"/>
                  </a:cubicBezTo>
                  <a:cubicBezTo>
                    <a:pt x="249" y="22"/>
                    <a:pt x="204" y="1"/>
                    <a:pt x="1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9" name="Google Shape;1979;p49"/>
            <p:cNvSpPr/>
            <p:nvPr/>
          </p:nvSpPr>
          <p:spPr>
            <a:xfrm>
              <a:off x="2732000" y="2088200"/>
              <a:ext cx="156350" cy="78250"/>
            </a:xfrm>
            <a:custGeom>
              <a:avLst/>
              <a:gdLst/>
              <a:ahLst/>
              <a:cxnLst/>
              <a:rect l="l" t="t" r="r" b="b"/>
              <a:pathLst>
                <a:path w="6254" h="3130" extrusionOk="0">
                  <a:moveTo>
                    <a:pt x="157" y="0"/>
                  </a:moveTo>
                  <a:cubicBezTo>
                    <a:pt x="107" y="0"/>
                    <a:pt x="61" y="27"/>
                    <a:pt x="36" y="70"/>
                  </a:cubicBezTo>
                  <a:cubicBezTo>
                    <a:pt x="0" y="141"/>
                    <a:pt x="27" y="222"/>
                    <a:pt x="89" y="266"/>
                  </a:cubicBezTo>
                  <a:cubicBezTo>
                    <a:pt x="143" y="293"/>
                    <a:pt x="259" y="355"/>
                    <a:pt x="428" y="454"/>
                  </a:cubicBezTo>
                  <a:cubicBezTo>
                    <a:pt x="2453" y="1595"/>
                    <a:pt x="5237" y="3112"/>
                    <a:pt x="6102" y="3130"/>
                  </a:cubicBezTo>
                  <a:lnTo>
                    <a:pt x="6111" y="3130"/>
                  </a:lnTo>
                  <a:cubicBezTo>
                    <a:pt x="6182" y="3130"/>
                    <a:pt x="6245" y="3076"/>
                    <a:pt x="6245" y="2996"/>
                  </a:cubicBezTo>
                  <a:cubicBezTo>
                    <a:pt x="6254" y="2925"/>
                    <a:pt x="6191" y="2853"/>
                    <a:pt x="6111" y="2853"/>
                  </a:cubicBezTo>
                  <a:cubicBezTo>
                    <a:pt x="5513" y="2835"/>
                    <a:pt x="3649" y="1952"/>
                    <a:pt x="571" y="213"/>
                  </a:cubicBezTo>
                  <a:cubicBezTo>
                    <a:pt x="393" y="115"/>
                    <a:pt x="277" y="43"/>
                    <a:pt x="223" y="16"/>
                  </a:cubicBezTo>
                  <a:cubicBezTo>
                    <a:pt x="201" y="5"/>
                    <a:pt x="179" y="0"/>
                    <a:pt x="1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0" name="Google Shape;1980;p49"/>
            <p:cNvSpPr/>
            <p:nvPr/>
          </p:nvSpPr>
          <p:spPr>
            <a:xfrm>
              <a:off x="2789075" y="2059875"/>
              <a:ext cx="76075" cy="41450"/>
            </a:xfrm>
            <a:custGeom>
              <a:avLst/>
              <a:gdLst/>
              <a:ahLst/>
              <a:cxnLst/>
              <a:rect l="l" t="t" r="r" b="b"/>
              <a:pathLst>
                <a:path w="3043" h="1658" extrusionOk="0">
                  <a:moveTo>
                    <a:pt x="159" y="1"/>
                  </a:moveTo>
                  <a:cubicBezTo>
                    <a:pt x="109" y="1"/>
                    <a:pt x="62" y="29"/>
                    <a:pt x="37" y="79"/>
                  </a:cubicBezTo>
                  <a:cubicBezTo>
                    <a:pt x="1" y="150"/>
                    <a:pt x="28" y="231"/>
                    <a:pt x="99" y="266"/>
                  </a:cubicBezTo>
                  <a:cubicBezTo>
                    <a:pt x="527" y="480"/>
                    <a:pt x="2802" y="1631"/>
                    <a:pt x="2820" y="1640"/>
                  </a:cubicBezTo>
                  <a:cubicBezTo>
                    <a:pt x="2838" y="1649"/>
                    <a:pt x="2865" y="1658"/>
                    <a:pt x="2882" y="1658"/>
                  </a:cubicBezTo>
                  <a:cubicBezTo>
                    <a:pt x="2936" y="1658"/>
                    <a:pt x="2981" y="1622"/>
                    <a:pt x="3007" y="1578"/>
                  </a:cubicBezTo>
                  <a:cubicBezTo>
                    <a:pt x="3043" y="1506"/>
                    <a:pt x="3016" y="1426"/>
                    <a:pt x="2945" y="1390"/>
                  </a:cubicBezTo>
                  <a:cubicBezTo>
                    <a:pt x="2927" y="1381"/>
                    <a:pt x="652" y="231"/>
                    <a:pt x="224" y="16"/>
                  </a:cubicBezTo>
                  <a:cubicBezTo>
                    <a:pt x="203" y="6"/>
                    <a:pt x="181" y="1"/>
                    <a:pt x="1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981" name="Google Shape;1981;p49"/>
          <p:cNvSpPr txBox="1"/>
          <p:nvPr>
            <p:ph type="title"/>
          </p:nvPr>
        </p:nvSpPr>
        <p:spPr>
          <a:xfrm flipH="1">
            <a:off x="4357370" y="1760220"/>
            <a:ext cx="4750435" cy="139573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THANK YOU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2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3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4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5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6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7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8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9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0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1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2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3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4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5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6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7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8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9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20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21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22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23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24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25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26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27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28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29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30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31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32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33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34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35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36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37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38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39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40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41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42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43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44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45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46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47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48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49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50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51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52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53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54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55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56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57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58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59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60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61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62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63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64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65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66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67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68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69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70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71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72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73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74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75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76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77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78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79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80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81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82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83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84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85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86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87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88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89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90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91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92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93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94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95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96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97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98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99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00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01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02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03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04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05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06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07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08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09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10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11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12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13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14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15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16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17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18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19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20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21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22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23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24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25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26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27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28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29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30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31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32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33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34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35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36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37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38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39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40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41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42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43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44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45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46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47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48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49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50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51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52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53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54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55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56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57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58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59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60.xml><?xml version="1.0" encoding="utf-8"?>
<p:tagLst xmlns:p="http://schemas.openxmlformats.org/presentationml/2006/main">
  <p:tag name="KSO_WM_DIAGRAM_VIRTUALLY_FRAME" val="{&quot;height&quot;:253.87913385824004,&quot;left&quot;:25.642913385826773,&quot;top&quot;:106.14952755905513,&quot;width&quot;:670.8914946086446}"/>
</p:tagLst>
</file>

<file path=ppt/tags/tag161.xml><?xml version="1.0" encoding="utf-8"?>
<p:tagLst xmlns:p="http://schemas.openxmlformats.org/presentationml/2006/main">
  <p:tag name="KSO_WM_DIAGRAM_VIRTUALLY_FRAME" val="{&quot;height&quot;:260.23999999999995,&quot;left&quot;:56.69291338582677,&quot;top&quot;:102.27952755905511,&quot;width&quot;:294.61417322834643}"/>
</p:tagLst>
</file>

<file path=ppt/theme/theme1.xml><?xml version="1.0" encoding="utf-8"?>
<a:theme xmlns:a="http://schemas.openxmlformats.org/drawingml/2006/main" name="US National Ice Cream Month by Slidesgo">
  <a:themeElements>
    <a:clrScheme name="Simple Light">
      <a:dk1>
        <a:srgbClr val="B385BE"/>
      </a:dk1>
      <a:lt1>
        <a:srgbClr val="F8F7F7"/>
      </a:lt1>
      <a:dk2>
        <a:srgbClr val="69463F"/>
      </a:dk2>
      <a:lt2>
        <a:srgbClr val="F5D760"/>
      </a:lt2>
      <a:accent1>
        <a:srgbClr val="CF436B"/>
      </a:accent1>
      <a:accent2>
        <a:srgbClr val="5C72AD"/>
      </a:accent2>
      <a:accent3>
        <a:srgbClr val="F2AE99"/>
      </a:accent3>
      <a:accent4>
        <a:srgbClr val="FFFFFF"/>
      </a:accent4>
      <a:accent5>
        <a:srgbClr val="FFFFFF"/>
      </a:accent5>
      <a:accent6>
        <a:srgbClr val="FFFFFF"/>
      </a:accent6>
      <a:hlink>
        <a:srgbClr val="69463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1490</Words>
  <Application>WPS Presentation</Application>
  <PresentationFormat/>
  <Paragraphs>102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6" baseType="lpstr">
      <vt:lpstr>Arial</vt:lpstr>
      <vt:lpstr>SimSun</vt:lpstr>
      <vt:lpstr>Wingdings</vt:lpstr>
      <vt:lpstr>Arial</vt:lpstr>
      <vt:lpstr>Coiny</vt:lpstr>
      <vt:lpstr>Bebas Neue</vt:lpstr>
      <vt:lpstr>Didact Gothic</vt:lpstr>
      <vt:lpstr>Roboto Condensed Light</vt:lpstr>
      <vt:lpstr>Segoe Print</vt:lpstr>
      <vt:lpstr>PT Sans</vt:lpstr>
      <vt:lpstr>Proxima Nova Semibold</vt:lpstr>
      <vt:lpstr>Proxima Nova</vt:lpstr>
      <vt:lpstr>Microsoft YaHei</vt:lpstr>
      <vt:lpstr>Arial Unicode MS</vt:lpstr>
      <vt:lpstr>Roboto</vt:lpstr>
      <vt:lpstr>Calibri</vt:lpstr>
      <vt:lpstr>Amatic SC</vt:lpstr>
      <vt:lpstr>Roboto Medium</vt:lpstr>
      <vt:lpstr>Wingdings</vt:lpstr>
      <vt:lpstr>Algerian</vt:lpstr>
      <vt:lpstr>US National Ice Cream Month by Slidesgo</vt:lpstr>
      <vt:lpstr>US National Ice Cream Month</vt:lpstr>
      <vt:lpstr>03.</vt:lpstr>
      <vt:lpstr>Sweet!</vt:lpstr>
      <vt:lpstr>01.</vt:lpstr>
      <vt:lpstr>Introduction</vt:lpstr>
      <vt:lpstr>The Slide Title Goes Here!</vt:lpstr>
      <vt:lpstr>—Someone Famous</vt:lpstr>
      <vt:lpstr>02.</vt:lpstr>
      <vt:lpstr>Cornet</vt:lpstr>
      <vt:lpstr>A Picture Always Reinforces The Concept</vt:lpstr>
      <vt:lpstr>Truck</vt:lpstr>
      <vt:lpstr>Topping Infographics</vt:lpstr>
      <vt:lpstr>Popular Flavors</vt:lpstr>
      <vt:lpstr>150,000</vt:lpstr>
      <vt:lpstr>03.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ADVENTURE IN ICECREAM</dc:title>
  <dc:creator/>
  <cp:lastModifiedBy>Toshiba</cp:lastModifiedBy>
  <cp:revision>2</cp:revision>
  <dcterms:created xsi:type="dcterms:W3CDTF">2026-02-22T11:09:18Z</dcterms:created>
  <dcterms:modified xsi:type="dcterms:W3CDTF">2026-02-22T11:09:46Z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CAB5914EBFC1426EACD5D70257AAB72C_13</vt:lpwstr>
  </property>
  <property fmtid="{D5CDD505-2E9C-101B-9397-08002B2CF9AE}" pid="3" name="KSOProductBuildVer">
    <vt:lpwstr>1033-12.2.0.23196</vt:lpwstr>
  </property>
</Properties>
</file>